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sldIdLst>
    <p:sldId id="256" r:id="rId2"/>
    <p:sldId id="257" r:id="rId3"/>
    <p:sldId id="258" r:id="rId4"/>
    <p:sldId id="260" r:id="rId5"/>
    <p:sldId id="261" r:id="rId6"/>
    <p:sldId id="262" r:id="rId7"/>
    <p:sldId id="263" r:id="rId8"/>
    <p:sldId id="264" r:id="rId9"/>
    <p:sldId id="265" r:id="rId10"/>
    <p:sldId id="266" r:id="rId11"/>
    <p:sldId id="268" r:id="rId12"/>
    <p:sldId id="270" r:id="rId13"/>
    <p:sldId id="284" r:id="rId14"/>
    <p:sldId id="281" r:id="rId15"/>
    <p:sldId id="285" r:id="rId16"/>
    <p:sldId id="287" r:id="rId17"/>
    <p:sldId id="288" r:id="rId18"/>
    <p:sldId id="282" r:id="rId19"/>
    <p:sldId id="280" r:id="rId20"/>
    <p:sldId id="271" r:id="rId21"/>
    <p:sldId id="273" r:id="rId22"/>
    <p:sldId id="275" r:id="rId23"/>
    <p:sldId id="277" r:id="rId24"/>
    <p:sldId id="278" r:id="rId25"/>
    <p:sldId id="2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DonKey" initials="J" lastIdx="1" clrIdx="0">
    <p:extLst>
      <p:ext uri="{19B8F6BF-5375-455C-9EA6-DF929625EA0E}">
        <p15:presenceInfo xmlns:p15="http://schemas.microsoft.com/office/powerpoint/2012/main" userId="JamesDonKe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93497"/>
    <a:srgbClr val="D852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846386"/>
          </a:xfrm>
          <a:prstGeom prst="rect">
            <a:avLst/>
          </a:prstGeom>
        </p:spPr>
        <p:txBody>
          <a:bodyPr wrap="square" lIns="0" tIns="0" rIns="0" bIns="0">
            <a:spAutoFit/>
          </a:bodyPr>
          <a:lstStyle>
            <a:lvl1pPr>
              <a:defRPr/>
            </a:lvl1pPr>
          </a:lstStyle>
          <a:p>
            <a:r>
              <a:rPr lang="en-US"/>
              <a:t>Click to edit Master title style</a:t>
            </a:r>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08DCBC0-2B67-4AFD-9FAF-5862F2499A88}" type="datetimeFigureOut">
              <a:rPr lang="en-US" smtClean="0"/>
              <a:t>7/6/2023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2889C364-0DB4-4464-93BB-3F259E366134}" type="slidenum">
              <a:rPr lang="en-US" smtClean="0"/>
              <a:t>‹#›</a:t>
            </a:fld>
            <a:endParaRPr lang="en-US"/>
          </a:p>
        </p:txBody>
      </p:sp>
    </p:spTree>
    <p:extLst>
      <p:ext uri="{BB962C8B-B14F-4D97-AF65-F5344CB8AC3E}">
        <p14:creationId xmlns:p14="http://schemas.microsoft.com/office/powerpoint/2010/main" val="2787953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12191999" cy="6857999"/>
          </a:xfrm>
          <a:prstGeom prst="rect">
            <a:avLst/>
          </a:prstGeom>
        </p:spPr>
      </p:pic>
      <p:pic>
        <p:nvPicPr>
          <p:cNvPr id="17" name="bg object 17"/>
          <p:cNvPicPr/>
          <p:nvPr/>
        </p:nvPicPr>
        <p:blipFill>
          <a:blip r:embed="rId3" cstate="print"/>
          <a:stretch>
            <a:fillRect/>
          </a:stretch>
        </p:blipFill>
        <p:spPr>
          <a:xfrm>
            <a:off x="1250814" y="1"/>
            <a:ext cx="1530349" cy="1041399"/>
          </a:xfrm>
          <a:prstGeom prst="rect">
            <a:avLst/>
          </a:prstGeom>
        </p:spPr>
      </p:pic>
      <p:sp>
        <p:nvSpPr>
          <p:cNvPr id="2" name="Holder 2"/>
          <p:cNvSpPr>
            <a:spLocks noGrp="1"/>
          </p:cNvSpPr>
          <p:nvPr>
            <p:ph type="title"/>
          </p:nvPr>
        </p:nvSpPr>
        <p:spPr>
          <a:xfrm>
            <a:off x="3193533" y="91038"/>
            <a:ext cx="5804933" cy="1128642"/>
          </a:xfrm>
        </p:spPr>
        <p:txBody>
          <a:bodyPr lIns="0" tIns="0" rIns="0" bIns="0"/>
          <a:lstStyle>
            <a:lvl1pPr>
              <a:defRPr sz="3667" b="1" i="0">
                <a:solidFill>
                  <a:srgbClr val="293497"/>
                </a:solidFill>
                <a:latin typeface="Roboto"/>
                <a:cs typeface="Roboto"/>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pPr lvl="0"/>
            <a:r>
              <a:rPr lang="en-US"/>
              <a:t>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08DCBC0-2B67-4AFD-9FAF-5862F2499A88}" type="datetimeFigureOut">
              <a:rPr lang="en-US" smtClean="0"/>
              <a:t>7/6/2023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2889C364-0DB4-4464-93BB-3F259E366134}" type="slidenum">
              <a:rPr lang="en-US" smtClean="0"/>
              <a:t>‹#›</a:t>
            </a:fld>
            <a:endParaRPr lang="en-US"/>
          </a:p>
        </p:txBody>
      </p:sp>
    </p:spTree>
    <p:extLst>
      <p:ext uri="{BB962C8B-B14F-4D97-AF65-F5344CB8AC3E}">
        <p14:creationId xmlns:p14="http://schemas.microsoft.com/office/powerpoint/2010/main" val="2470235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12191999" cy="6857999"/>
          </a:xfrm>
          <a:prstGeom prst="rect">
            <a:avLst/>
          </a:prstGeom>
        </p:spPr>
      </p:pic>
      <p:sp>
        <p:nvSpPr>
          <p:cNvPr id="17" name="bg object 17"/>
          <p:cNvSpPr/>
          <p:nvPr/>
        </p:nvSpPr>
        <p:spPr>
          <a:xfrm>
            <a:off x="6760684" y="685808"/>
            <a:ext cx="4745567" cy="5486400"/>
          </a:xfrm>
          <a:custGeom>
            <a:avLst/>
            <a:gdLst/>
            <a:ahLst/>
            <a:cxnLst/>
            <a:rect l="l" t="t" r="r" b="b"/>
            <a:pathLst>
              <a:path w="7118350" h="8229600">
                <a:moveTo>
                  <a:pt x="1206271" y="386778"/>
                </a:moveTo>
                <a:lnTo>
                  <a:pt x="1198765" y="340410"/>
                </a:lnTo>
                <a:lnTo>
                  <a:pt x="1177874" y="300101"/>
                </a:lnTo>
                <a:lnTo>
                  <a:pt x="1146048" y="268262"/>
                </a:lnTo>
                <a:lnTo>
                  <a:pt x="1105725" y="247370"/>
                </a:lnTo>
                <a:lnTo>
                  <a:pt x="1059357" y="239864"/>
                </a:lnTo>
                <a:lnTo>
                  <a:pt x="573659" y="239864"/>
                </a:lnTo>
                <a:lnTo>
                  <a:pt x="527291" y="247370"/>
                </a:lnTo>
                <a:lnTo>
                  <a:pt x="486981" y="268262"/>
                </a:lnTo>
                <a:lnTo>
                  <a:pt x="455142" y="300101"/>
                </a:lnTo>
                <a:lnTo>
                  <a:pt x="434263" y="340410"/>
                </a:lnTo>
                <a:lnTo>
                  <a:pt x="426745" y="386778"/>
                </a:lnTo>
                <a:lnTo>
                  <a:pt x="426745" y="872477"/>
                </a:lnTo>
                <a:lnTo>
                  <a:pt x="434263" y="918845"/>
                </a:lnTo>
                <a:lnTo>
                  <a:pt x="455142" y="959167"/>
                </a:lnTo>
                <a:lnTo>
                  <a:pt x="486981" y="990993"/>
                </a:lnTo>
                <a:lnTo>
                  <a:pt x="527291" y="1011885"/>
                </a:lnTo>
                <a:lnTo>
                  <a:pt x="573659" y="1019390"/>
                </a:lnTo>
                <a:lnTo>
                  <a:pt x="1059357" y="1019390"/>
                </a:lnTo>
                <a:lnTo>
                  <a:pt x="1105725" y="1011885"/>
                </a:lnTo>
                <a:lnTo>
                  <a:pt x="1146048" y="990993"/>
                </a:lnTo>
                <a:lnTo>
                  <a:pt x="1177874" y="959167"/>
                </a:lnTo>
                <a:lnTo>
                  <a:pt x="1198765" y="918845"/>
                </a:lnTo>
                <a:lnTo>
                  <a:pt x="1206271" y="872477"/>
                </a:lnTo>
                <a:lnTo>
                  <a:pt x="1206271" y="386778"/>
                </a:lnTo>
                <a:close/>
              </a:path>
              <a:path w="7118350" h="8229600">
                <a:moveTo>
                  <a:pt x="7118096" y="7032498"/>
                </a:moveTo>
                <a:lnTo>
                  <a:pt x="7113816" y="7011568"/>
                </a:lnTo>
                <a:lnTo>
                  <a:pt x="7104037" y="6997128"/>
                </a:lnTo>
                <a:lnTo>
                  <a:pt x="7104037" y="7038289"/>
                </a:lnTo>
                <a:lnTo>
                  <a:pt x="7104037" y="8161629"/>
                </a:lnTo>
                <a:lnTo>
                  <a:pt x="7099770" y="8182407"/>
                </a:lnTo>
                <a:lnTo>
                  <a:pt x="7088175" y="8199514"/>
                </a:lnTo>
                <a:lnTo>
                  <a:pt x="7071080" y="8211096"/>
                </a:lnTo>
                <a:lnTo>
                  <a:pt x="7050291" y="8215376"/>
                </a:lnTo>
                <a:lnTo>
                  <a:pt x="67970" y="8215376"/>
                </a:lnTo>
                <a:lnTo>
                  <a:pt x="47180" y="8211096"/>
                </a:lnTo>
                <a:lnTo>
                  <a:pt x="30086" y="8199514"/>
                </a:lnTo>
                <a:lnTo>
                  <a:pt x="18491" y="8182407"/>
                </a:lnTo>
                <a:lnTo>
                  <a:pt x="14224" y="8161629"/>
                </a:lnTo>
                <a:lnTo>
                  <a:pt x="14224" y="7038289"/>
                </a:lnTo>
                <a:lnTo>
                  <a:pt x="18491" y="7017512"/>
                </a:lnTo>
                <a:lnTo>
                  <a:pt x="30086" y="7000405"/>
                </a:lnTo>
                <a:lnTo>
                  <a:pt x="47180" y="6988823"/>
                </a:lnTo>
                <a:lnTo>
                  <a:pt x="67970" y="6984543"/>
                </a:lnTo>
                <a:lnTo>
                  <a:pt x="7050291" y="6984543"/>
                </a:lnTo>
                <a:lnTo>
                  <a:pt x="7071080" y="6988823"/>
                </a:lnTo>
                <a:lnTo>
                  <a:pt x="7088175" y="7000405"/>
                </a:lnTo>
                <a:lnTo>
                  <a:pt x="7099770" y="7017512"/>
                </a:lnTo>
                <a:lnTo>
                  <a:pt x="7104037" y="7038289"/>
                </a:lnTo>
                <a:lnTo>
                  <a:pt x="7104037" y="6997128"/>
                </a:lnTo>
                <a:lnTo>
                  <a:pt x="7098957" y="6989623"/>
                </a:lnTo>
                <a:lnTo>
                  <a:pt x="7091464" y="6984543"/>
                </a:lnTo>
                <a:lnTo>
                  <a:pt x="7077024" y="6974776"/>
                </a:lnTo>
                <a:lnTo>
                  <a:pt x="7055269" y="6970319"/>
                </a:lnTo>
                <a:lnTo>
                  <a:pt x="63004" y="6970319"/>
                </a:lnTo>
                <a:lnTo>
                  <a:pt x="41249" y="6974776"/>
                </a:lnTo>
                <a:lnTo>
                  <a:pt x="19304" y="6989623"/>
                </a:lnTo>
                <a:lnTo>
                  <a:pt x="4445" y="7011568"/>
                </a:lnTo>
                <a:lnTo>
                  <a:pt x="0" y="7033323"/>
                </a:lnTo>
                <a:lnTo>
                  <a:pt x="0" y="8166595"/>
                </a:lnTo>
                <a:lnTo>
                  <a:pt x="4445" y="8188350"/>
                </a:lnTo>
                <a:lnTo>
                  <a:pt x="19304" y="8210296"/>
                </a:lnTo>
                <a:lnTo>
                  <a:pt x="41249" y="8225142"/>
                </a:lnTo>
                <a:lnTo>
                  <a:pt x="60820" y="8229143"/>
                </a:lnTo>
                <a:lnTo>
                  <a:pt x="7057453" y="8229143"/>
                </a:lnTo>
                <a:lnTo>
                  <a:pt x="7098957" y="8210296"/>
                </a:lnTo>
                <a:lnTo>
                  <a:pt x="7118096" y="8167421"/>
                </a:lnTo>
                <a:lnTo>
                  <a:pt x="7118096" y="7032498"/>
                </a:lnTo>
                <a:close/>
              </a:path>
              <a:path w="7118350" h="8229600">
                <a:moveTo>
                  <a:pt x="7118096" y="5289918"/>
                </a:moveTo>
                <a:lnTo>
                  <a:pt x="7113816" y="5268988"/>
                </a:lnTo>
                <a:lnTo>
                  <a:pt x="7104037" y="5254549"/>
                </a:lnTo>
                <a:lnTo>
                  <a:pt x="7104037" y="5295709"/>
                </a:lnTo>
                <a:lnTo>
                  <a:pt x="7104037" y="6419037"/>
                </a:lnTo>
                <a:lnTo>
                  <a:pt x="7099770" y="6439827"/>
                </a:lnTo>
                <a:lnTo>
                  <a:pt x="7088175" y="6456921"/>
                </a:lnTo>
                <a:lnTo>
                  <a:pt x="7071080" y="6468516"/>
                </a:lnTo>
                <a:lnTo>
                  <a:pt x="7050291" y="6472783"/>
                </a:lnTo>
                <a:lnTo>
                  <a:pt x="67970" y="6472783"/>
                </a:lnTo>
                <a:lnTo>
                  <a:pt x="47180" y="6468516"/>
                </a:lnTo>
                <a:lnTo>
                  <a:pt x="30086" y="6456921"/>
                </a:lnTo>
                <a:lnTo>
                  <a:pt x="18491" y="6439827"/>
                </a:lnTo>
                <a:lnTo>
                  <a:pt x="14224" y="6419037"/>
                </a:lnTo>
                <a:lnTo>
                  <a:pt x="14224" y="5295709"/>
                </a:lnTo>
                <a:lnTo>
                  <a:pt x="18491" y="5274932"/>
                </a:lnTo>
                <a:lnTo>
                  <a:pt x="30086" y="5257825"/>
                </a:lnTo>
                <a:lnTo>
                  <a:pt x="47180" y="5246230"/>
                </a:lnTo>
                <a:lnTo>
                  <a:pt x="67970" y="5241963"/>
                </a:lnTo>
                <a:lnTo>
                  <a:pt x="7050291" y="5241963"/>
                </a:lnTo>
                <a:lnTo>
                  <a:pt x="7071080" y="5246230"/>
                </a:lnTo>
                <a:lnTo>
                  <a:pt x="7088175" y="5257825"/>
                </a:lnTo>
                <a:lnTo>
                  <a:pt x="7099770" y="5274932"/>
                </a:lnTo>
                <a:lnTo>
                  <a:pt x="7104037" y="5295709"/>
                </a:lnTo>
                <a:lnTo>
                  <a:pt x="7104037" y="5254549"/>
                </a:lnTo>
                <a:lnTo>
                  <a:pt x="7098957" y="5247043"/>
                </a:lnTo>
                <a:lnTo>
                  <a:pt x="7091464" y="5241963"/>
                </a:lnTo>
                <a:lnTo>
                  <a:pt x="7077024" y="5232184"/>
                </a:lnTo>
                <a:lnTo>
                  <a:pt x="7055269" y="5227739"/>
                </a:lnTo>
                <a:lnTo>
                  <a:pt x="63004" y="5227739"/>
                </a:lnTo>
                <a:lnTo>
                  <a:pt x="41249" y="5232184"/>
                </a:lnTo>
                <a:lnTo>
                  <a:pt x="19304" y="5247043"/>
                </a:lnTo>
                <a:lnTo>
                  <a:pt x="4445" y="5268988"/>
                </a:lnTo>
                <a:lnTo>
                  <a:pt x="0" y="5290744"/>
                </a:lnTo>
                <a:lnTo>
                  <a:pt x="0" y="6424015"/>
                </a:lnTo>
                <a:lnTo>
                  <a:pt x="4445" y="6445771"/>
                </a:lnTo>
                <a:lnTo>
                  <a:pt x="19304" y="6467703"/>
                </a:lnTo>
                <a:lnTo>
                  <a:pt x="41249" y="6482562"/>
                </a:lnTo>
                <a:lnTo>
                  <a:pt x="60820" y="6486563"/>
                </a:lnTo>
                <a:lnTo>
                  <a:pt x="7057453" y="6486563"/>
                </a:lnTo>
                <a:lnTo>
                  <a:pt x="7098957" y="6467703"/>
                </a:lnTo>
                <a:lnTo>
                  <a:pt x="7118096" y="6424841"/>
                </a:lnTo>
                <a:lnTo>
                  <a:pt x="7118096" y="5289918"/>
                </a:lnTo>
                <a:close/>
              </a:path>
              <a:path w="7118350" h="8229600">
                <a:moveTo>
                  <a:pt x="7118096" y="3547338"/>
                </a:moveTo>
                <a:lnTo>
                  <a:pt x="7113816" y="3526409"/>
                </a:lnTo>
                <a:lnTo>
                  <a:pt x="7104037" y="3511969"/>
                </a:lnTo>
                <a:lnTo>
                  <a:pt x="7104037" y="3553129"/>
                </a:lnTo>
                <a:lnTo>
                  <a:pt x="7104037" y="4676457"/>
                </a:lnTo>
                <a:lnTo>
                  <a:pt x="7099770" y="4697247"/>
                </a:lnTo>
                <a:lnTo>
                  <a:pt x="7088175" y="4714341"/>
                </a:lnTo>
                <a:lnTo>
                  <a:pt x="7071080" y="4725936"/>
                </a:lnTo>
                <a:lnTo>
                  <a:pt x="7050291" y="4730204"/>
                </a:lnTo>
                <a:lnTo>
                  <a:pt x="67970" y="4730204"/>
                </a:lnTo>
                <a:lnTo>
                  <a:pt x="47180" y="4725936"/>
                </a:lnTo>
                <a:lnTo>
                  <a:pt x="30086" y="4714341"/>
                </a:lnTo>
                <a:lnTo>
                  <a:pt x="18491" y="4697247"/>
                </a:lnTo>
                <a:lnTo>
                  <a:pt x="14224" y="4676457"/>
                </a:lnTo>
                <a:lnTo>
                  <a:pt x="14224" y="3553129"/>
                </a:lnTo>
                <a:lnTo>
                  <a:pt x="18491" y="3532340"/>
                </a:lnTo>
                <a:lnTo>
                  <a:pt x="30086" y="3515245"/>
                </a:lnTo>
                <a:lnTo>
                  <a:pt x="47180" y="3503650"/>
                </a:lnTo>
                <a:lnTo>
                  <a:pt x="67970" y="3499383"/>
                </a:lnTo>
                <a:lnTo>
                  <a:pt x="7050291" y="3499383"/>
                </a:lnTo>
                <a:lnTo>
                  <a:pt x="7071080" y="3503650"/>
                </a:lnTo>
                <a:lnTo>
                  <a:pt x="7088175" y="3515245"/>
                </a:lnTo>
                <a:lnTo>
                  <a:pt x="7099770" y="3532340"/>
                </a:lnTo>
                <a:lnTo>
                  <a:pt x="7104037" y="3553129"/>
                </a:lnTo>
                <a:lnTo>
                  <a:pt x="7104037" y="3511969"/>
                </a:lnTo>
                <a:lnTo>
                  <a:pt x="7098957" y="3504463"/>
                </a:lnTo>
                <a:lnTo>
                  <a:pt x="7091464" y="3499383"/>
                </a:lnTo>
                <a:lnTo>
                  <a:pt x="7077024" y="3489604"/>
                </a:lnTo>
                <a:lnTo>
                  <a:pt x="7055269" y="3485159"/>
                </a:lnTo>
                <a:lnTo>
                  <a:pt x="63004" y="3485159"/>
                </a:lnTo>
                <a:lnTo>
                  <a:pt x="41249" y="3489604"/>
                </a:lnTo>
                <a:lnTo>
                  <a:pt x="19304" y="3504463"/>
                </a:lnTo>
                <a:lnTo>
                  <a:pt x="4445" y="3526409"/>
                </a:lnTo>
                <a:lnTo>
                  <a:pt x="0" y="3548164"/>
                </a:lnTo>
                <a:lnTo>
                  <a:pt x="0" y="4681436"/>
                </a:lnTo>
                <a:lnTo>
                  <a:pt x="4445" y="4703178"/>
                </a:lnTo>
                <a:lnTo>
                  <a:pt x="19304" y="4725124"/>
                </a:lnTo>
                <a:lnTo>
                  <a:pt x="41249" y="4739983"/>
                </a:lnTo>
                <a:lnTo>
                  <a:pt x="60820" y="4743983"/>
                </a:lnTo>
                <a:lnTo>
                  <a:pt x="7057453" y="4743983"/>
                </a:lnTo>
                <a:lnTo>
                  <a:pt x="7098957" y="4725124"/>
                </a:lnTo>
                <a:lnTo>
                  <a:pt x="7118096" y="4682261"/>
                </a:lnTo>
                <a:lnTo>
                  <a:pt x="7118096" y="3547338"/>
                </a:lnTo>
                <a:close/>
              </a:path>
              <a:path w="7118350" h="8229600">
                <a:moveTo>
                  <a:pt x="7118096" y="1804339"/>
                </a:moveTo>
                <a:lnTo>
                  <a:pt x="7113816" y="1783422"/>
                </a:lnTo>
                <a:lnTo>
                  <a:pt x="7104037" y="1768983"/>
                </a:lnTo>
                <a:lnTo>
                  <a:pt x="7104037" y="1810143"/>
                </a:lnTo>
                <a:lnTo>
                  <a:pt x="7104037" y="2933471"/>
                </a:lnTo>
                <a:lnTo>
                  <a:pt x="7099770" y="2954261"/>
                </a:lnTo>
                <a:lnTo>
                  <a:pt x="7088175" y="2971355"/>
                </a:lnTo>
                <a:lnTo>
                  <a:pt x="7071080" y="2982950"/>
                </a:lnTo>
                <a:lnTo>
                  <a:pt x="7050291" y="2987217"/>
                </a:lnTo>
                <a:lnTo>
                  <a:pt x="67970" y="2987217"/>
                </a:lnTo>
                <a:lnTo>
                  <a:pt x="47180" y="2982950"/>
                </a:lnTo>
                <a:lnTo>
                  <a:pt x="30086" y="2971355"/>
                </a:lnTo>
                <a:lnTo>
                  <a:pt x="18491" y="2954261"/>
                </a:lnTo>
                <a:lnTo>
                  <a:pt x="14224" y="2933471"/>
                </a:lnTo>
                <a:lnTo>
                  <a:pt x="14224" y="1810143"/>
                </a:lnTo>
                <a:lnTo>
                  <a:pt x="18491" y="1789353"/>
                </a:lnTo>
                <a:lnTo>
                  <a:pt x="30086" y="1772259"/>
                </a:lnTo>
                <a:lnTo>
                  <a:pt x="47180" y="1760664"/>
                </a:lnTo>
                <a:lnTo>
                  <a:pt x="67970" y="1756397"/>
                </a:lnTo>
                <a:lnTo>
                  <a:pt x="7050291" y="1756397"/>
                </a:lnTo>
                <a:lnTo>
                  <a:pt x="7071080" y="1760664"/>
                </a:lnTo>
                <a:lnTo>
                  <a:pt x="7088175" y="1772259"/>
                </a:lnTo>
                <a:lnTo>
                  <a:pt x="7099770" y="1789353"/>
                </a:lnTo>
                <a:lnTo>
                  <a:pt x="7104037" y="1810143"/>
                </a:lnTo>
                <a:lnTo>
                  <a:pt x="7104037" y="1768983"/>
                </a:lnTo>
                <a:lnTo>
                  <a:pt x="7098957" y="1761477"/>
                </a:lnTo>
                <a:lnTo>
                  <a:pt x="7091464" y="1756397"/>
                </a:lnTo>
                <a:lnTo>
                  <a:pt x="7077024" y="1746618"/>
                </a:lnTo>
                <a:lnTo>
                  <a:pt x="7055269" y="1742173"/>
                </a:lnTo>
                <a:lnTo>
                  <a:pt x="63004" y="1742173"/>
                </a:lnTo>
                <a:lnTo>
                  <a:pt x="41249" y="1746618"/>
                </a:lnTo>
                <a:lnTo>
                  <a:pt x="19304" y="1761477"/>
                </a:lnTo>
                <a:lnTo>
                  <a:pt x="4445" y="1783422"/>
                </a:lnTo>
                <a:lnTo>
                  <a:pt x="0" y="1805165"/>
                </a:lnTo>
                <a:lnTo>
                  <a:pt x="0" y="2938437"/>
                </a:lnTo>
                <a:lnTo>
                  <a:pt x="4445" y="2960192"/>
                </a:lnTo>
                <a:lnTo>
                  <a:pt x="19304" y="2982137"/>
                </a:lnTo>
                <a:lnTo>
                  <a:pt x="41249" y="2996996"/>
                </a:lnTo>
                <a:lnTo>
                  <a:pt x="60820" y="3000997"/>
                </a:lnTo>
                <a:lnTo>
                  <a:pt x="7057453" y="3000997"/>
                </a:lnTo>
                <a:lnTo>
                  <a:pt x="7098957" y="2982137"/>
                </a:lnTo>
                <a:lnTo>
                  <a:pt x="7118096" y="2939262"/>
                </a:lnTo>
                <a:lnTo>
                  <a:pt x="7118096" y="1804339"/>
                </a:lnTo>
                <a:close/>
              </a:path>
              <a:path w="7118350" h="8229600">
                <a:moveTo>
                  <a:pt x="7118096" y="62166"/>
                </a:moveTo>
                <a:lnTo>
                  <a:pt x="7113816" y="41236"/>
                </a:lnTo>
                <a:lnTo>
                  <a:pt x="7104037" y="26809"/>
                </a:lnTo>
                <a:lnTo>
                  <a:pt x="7104037" y="67970"/>
                </a:lnTo>
                <a:lnTo>
                  <a:pt x="7104037" y="1191298"/>
                </a:lnTo>
                <a:lnTo>
                  <a:pt x="7099770" y="1212075"/>
                </a:lnTo>
                <a:lnTo>
                  <a:pt x="7088175" y="1229182"/>
                </a:lnTo>
                <a:lnTo>
                  <a:pt x="7071080" y="1240777"/>
                </a:lnTo>
                <a:lnTo>
                  <a:pt x="7050291" y="1245044"/>
                </a:lnTo>
                <a:lnTo>
                  <a:pt x="67970" y="1245044"/>
                </a:lnTo>
                <a:lnTo>
                  <a:pt x="47180" y="1240777"/>
                </a:lnTo>
                <a:lnTo>
                  <a:pt x="30086" y="1229182"/>
                </a:lnTo>
                <a:lnTo>
                  <a:pt x="18491" y="1212075"/>
                </a:lnTo>
                <a:lnTo>
                  <a:pt x="14224" y="1191298"/>
                </a:lnTo>
                <a:lnTo>
                  <a:pt x="14224" y="67970"/>
                </a:lnTo>
                <a:lnTo>
                  <a:pt x="18491" y="47180"/>
                </a:lnTo>
                <a:lnTo>
                  <a:pt x="30086" y="30086"/>
                </a:lnTo>
                <a:lnTo>
                  <a:pt x="47180" y="18491"/>
                </a:lnTo>
                <a:lnTo>
                  <a:pt x="67970" y="14224"/>
                </a:lnTo>
                <a:lnTo>
                  <a:pt x="7050291" y="14224"/>
                </a:lnTo>
                <a:lnTo>
                  <a:pt x="7071080" y="18491"/>
                </a:lnTo>
                <a:lnTo>
                  <a:pt x="7088175" y="30086"/>
                </a:lnTo>
                <a:lnTo>
                  <a:pt x="7099770" y="47180"/>
                </a:lnTo>
                <a:lnTo>
                  <a:pt x="7104037" y="67970"/>
                </a:lnTo>
                <a:lnTo>
                  <a:pt x="7104037" y="26809"/>
                </a:lnTo>
                <a:lnTo>
                  <a:pt x="7098957" y="19304"/>
                </a:lnTo>
                <a:lnTo>
                  <a:pt x="7091464" y="14224"/>
                </a:lnTo>
                <a:lnTo>
                  <a:pt x="7077024" y="4445"/>
                </a:lnTo>
                <a:lnTo>
                  <a:pt x="7055269" y="0"/>
                </a:lnTo>
                <a:lnTo>
                  <a:pt x="63004" y="0"/>
                </a:lnTo>
                <a:lnTo>
                  <a:pt x="41249" y="4445"/>
                </a:lnTo>
                <a:lnTo>
                  <a:pt x="19304" y="19304"/>
                </a:lnTo>
                <a:lnTo>
                  <a:pt x="4445" y="41236"/>
                </a:lnTo>
                <a:lnTo>
                  <a:pt x="0" y="62992"/>
                </a:lnTo>
                <a:lnTo>
                  <a:pt x="0" y="1196263"/>
                </a:lnTo>
                <a:lnTo>
                  <a:pt x="4445" y="1218018"/>
                </a:lnTo>
                <a:lnTo>
                  <a:pt x="19304" y="1239964"/>
                </a:lnTo>
                <a:lnTo>
                  <a:pt x="41249" y="1254823"/>
                </a:lnTo>
                <a:lnTo>
                  <a:pt x="60820" y="1258824"/>
                </a:lnTo>
                <a:lnTo>
                  <a:pt x="7057441" y="1258824"/>
                </a:lnTo>
                <a:lnTo>
                  <a:pt x="7098957" y="1239964"/>
                </a:lnTo>
                <a:lnTo>
                  <a:pt x="7118096" y="1197089"/>
                </a:lnTo>
                <a:lnTo>
                  <a:pt x="7118096" y="62166"/>
                </a:lnTo>
                <a:close/>
              </a:path>
            </a:pathLst>
          </a:custGeom>
          <a:solidFill>
            <a:srgbClr val="D837F1"/>
          </a:solidFill>
        </p:spPr>
        <p:txBody>
          <a:bodyPr wrap="square" lIns="0" tIns="0" rIns="0" bIns="0" rtlCol="0"/>
          <a:lstStyle/>
          <a:p>
            <a:endParaRPr sz="1200"/>
          </a:p>
        </p:txBody>
      </p:sp>
      <p:sp>
        <p:nvSpPr>
          <p:cNvPr id="2" name="Holder 2"/>
          <p:cNvSpPr>
            <a:spLocks noGrp="1"/>
          </p:cNvSpPr>
          <p:nvPr>
            <p:ph type="title"/>
          </p:nvPr>
        </p:nvSpPr>
        <p:spPr>
          <a:xfrm>
            <a:off x="3193533" y="91038"/>
            <a:ext cx="5804933" cy="1128642"/>
          </a:xfrm>
        </p:spPr>
        <p:txBody>
          <a:bodyPr lIns="0" tIns="0" rIns="0" bIns="0"/>
          <a:lstStyle>
            <a:lvl1pPr>
              <a:defRPr sz="3667" b="1" i="0">
                <a:solidFill>
                  <a:srgbClr val="293497"/>
                </a:solidFill>
                <a:latin typeface="Roboto"/>
                <a:cs typeface="Roboto"/>
              </a:defRPr>
            </a:lvl1pPr>
          </a:lstStyle>
          <a:p>
            <a:r>
              <a:rPr lang="en-US"/>
              <a:t>Click to edit Master title style</a:t>
            </a:r>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pPr lvl="0"/>
            <a:r>
              <a:rPr lang="en-US"/>
              <a:t>Edit Master text styles</a:t>
            </a: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pPr lvl="0"/>
            <a:r>
              <a:rPr lang="en-US"/>
              <a:t>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08DCBC0-2B67-4AFD-9FAF-5862F2499A88}" type="datetimeFigureOut">
              <a:rPr lang="en-US" smtClean="0"/>
              <a:t>7/6/2023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2889C364-0DB4-4464-93BB-3F259E366134}" type="slidenum">
              <a:rPr lang="en-US" smtClean="0"/>
              <a:t>‹#›</a:t>
            </a:fld>
            <a:endParaRPr lang="en-US"/>
          </a:p>
        </p:txBody>
      </p:sp>
    </p:spTree>
    <p:extLst>
      <p:ext uri="{BB962C8B-B14F-4D97-AF65-F5344CB8AC3E}">
        <p14:creationId xmlns:p14="http://schemas.microsoft.com/office/powerpoint/2010/main" val="144576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12191999" cy="6857999"/>
          </a:xfrm>
          <a:prstGeom prst="rect">
            <a:avLst/>
          </a:prstGeom>
        </p:spPr>
      </p:pic>
      <p:pic>
        <p:nvPicPr>
          <p:cNvPr id="17" name="bg object 17"/>
          <p:cNvPicPr/>
          <p:nvPr/>
        </p:nvPicPr>
        <p:blipFill>
          <a:blip r:embed="rId3" cstate="print"/>
          <a:stretch>
            <a:fillRect/>
          </a:stretch>
        </p:blipFill>
        <p:spPr>
          <a:xfrm>
            <a:off x="0" y="0"/>
            <a:ext cx="3306189" cy="2747750"/>
          </a:xfrm>
          <a:prstGeom prst="rect">
            <a:avLst/>
          </a:prstGeom>
        </p:spPr>
      </p:pic>
      <p:pic>
        <p:nvPicPr>
          <p:cNvPr id="18" name="bg object 18"/>
          <p:cNvPicPr/>
          <p:nvPr/>
        </p:nvPicPr>
        <p:blipFill>
          <a:blip r:embed="rId4" cstate="print"/>
          <a:stretch>
            <a:fillRect/>
          </a:stretch>
        </p:blipFill>
        <p:spPr>
          <a:xfrm>
            <a:off x="9705123" y="0"/>
            <a:ext cx="2486876" cy="2379484"/>
          </a:xfrm>
          <a:prstGeom prst="rect">
            <a:avLst/>
          </a:prstGeom>
        </p:spPr>
      </p:pic>
      <p:pic>
        <p:nvPicPr>
          <p:cNvPr id="19" name="bg object 19"/>
          <p:cNvPicPr/>
          <p:nvPr/>
        </p:nvPicPr>
        <p:blipFill>
          <a:blip r:embed="rId5" cstate="print"/>
          <a:stretch>
            <a:fillRect/>
          </a:stretch>
        </p:blipFill>
        <p:spPr>
          <a:xfrm>
            <a:off x="1550354" y="0"/>
            <a:ext cx="9713578" cy="1621076"/>
          </a:xfrm>
          <a:prstGeom prst="rect">
            <a:avLst/>
          </a:prstGeom>
        </p:spPr>
      </p:pic>
      <p:sp>
        <p:nvSpPr>
          <p:cNvPr id="20" name="bg object 20"/>
          <p:cNvSpPr/>
          <p:nvPr/>
        </p:nvSpPr>
        <p:spPr>
          <a:xfrm>
            <a:off x="6973557" y="0"/>
            <a:ext cx="2906607" cy="1141730"/>
          </a:xfrm>
          <a:custGeom>
            <a:avLst/>
            <a:gdLst/>
            <a:ahLst/>
            <a:cxnLst/>
            <a:rect l="l" t="t" r="r" b="b"/>
            <a:pathLst>
              <a:path w="4359909" h="1712595">
                <a:moveTo>
                  <a:pt x="3065048" y="1023983"/>
                </a:moveTo>
                <a:lnTo>
                  <a:pt x="3067312" y="1021561"/>
                </a:lnTo>
                <a:lnTo>
                  <a:pt x="3068923" y="1023424"/>
                </a:lnTo>
                <a:lnTo>
                  <a:pt x="3066876" y="1024418"/>
                </a:lnTo>
                <a:lnTo>
                  <a:pt x="3065048" y="1023983"/>
                </a:lnTo>
                <a:close/>
              </a:path>
              <a:path w="4359909" h="1712595">
                <a:moveTo>
                  <a:pt x="3106983" y="1027855"/>
                </a:moveTo>
                <a:lnTo>
                  <a:pt x="3107648" y="1023548"/>
                </a:lnTo>
                <a:lnTo>
                  <a:pt x="3111631" y="1024708"/>
                </a:lnTo>
                <a:lnTo>
                  <a:pt x="3115615" y="1027192"/>
                </a:lnTo>
                <a:lnTo>
                  <a:pt x="3111465" y="1031167"/>
                </a:lnTo>
                <a:lnTo>
                  <a:pt x="3108145" y="1030836"/>
                </a:lnTo>
                <a:lnTo>
                  <a:pt x="3106983" y="1027855"/>
                </a:lnTo>
                <a:close/>
              </a:path>
              <a:path w="4359909" h="1712595">
                <a:moveTo>
                  <a:pt x="595569" y="983631"/>
                </a:moveTo>
                <a:lnTo>
                  <a:pt x="597395" y="975680"/>
                </a:lnTo>
                <a:lnTo>
                  <a:pt x="603038" y="976012"/>
                </a:lnTo>
                <a:lnTo>
                  <a:pt x="595569" y="983631"/>
                </a:lnTo>
                <a:close/>
              </a:path>
              <a:path w="4359909" h="1712595">
                <a:moveTo>
                  <a:pt x="98245" y="979366"/>
                </a:moveTo>
                <a:lnTo>
                  <a:pt x="99925" y="977502"/>
                </a:lnTo>
                <a:lnTo>
                  <a:pt x="102166" y="979925"/>
                </a:lnTo>
                <a:lnTo>
                  <a:pt x="100299" y="980360"/>
                </a:lnTo>
                <a:lnTo>
                  <a:pt x="98245" y="979366"/>
                </a:lnTo>
                <a:close/>
              </a:path>
              <a:path w="4359909" h="1712595">
                <a:moveTo>
                  <a:pt x="3251560" y="1033155"/>
                </a:moveTo>
                <a:lnTo>
                  <a:pt x="3254050" y="1026861"/>
                </a:lnTo>
                <a:lnTo>
                  <a:pt x="3254050" y="1023623"/>
                </a:lnTo>
                <a:lnTo>
                  <a:pt x="3256872" y="1024045"/>
                </a:lnTo>
                <a:lnTo>
                  <a:pt x="3257867" y="1026861"/>
                </a:lnTo>
                <a:lnTo>
                  <a:pt x="3257369" y="1031167"/>
                </a:lnTo>
                <a:lnTo>
                  <a:pt x="3254050" y="1032303"/>
                </a:lnTo>
                <a:lnTo>
                  <a:pt x="3254050" y="1026861"/>
                </a:lnTo>
                <a:lnTo>
                  <a:pt x="3253552" y="1023548"/>
                </a:lnTo>
                <a:lnTo>
                  <a:pt x="3253552" y="1032473"/>
                </a:lnTo>
                <a:lnTo>
                  <a:pt x="3251560" y="1033155"/>
                </a:lnTo>
                <a:close/>
              </a:path>
              <a:path w="4359909" h="1712595">
                <a:moveTo>
                  <a:pt x="360940" y="978442"/>
                </a:moveTo>
                <a:lnTo>
                  <a:pt x="363018" y="979490"/>
                </a:lnTo>
                <a:lnTo>
                  <a:pt x="364068" y="981563"/>
                </a:lnTo>
                <a:lnTo>
                  <a:pt x="362333" y="980173"/>
                </a:lnTo>
                <a:lnTo>
                  <a:pt x="360940" y="978442"/>
                </a:lnTo>
                <a:close/>
              </a:path>
              <a:path w="4359909" h="1712595">
                <a:moveTo>
                  <a:pt x="3558474" y="1043259"/>
                </a:moveTo>
                <a:lnTo>
                  <a:pt x="3558972" y="1038952"/>
                </a:lnTo>
                <a:lnTo>
                  <a:pt x="3564947" y="1037958"/>
                </a:lnTo>
                <a:lnTo>
                  <a:pt x="3565777" y="1043755"/>
                </a:lnTo>
                <a:lnTo>
                  <a:pt x="3562789" y="1046571"/>
                </a:lnTo>
                <a:lnTo>
                  <a:pt x="3559470" y="1046074"/>
                </a:lnTo>
                <a:lnTo>
                  <a:pt x="3558474" y="1043259"/>
                </a:lnTo>
                <a:close/>
              </a:path>
              <a:path w="4359909" h="1712595">
                <a:moveTo>
                  <a:pt x="3760555" y="1043517"/>
                </a:moveTo>
                <a:lnTo>
                  <a:pt x="3760648" y="1038952"/>
                </a:lnTo>
                <a:lnTo>
                  <a:pt x="3762796" y="1041281"/>
                </a:lnTo>
                <a:lnTo>
                  <a:pt x="3762018" y="1043548"/>
                </a:lnTo>
                <a:lnTo>
                  <a:pt x="3760555" y="1043517"/>
                </a:lnTo>
                <a:close/>
              </a:path>
              <a:path w="4359909" h="1712595">
                <a:moveTo>
                  <a:pt x="3741394" y="1035143"/>
                </a:moveTo>
                <a:lnTo>
                  <a:pt x="3741394" y="1025536"/>
                </a:lnTo>
                <a:lnTo>
                  <a:pt x="3747203" y="1030174"/>
                </a:lnTo>
                <a:lnTo>
                  <a:pt x="3748863" y="1038786"/>
                </a:lnTo>
                <a:lnTo>
                  <a:pt x="3756831" y="1040940"/>
                </a:lnTo>
                <a:lnTo>
                  <a:pt x="3752318" y="1041897"/>
                </a:lnTo>
                <a:lnTo>
                  <a:pt x="3748739" y="1039035"/>
                </a:lnTo>
                <a:lnTo>
                  <a:pt x="3745346" y="1035676"/>
                </a:lnTo>
                <a:lnTo>
                  <a:pt x="3741394" y="1035143"/>
                </a:lnTo>
                <a:close/>
              </a:path>
              <a:path w="4359909" h="1712595">
                <a:moveTo>
                  <a:pt x="3879829" y="1044915"/>
                </a:moveTo>
                <a:lnTo>
                  <a:pt x="3881654" y="1036965"/>
                </a:lnTo>
                <a:lnTo>
                  <a:pt x="3887298" y="1037296"/>
                </a:lnTo>
                <a:lnTo>
                  <a:pt x="3879829" y="1044915"/>
                </a:lnTo>
                <a:close/>
              </a:path>
              <a:path w="4359909" h="1712595">
                <a:moveTo>
                  <a:pt x="3607109" y="1035308"/>
                </a:moveTo>
                <a:lnTo>
                  <a:pt x="3608935" y="1027358"/>
                </a:lnTo>
                <a:lnTo>
                  <a:pt x="3614578" y="1027855"/>
                </a:lnTo>
                <a:lnTo>
                  <a:pt x="3607109" y="1035308"/>
                </a:lnTo>
                <a:close/>
              </a:path>
              <a:path w="4359909" h="1712595">
                <a:moveTo>
                  <a:pt x="916094" y="891374"/>
                </a:moveTo>
                <a:lnTo>
                  <a:pt x="920575" y="892036"/>
                </a:lnTo>
                <a:lnTo>
                  <a:pt x="925223" y="892533"/>
                </a:lnTo>
                <a:lnTo>
                  <a:pt x="923729" y="898993"/>
                </a:lnTo>
                <a:lnTo>
                  <a:pt x="918916" y="898827"/>
                </a:lnTo>
                <a:lnTo>
                  <a:pt x="916260" y="896343"/>
                </a:lnTo>
                <a:lnTo>
                  <a:pt x="916094" y="891374"/>
                </a:lnTo>
                <a:close/>
              </a:path>
              <a:path w="4359909" h="1712595">
                <a:moveTo>
                  <a:pt x="3444439" y="1047896"/>
                </a:moveTo>
                <a:lnTo>
                  <a:pt x="3445601" y="1046571"/>
                </a:lnTo>
                <a:lnTo>
                  <a:pt x="3446431" y="1045743"/>
                </a:lnTo>
                <a:lnTo>
                  <a:pt x="3444439" y="1047896"/>
                </a:lnTo>
                <a:close/>
              </a:path>
              <a:path w="4359909" h="1712595">
                <a:moveTo>
                  <a:pt x="450162" y="894521"/>
                </a:moveTo>
                <a:lnTo>
                  <a:pt x="451324" y="893196"/>
                </a:lnTo>
                <a:lnTo>
                  <a:pt x="452154" y="892367"/>
                </a:lnTo>
                <a:lnTo>
                  <a:pt x="450162" y="894521"/>
                </a:lnTo>
                <a:close/>
              </a:path>
              <a:path w="4359909" h="1712595">
                <a:moveTo>
                  <a:pt x="432153" y="983734"/>
                </a:moveTo>
                <a:lnTo>
                  <a:pt x="433071" y="979943"/>
                </a:lnTo>
                <a:lnTo>
                  <a:pt x="437879" y="979490"/>
                </a:lnTo>
                <a:lnTo>
                  <a:pt x="437879" y="989097"/>
                </a:lnTo>
                <a:lnTo>
                  <a:pt x="434098" y="987805"/>
                </a:lnTo>
                <a:lnTo>
                  <a:pt x="432153" y="983734"/>
                </a:lnTo>
                <a:close/>
              </a:path>
              <a:path w="4359909" h="1712595">
                <a:moveTo>
                  <a:pt x="740311" y="898766"/>
                </a:moveTo>
                <a:lnTo>
                  <a:pt x="740311" y="896840"/>
                </a:lnTo>
                <a:lnTo>
                  <a:pt x="743299" y="897005"/>
                </a:lnTo>
                <a:lnTo>
                  <a:pt x="742967" y="899324"/>
                </a:lnTo>
                <a:lnTo>
                  <a:pt x="740311" y="898766"/>
                </a:lnTo>
                <a:close/>
              </a:path>
              <a:path w="4359909" h="1712595">
                <a:moveTo>
                  <a:pt x="737489" y="898993"/>
                </a:moveTo>
                <a:lnTo>
                  <a:pt x="737489" y="893196"/>
                </a:lnTo>
                <a:lnTo>
                  <a:pt x="741805" y="892036"/>
                </a:lnTo>
                <a:lnTo>
                  <a:pt x="740311" y="896840"/>
                </a:lnTo>
                <a:lnTo>
                  <a:pt x="740311" y="898766"/>
                </a:lnTo>
                <a:lnTo>
                  <a:pt x="739813" y="898662"/>
                </a:lnTo>
                <a:lnTo>
                  <a:pt x="737489" y="898993"/>
                </a:lnTo>
                <a:close/>
              </a:path>
              <a:path w="4359909" h="1712595">
                <a:moveTo>
                  <a:pt x="1157939" y="897999"/>
                </a:moveTo>
                <a:lnTo>
                  <a:pt x="1158272" y="894355"/>
                </a:lnTo>
                <a:lnTo>
                  <a:pt x="1158272" y="891267"/>
                </a:lnTo>
                <a:lnTo>
                  <a:pt x="1160430" y="892036"/>
                </a:lnTo>
                <a:lnTo>
                  <a:pt x="1162090" y="893693"/>
                </a:lnTo>
                <a:lnTo>
                  <a:pt x="1161924" y="897005"/>
                </a:lnTo>
                <a:lnTo>
                  <a:pt x="1158272" y="897916"/>
                </a:lnTo>
                <a:lnTo>
                  <a:pt x="1158272" y="894355"/>
                </a:lnTo>
                <a:lnTo>
                  <a:pt x="1158106" y="891208"/>
                </a:lnTo>
                <a:lnTo>
                  <a:pt x="1158106" y="897958"/>
                </a:lnTo>
                <a:lnTo>
                  <a:pt x="1157939" y="897999"/>
                </a:lnTo>
                <a:close/>
              </a:path>
              <a:path w="4359909" h="1712595">
                <a:moveTo>
                  <a:pt x="1060504" y="887895"/>
                </a:moveTo>
                <a:lnTo>
                  <a:pt x="1061334" y="888724"/>
                </a:lnTo>
                <a:lnTo>
                  <a:pt x="1062164" y="889386"/>
                </a:lnTo>
                <a:lnTo>
                  <a:pt x="1062662" y="889883"/>
                </a:lnTo>
                <a:lnTo>
                  <a:pt x="1061998" y="889386"/>
                </a:lnTo>
                <a:lnTo>
                  <a:pt x="1060504" y="887895"/>
                </a:lnTo>
                <a:close/>
              </a:path>
              <a:path w="4359909" h="1712595">
                <a:moveTo>
                  <a:pt x="1067974" y="897336"/>
                </a:moveTo>
                <a:lnTo>
                  <a:pt x="1069799" y="889386"/>
                </a:lnTo>
                <a:lnTo>
                  <a:pt x="1075609" y="889717"/>
                </a:lnTo>
                <a:lnTo>
                  <a:pt x="1067974" y="897336"/>
                </a:lnTo>
                <a:close/>
              </a:path>
              <a:path w="4359909" h="1712595">
                <a:moveTo>
                  <a:pt x="619139" y="988434"/>
                </a:moveTo>
                <a:lnTo>
                  <a:pt x="620301" y="987109"/>
                </a:lnTo>
                <a:lnTo>
                  <a:pt x="621131" y="986281"/>
                </a:lnTo>
                <a:lnTo>
                  <a:pt x="619139" y="988434"/>
                </a:lnTo>
                <a:close/>
              </a:path>
              <a:path w="4359909" h="1712595">
                <a:moveTo>
                  <a:pt x="547432" y="943051"/>
                </a:moveTo>
                <a:lnTo>
                  <a:pt x="547764" y="943217"/>
                </a:lnTo>
                <a:lnTo>
                  <a:pt x="547930" y="943382"/>
                </a:lnTo>
                <a:lnTo>
                  <a:pt x="548262" y="943548"/>
                </a:lnTo>
                <a:lnTo>
                  <a:pt x="547598" y="943217"/>
                </a:lnTo>
                <a:lnTo>
                  <a:pt x="547432" y="943051"/>
                </a:lnTo>
                <a:close/>
              </a:path>
              <a:path w="4359909" h="1712595">
                <a:moveTo>
                  <a:pt x="683709" y="939241"/>
                </a:moveTo>
                <a:lnTo>
                  <a:pt x="689078" y="938862"/>
                </a:lnTo>
                <a:lnTo>
                  <a:pt x="690805" y="938829"/>
                </a:lnTo>
                <a:lnTo>
                  <a:pt x="695349" y="944335"/>
                </a:lnTo>
                <a:lnTo>
                  <a:pt x="697504" y="953589"/>
                </a:lnTo>
                <a:lnTo>
                  <a:pt x="697154" y="964086"/>
                </a:lnTo>
                <a:lnTo>
                  <a:pt x="692345" y="959506"/>
                </a:lnTo>
                <a:lnTo>
                  <a:pt x="690805" y="952409"/>
                </a:lnTo>
                <a:lnTo>
                  <a:pt x="689078" y="944940"/>
                </a:lnTo>
                <a:lnTo>
                  <a:pt x="683709" y="939241"/>
                </a:lnTo>
                <a:close/>
              </a:path>
              <a:path w="4359909" h="1712595">
                <a:moveTo>
                  <a:pt x="702964" y="966074"/>
                </a:moveTo>
                <a:lnTo>
                  <a:pt x="711113" y="969894"/>
                </a:lnTo>
                <a:lnTo>
                  <a:pt x="716741" y="976260"/>
                </a:lnTo>
                <a:lnTo>
                  <a:pt x="720750" y="984242"/>
                </a:lnTo>
                <a:lnTo>
                  <a:pt x="724044" y="992906"/>
                </a:lnTo>
                <a:lnTo>
                  <a:pt x="718346" y="986641"/>
                </a:lnTo>
                <a:lnTo>
                  <a:pt x="712819" y="980173"/>
                </a:lnTo>
                <a:lnTo>
                  <a:pt x="707635" y="973364"/>
                </a:lnTo>
                <a:lnTo>
                  <a:pt x="702964" y="966074"/>
                </a:lnTo>
                <a:close/>
              </a:path>
              <a:path w="4359909" h="1712595">
                <a:moveTo>
                  <a:pt x="3435476" y="1064294"/>
                </a:moveTo>
                <a:lnTo>
                  <a:pt x="3435974" y="1059987"/>
                </a:lnTo>
                <a:lnTo>
                  <a:pt x="3439460" y="1060484"/>
                </a:lnTo>
                <a:lnTo>
                  <a:pt x="3440455" y="1063300"/>
                </a:lnTo>
                <a:lnTo>
                  <a:pt x="3439791" y="1067606"/>
                </a:lnTo>
                <a:lnTo>
                  <a:pt x="3436472" y="1067275"/>
                </a:lnTo>
                <a:lnTo>
                  <a:pt x="3435476" y="1064294"/>
                </a:lnTo>
                <a:close/>
              </a:path>
              <a:path w="4359909" h="1712595">
                <a:moveTo>
                  <a:pt x="3461038" y="1106033"/>
                </a:moveTo>
                <a:lnTo>
                  <a:pt x="3464856" y="1108518"/>
                </a:lnTo>
                <a:lnTo>
                  <a:pt x="3467512" y="1112327"/>
                </a:lnTo>
                <a:lnTo>
                  <a:pt x="3468674" y="1117462"/>
                </a:lnTo>
                <a:lnTo>
                  <a:pt x="3462698" y="1117130"/>
                </a:lnTo>
                <a:lnTo>
                  <a:pt x="3462698" y="1110671"/>
                </a:lnTo>
                <a:lnTo>
                  <a:pt x="3461038" y="1106033"/>
                </a:lnTo>
                <a:close/>
              </a:path>
              <a:path w="4359909" h="1712595">
                <a:moveTo>
                  <a:pt x="2348911" y="1130878"/>
                </a:moveTo>
                <a:lnTo>
                  <a:pt x="2349243" y="1126737"/>
                </a:lnTo>
                <a:lnTo>
                  <a:pt x="2357045" y="1130050"/>
                </a:lnTo>
                <a:lnTo>
                  <a:pt x="2360365" y="1128890"/>
                </a:lnTo>
                <a:lnTo>
                  <a:pt x="2360365" y="1138497"/>
                </a:lnTo>
                <a:lnTo>
                  <a:pt x="2355717" y="1137450"/>
                </a:lnTo>
                <a:lnTo>
                  <a:pt x="2355717" y="1130547"/>
                </a:lnTo>
                <a:lnTo>
                  <a:pt x="2348911" y="1130878"/>
                </a:lnTo>
                <a:close/>
              </a:path>
              <a:path w="4359909" h="1712595">
                <a:moveTo>
                  <a:pt x="2355219" y="1137338"/>
                </a:moveTo>
                <a:lnTo>
                  <a:pt x="2355717" y="1130547"/>
                </a:lnTo>
                <a:lnTo>
                  <a:pt x="2355717" y="1137450"/>
                </a:lnTo>
                <a:lnTo>
                  <a:pt x="2355219" y="1137338"/>
                </a:lnTo>
                <a:close/>
              </a:path>
              <a:path w="4359909" h="1712595">
                <a:moveTo>
                  <a:pt x="2990651" y="1153049"/>
                </a:moveTo>
                <a:lnTo>
                  <a:pt x="2992285" y="1150091"/>
                </a:lnTo>
                <a:lnTo>
                  <a:pt x="2994292" y="1152257"/>
                </a:lnTo>
                <a:lnTo>
                  <a:pt x="2992534" y="1153507"/>
                </a:lnTo>
                <a:lnTo>
                  <a:pt x="2990651" y="1153049"/>
                </a:lnTo>
                <a:close/>
              </a:path>
              <a:path w="4359909" h="1712595">
                <a:moveTo>
                  <a:pt x="2256606" y="1137449"/>
                </a:moveTo>
                <a:lnTo>
                  <a:pt x="2258613" y="1138497"/>
                </a:lnTo>
                <a:lnTo>
                  <a:pt x="2259687" y="1140570"/>
                </a:lnTo>
                <a:lnTo>
                  <a:pt x="2257991" y="1139180"/>
                </a:lnTo>
                <a:lnTo>
                  <a:pt x="2256606" y="1137449"/>
                </a:lnTo>
                <a:close/>
              </a:path>
              <a:path w="4359909" h="1712595">
                <a:moveTo>
                  <a:pt x="3272641" y="1122762"/>
                </a:moveTo>
                <a:lnTo>
                  <a:pt x="3272807" y="1119449"/>
                </a:lnTo>
                <a:lnTo>
                  <a:pt x="3276790" y="1118456"/>
                </a:lnTo>
                <a:lnTo>
                  <a:pt x="3276458" y="1122099"/>
                </a:lnTo>
                <a:lnTo>
                  <a:pt x="3276458" y="1125187"/>
                </a:lnTo>
                <a:lnTo>
                  <a:pt x="3274300" y="1124418"/>
                </a:lnTo>
                <a:lnTo>
                  <a:pt x="3272641" y="1122762"/>
                </a:lnTo>
                <a:close/>
              </a:path>
              <a:path w="4359909" h="1712595">
                <a:moveTo>
                  <a:pt x="3276458" y="1125187"/>
                </a:moveTo>
                <a:lnTo>
                  <a:pt x="3276458" y="1122099"/>
                </a:lnTo>
                <a:lnTo>
                  <a:pt x="3276624" y="1125246"/>
                </a:lnTo>
                <a:lnTo>
                  <a:pt x="3276458" y="1125187"/>
                </a:lnTo>
                <a:close/>
              </a:path>
              <a:path w="4359909" h="1712595">
                <a:moveTo>
                  <a:pt x="3153792" y="1052534"/>
                </a:moveTo>
                <a:lnTo>
                  <a:pt x="3155618" y="1044584"/>
                </a:lnTo>
                <a:lnTo>
                  <a:pt x="3161428" y="1045080"/>
                </a:lnTo>
                <a:lnTo>
                  <a:pt x="3153792" y="1052534"/>
                </a:lnTo>
                <a:close/>
              </a:path>
              <a:path w="4359909" h="1712595">
                <a:moveTo>
                  <a:pt x="2508427" y="1130878"/>
                </a:moveTo>
                <a:lnTo>
                  <a:pt x="2508427" y="1123259"/>
                </a:lnTo>
                <a:lnTo>
                  <a:pt x="2511249" y="1124915"/>
                </a:lnTo>
                <a:lnTo>
                  <a:pt x="2514402" y="1126075"/>
                </a:lnTo>
                <a:lnTo>
                  <a:pt x="2514237" y="1130878"/>
                </a:lnTo>
                <a:lnTo>
                  <a:pt x="2508427" y="1130878"/>
                </a:lnTo>
                <a:close/>
              </a:path>
              <a:path w="4359909" h="1712595">
                <a:moveTo>
                  <a:pt x="2070548" y="1158042"/>
                </a:moveTo>
                <a:lnTo>
                  <a:pt x="2072374" y="1150091"/>
                </a:lnTo>
                <a:lnTo>
                  <a:pt x="2078183" y="1150423"/>
                </a:lnTo>
                <a:lnTo>
                  <a:pt x="2070548" y="1158042"/>
                </a:lnTo>
                <a:close/>
              </a:path>
              <a:path w="4359909" h="1712595">
                <a:moveTo>
                  <a:pt x="405345" y="1113652"/>
                </a:moveTo>
                <a:lnTo>
                  <a:pt x="407171" y="1108186"/>
                </a:lnTo>
                <a:lnTo>
                  <a:pt x="413479" y="1114149"/>
                </a:lnTo>
                <a:lnTo>
                  <a:pt x="416798" y="1113652"/>
                </a:lnTo>
                <a:lnTo>
                  <a:pt x="414807" y="1121271"/>
                </a:lnTo>
                <a:lnTo>
                  <a:pt x="410989" y="1113155"/>
                </a:lnTo>
                <a:lnTo>
                  <a:pt x="405345" y="1113652"/>
                </a:lnTo>
                <a:close/>
              </a:path>
              <a:path w="4359909" h="1712595">
                <a:moveTo>
                  <a:pt x="420616" y="1102058"/>
                </a:moveTo>
                <a:lnTo>
                  <a:pt x="420948" y="1099905"/>
                </a:lnTo>
                <a:lnTo>
                  <a:pt x="424102" y="1100567"/>
                </a:lnTo>
                <a:lnTo>
                  <a:pt x="426426" y="1100071"/>
                </a:lnTo>
                <a:lnTo>
                  <a:pt x="426426" y="1105868"/>
                </a:lnTo>
                <a:lnTo>
                  <a:pt x="423936" y="1105205"/>
                </a:lnTo>
                <a:lnTo>
                  <a:pt x="423438" y="1102555"/>
                </a:lnTo>
                <a:lnTo>
                  <a:pt x="420616" y="1102058"/>
                </a:lnTo>
                <a:close/>
              </a:path>
              <a:path w="4359909" h="1712595">
                <a:moveTo>
                  <a:pt x="3038264" y="1154729"/>
                </a:moveTo>
                <a:lnTo>
                  <a:pt x="3038596" y="1151085"/>
                </a:lnTo>
                <a:lnTo>
                  <a:pt x="3038596" y="1148163"/>
                </a:lnTo>
                <a:lnTo>
                  <a:pt x="3040754" y="1148932"/>
                </a:lnTo>
                <a:lnTo>
                  <a:pt x="3042414" y="1150588"/>
                </a:lnTo>
                <a:lnTo>
                  <a:pt x="3042248" y="1153901"/>
                </a:lnTo>
                <a:lnTo>
                  <a:pt x="3038596" y="1154660"/>
                </a:lnTo>
                <a:lnTo>
                  <a:pt x="3038596" y="1151085"/>
                </a:lnTo>
                <a:lnTo>
                  <a:pt x="3038430" y="1148104"/>
                </a:lnTo>
                <a:lnTo>
                  <a:pt x="3038430" y="1154695"/>
                </a:lnTo>
                <a:lnTo>
                  <a:pt x="3038264" y="1154729"/>
                </a:lnTo>
                <a:close/>
              </a:path>
              <a:path w="4359909" h="1712595">
                <a:moveTo>
                  <a:pt x="3109639" y="1144294"/>
                </a:moveTo>
                <a:lnTo>
                  <a:pt x="3115615" y="1144625"/>
                </a:lnTo>
                <a:lnTo>
                  <a:pt x="3117441" y="1149263"/>
                </a:lnTo>
                <a:lnTo>
                  <a:pt x="3121092" y="1151913"/>
                </a:lnTo>
                <a:lnTo>
                  <a:pt x="3120594" y="1153901"/>
                </a:lnTo>
                <a:lnTo>
                  <a:pt x="3117275" y="1153238"/>
                </a:lnTo>
                <a:lnTo>
                  <a:pt x="3117275" y="1155723"/>
                </a:lnTo>
                <a:lnTo>
                  <a:pt x="3113291" y="1153238"/>
                </a:lnTo>
                <a:lnTo>
                  <a:pt x="3111465" y="1150619"/>
                </a:lnTo>
                <a:lnTo>
                  <a:pt x="3111465" y="1146613"/>
                </a:lnTo>
                <a:lnTo>
                  <a:pt x="3110073" y="1146534"/>
                </a:lnTo>
                <a:lnTo>
                  <a:pt x="3109639" y="1144294"/>
                </a:lnTo>
                <a:close/>
              </a:path>
              <a:path w="4359909" h="1712595">
                <a:moveTo>
                  <a:pt x="3110073" y="1146534"/>
                </a:moveTo>
                <a:lnTo>
                  <a:pt x="3111465" y="1146613"/>
                </a:lnTo>
                <a:lnTo>
                  <a:pt x="3110312" y="1147764"/>
                </a:lnTo>
                <a:lnTo>
                  <a:pt x="3110073" y="1146534"/>
                </a:lnTo>
                <a:close/>
              </a:path>
              <a:path w="4359909" h="1712595">
                <a:moveTo>
                  <a:pt x="3110312" y="1147764"/>
                </a:moveTo>
                <a:lnTo>
                  <a:pt x="3111465" y="1146613"/>
                </a:lnTo>
                <a:lnTo>
                  <a:pt x="3111465" y="1150619"/>
                </a:lnTo>
                <a:lnTo>
                  <a:pt x="3110635" y="1149429"/>
                </a:lnTo>
                <a:lnTo>
                  <a:pt x="3110312" y="1147764"/>
                </a:lnTo>
                <a:close/>
              </a:path>
              <a:path w="4359909" h="1712595">
                <a:moveTo>
                  <a:pt x="3103830" y="1154232"/>
                </a:moveTo>
                <a:lnTo>
                  <a:pt x="3105655" y="1146282"/>
                </a:lnTo>
                <a:lnTo>
                  <a:pt x="3110073" y="1146534"/>
                </a:lnTo>
                <a:lnTo>
                  <a:pt x="3110312" y="1147764"/>
                </a:lnTo>
                <a:lnTo>
                  <a:pt x="3103830" y="1154232"/>
                </a:lnTo>
                <a:close/>
              </a:path>
              <a:path w="4359909" h="1712595">
                <a:moveTo>
                  <a:pt x="3783721" y="1115474"/>
                </a:moveTo>
                <a:lnTo>
                  <a:pt x="3786875" y="1113652"/>
                </a:lnTo>
                <a:lnTo>
                  <a:pt x="3798660" y="1116302"/>
                </a:lnTo>
                <a:lnTo>
                  <a:pt x="3799158" y="1123093"/>
                </a:lnTo>
                <a:lnTo>
                  <a:pt x="3791522" y="1123093"/>
                </a:lnTo>
                <a:lnTo>
                  <a:pt x="3785879" y="1120940"/>
                </a:lnTo>
                <a:lnTo>
                  <a:pt x="3783721" y="1115474"/>
                </a:lnTo>
                <a:close/>
              </a:path>
              <a:path w="4359909" h="1712595">
                <a:moveTo>
                  <a:pt x="1634329" y="1048559"/>
                </a:moveTo>
                <a:lnTo>
                  <a:pt x="1639972" y="1050712"/>
                </a:lnTo>
                <a:lnTo>
                  <a:pt x="1640138" y="1051374"/>
                </a:lnTo>
                <a:lnTo>
                  <a:pt x="1640304" y="1051871"/>
                </a:lnTo>
                <a:lnTo>
                  <a:pt x="1640304" y="1052534"/>
                </a:lnTo>
                <a:lnTo>
                  <a:pt x="1636320" y="1050546"/>
                </a:lnTo>
                <a:lnTo>
                  <a:pt x="1634494" y="1049552"/>
                </a:lnTo>
                <a:lnTo>
                  <a:pt x="1634494" y="1048890"/>
                </a:lnTo>
                <a:lnTo>
                  <a:pt x="1634329" y="1048559"/>
                </a:lnTo>
                <a:close/>
              </a:path>
              <a:path w="4359909" h="1712595">
                <a:moveTo>
                  <a:pt x="1635324" y="1051871"/>
                </a:moveTo>
                <a:lnTo>
                  <a:pt x="1636984" y="1052700"/>
                </a:lnTo>
                <a:lnTo>
                  <a:pt x="1640304" y="1054025"/>
                </a:lnTo>
                <a:lnTo>
                  <a:pt x="1640304" y="1056178"/>
                </a:lnTo>
                <a:lnTo>
                  <a:pt x="1638146" y="1055018"/>
                </a:lnTo>
                <a:lnTo>
                  <a:pt x="1636320" y="1053859"/>
                </a:lnTo>
                <a:lnTo>
                  <a:pt x="1635324" y="1051871"/>
                </a:lnTo>
                <a:close/>
              </a:path>
              <a:path w="4359909" h="1712595">
                <a:moveTo>
                  <a:pt x="1635490" y="1046737"/>
                </a:moveTo>
                <a:lnTo>
                  <a:pt x="1637482" y="1046737"/>
                </a:lnTo>
                <a:lnTo>
                  <a:pt x="1638810" y="1047399"/>
                </a:lnTo>
                <a:lnTo>
                  <a:pt x="1639474" y="1048724"/>
                </a:lnTo>
                <a:lnTo>
                  <a:pt x="1635490" y="1046737"/>
                </a:lnTo>
                <a:close/>
              </a:path>
              <a:path w="4359909" h="1712595">
                <a:moveTo>
                  <a:pt x="3564781" y="1113983"/>
                </a:moveTo>
                <a:lnTo>
                  <a:pt x="3566607" y="1106033"/>
                </a:lnTo>
                <a:lnTo>
                  <a:pt x="3572417" y="1106364"/>
                </a:lnTo>
                <a:lnTo>
                  <a:pt x="3564781" y="1113983"/>
                </a:lnTo>
                <a:close/>
              </a:path>
              <a:path w="4359909" h="1712595">
                <a:moveTo>
                  <a:pt x="2368073" y="1058849"/>
                </a:moveTo>
                <a:lnTo>
                  <a:pt x="2368166" y="1054190"/>
                </a:lnTo>
                <a:lnTo>
                  <a:pt x="2370314" y="1056613"/>
                </a:lnTo>
                <a:lnTo>
                  <a:pt x="2369535" y="1058911"/>
                </a:lnTo>
                <a:lnTo>
                  <a:pt x="2368073" y="1058849"/>
                </a:lnTo>
                <a:close/>
              </a:path>
              <a:path w="4359909" h="1712595">
                <a:moveTo>
                  <a:pt x="2014775" y="1048559"/>
                </a:moveTo>
                <a:lnTo>
                  <a:pt x="2014775" y="1042762"/>
                </a:lnTo>
                <a:lnTo>
                  <a:pt x="2018593" y="1042762"/>
                </a:lnTo>
                <a:lnTo>
                  <a:pt x="2019257" y="1046571"/>
                </a:lnTo>
                <a:lnTo>
                  <a:pt x="2018261" y="1048724"/>
                </a:lnTo>
                <a:lnTo>
                  <a:pt x="2014775" y="1048559"/>
                </a:lnTo>
                <a:close/>
              </a:path>
              <a:path w="4359909" h="1712595">
                <a:moveTo>
                  <a:pt x="3759321" y="1049718"/>
                </a:moveTo>
                <a:lnTo>
                  <a:pt x="3761478" y="1047731"/>
                </a:lnTo>
                <a:lnTo>
                  <a:pt x="3760648" y="1048559"/>
                </a:lnTo>
                <a:lnTo>
                  <a:pt x="3759321" y="1049718"/>
                </a:lnTo>
                <a:close/>
              </a:path>
              <a:path w="4359909" h="1712595">
                <a:moveTo>
                  <a:pt x="2053783" y="1072078"/>
                </a:moveTo>
                <a:lnTo>
                  <a:pt x="2058929" y="1073404"/>
                </a:lnTo>
                <a:lnTo>
                  <a:pt x="2056771" y="1075226"/>
                </a:lnTo>
                <a:lnTo>
                  <a:pt x="2056771" y="1080141"/>
                </a:lnTo>
                <a:lnTo>
                  <a:pt x="2055276" y="1079756"/>
                </a:lnTo>
                <a:lnTo>
                  <a:pt x="2055276" y="1077379"/>
                </a:lnTo>
                <a:lnTo>
                  <a:pt x="2053783" y="1072078"/>
                </a:lnTo>
                <a:close/>
              </a:path>
              <a:path w="4359909" h="1712595">
                <a:moveTo>
                  <a:pt x="2056771" y="1080141"/>
                </a:moveTo>
                <a:lnTo>
                  <a:pt x="2056771" y="1075226"/>
                </a:lnTo>
                <a:lnTo>
                  <a:pt x="2058265" y="1080526"/>
                </a:lnTo>
                <a:lnTo>
                  <a:pt x="2056771" y="1080141"/>
                </a:lnTo>
                <a:close/>
              </a:path>
              <a:path w="4359909" h="1712595">
                <a:moveTo>
                  <a:pt x="2053119" y="1079201"/>
                </a:moveTo>
                <a:lnTo>
                  <a:pt x="2055276" y="1077379"/>
                </a:lnTo>
                <a:lnTo>
                  <a:pt x="2055276" y="1079756"/>
                </a:lnTo>
                <a:lnTo>
                  <a:pt x="2053119" y="1079201"/>
                </a:lnTo>
                <a:close/>
              </a:path>
              <a:path w="4359909" h="1712595">
                <a:moveTo>
                  <a:pt x="3188533" y="1061851"/>
                </a:moveTo>
                <a:lnTo>
                  <a:pt x="3190144" y="1059987"/>
                </a:lnTo>
                <a:lnTo>
                  <a:pt x="3192408" y="1062410"/>
                </a:lnTo>
                <a:lnTo>
                  <a:pt x="3190580" y="1062845"/>
                </a:lnTo>
                <a:lnTo>
                  <a:pt x="3188533" y="1061851"/>
                </a:lnTo>
                <a:close/>
              </a:path>
              <a:path w="4359909" h="1712595">
                <a:moveTo>
                  <a:pt x="2934189" y="1079698"/>
                </a:moveTo>
                <a:lnTo>
                  <a:pt x="2934687" y="1075391"/>
                </a:lnTo>
                <a:lnTo>
                  <a:pt x="2938172" y="1075722"/>
                </a:lnTo>
                <a:lnTo>
                  <a:pt x="2939168" y="1078538"/>
                </a:lnTo>
                <a:lnTo>
                  <a:pt x="2938504" y="1083010"/>
                </a:lnTo>
                <a:lnTo>
                  <a:pt x="2935185" y="1082679"/>
                </a:lnTo>
                <a:lnTo>
                  <a:pt x="2934189" y="1079698"/>
                </a:lnTo>
                <a:close/>
              </a:path>
              <a:path w="4359909" h="1712595">
                <a:moveTo>
                  <a:pt x="749109" y="925825"/>
                </a:moveTo>
                <a:lnTo>
                  <a:pt x="750270" y="921188"/>
                </a:lnTo>
                <a:lnTo>
                  <a:pt x="758736" y="924831"/>
                </a:lnTo>
                <a:lnTo>
                  <a:pt x="756744" y="929635"/>
                </a:lnTo>
                <a:lnTo>
                  <a:pt x="752097" y="931309"/>
                </a:lnTo>
                <a:lnTo>
                  <a:pt x="752097" y="926653"/>
                </a:lnTo>
                <a:lnTo>
                  <a:pt x="749109" y="925825"/>
                </a:lnTo>
                <a:close/>
              </a:path>
              <a:path w="4359909" h="1712595">
                <a:moveTo>
                  <a:pt x="750768" y="931788"/>
                </a:moveTo>
                <a:lnTo>
                  <a:pt x="752097" y="926653"/>
                </a:lnTo>
                <a:lnTo>
                  <a:pt x="752097" y="931309"/>
                </a:lnTo>
                <a:lnTo>
                  <a:pt x="750768" y="931788"/>
                </a:lnTo>
                <a:close/>
              </a:path>
              <a:path w="4359909" h="1712595">
                <a:moveTo>
                  <a:pt x="1991869" y="901146"/>
                </a:moveTo>
                <a:lnTo>
                  <a:pt x="1993694" y="893196"/>
                </a:lnTo>
                <a:lnTo>
                  <a:pt x="1999338" y="893693"/>
                </a:lnTo>
                <a:lnTo>
                  <a:pt x="1991869" y="901146"/>
                </a:lnTo>
                <a:close/>
              </a:path>
              <a:path w="4359909" h="1712595">
                <a:moveTo>
                  <a:pt x="3716495" y="933444"/>
                </a:moveTo>
                <a:lnTo>
                  <a:pt x="3716495" y="929635"/>
                </a:lnTo>
                <a:lnTo>
                  <a:pt x="3720313" y="929635"/>
                </a:lnTo>
                <a:lnTo>
                  <a:pt x="3720313" y="933444"/>
                </a:lnTo>
                <a:lnTo>
                  <a:pt x="3716495" y="933444"/>
                </a:lnTo>
                <a:close/>
              </a:path>
              <a:path w="4359909" h="1712595">
                <a:moveTo>
                  <a:pt x="3524612" y="923175"/>
                </a:moveTo>
                <a:lnTo>
                  <a:pt x="3525442" y="923341"/>
                </a:lnTo>
                <a:lnTo>
                  <a:pt x="3526604" y="923506"/>
                </a:lnTo>
                <a:lnTo>
                  <a:pt x="3528264" y="923838"/>
                </a:lnTo>
                <a:lnTo>
                  <a:pt x="3527600" y="923838"/>
                </a:lnTo>
                <a:lnTo>
                  <a:pt x="3525940" y="923506"/>
                </a:lnTo>
                <a:lnTo>
                  <a:pt x="3524612" y="923175"/>
                </a:lnTo>
                <a:close/>
              </a:path>
              <a:path w="4359909" h="1712595">
                <a:moveTo>
                  <a:pt x="2660141" y="929800"/>
                </a:moveTo>
                <a:lnTo>
                  <a:pt x="2660639" y="927150"/>
                </a:lnTo>
                <a:lnTo>
                  <a:pt x="2664954" y="928144"/>
                </a:lnTo>
                <a:lnTo>
                  <a:pt x="2667776" y="927813"/>
                </a:lnTo>
                <a:lnTo>
                  <a:pt x="2669436" y="934438"/>
                </a:lnTo>
                <a:lnTo>
                  <a:pt x="2661469" y="930960"/>
                </a:lnTo>
                <a:lnTo>
                  <a:pt x="2660141" y="929800"/>
                </a:lnTo>
                <a:close/>
              </a:path>
              <a:path w="4359909" h="1712595">
                <a:moveTo>
                  <a:pt x="1279026" y="926741"/>
                </a:moveTo>
                <a:lnTo>
                  <a:pt x="1281104" y="927813"/>
                </a:lnTo>
                <a:lnTo>
                  <a:pt x="1282154" y="929816"/>
                </a:lnTo>
                <a:lnTo>
                  <a:pt x="1280419" y="928434"/>
                </a:lnTo>
                <a:lnTo>
                  <a:pt x="1279026" y="926741"/>
                </a:lnTo>
                <a:close/>
              </a:path>
              <a:path w="4359909" h="1712595">
                <a:moveTo>
                  <a:pt x="3918670" y="926156"/>
                </a:moveTo>
                <a:lnTo>
                  <a:pt x="3920164" y="918206"/>
                </a:lnTo>
                <a:lnTo>
                  <a:pt x="3924941" y="920080"/>
                </a:lnTo>
                <a:lnTo>
                  <a:pt x="3926264" y="923134"/>
                </a:lnTo>
                <a:lnTo>
                  <a:pt x="3927400" y="926125"/>
                </a:lnTo>
                <a:lnTo>
                  <a:pt x="3931617" y="927813"/>
                </a:lnTo>
                <a:lnTo>
                  <a:pt x="3929127" y="930960"/>
                </a:lnTo>
                <a:lnTo>
                  <a:pt x="3927633" y="935266"/>
                </a:lnTo>
                <a:lnTo>
                  <a:pt x="3923151" y="935402"/>
                </a:lnTo>
                <a:lnTo>
                  <a:pt x="3923151" y="927978"/>
                </a:lnTo>
                <a:lnTo>
                  <a:pt x="3918670" y="926156"/>
                </a:lnTo>
                <a:close/>
              </a:path>
              <a:path w="4359909" h="1712595">
                <a:moveTo>
                  <a:pt x="3922156" y="935432"/>
                </a:moveTo>
                <a:lnTo>
                  <a:pt x="3923151" y="927978"/>
                </a:lnTo>
                <a:lnTo>
                  <a:pt x="3923151" y="935402"/>
                </a:lnTo>
                <a:lnTo>
                  <a:pt x="3922156" y="935432"/>
                </a:lnTo>
                <a:close/>
              </a:path>
              <a:path w="4359909" h="1712595">
                <a:moveTo>
                  <a:pt x="3426347" y="898993"/>
                </a:moveTo>
                <a:lnTo>
                  <a:pt x="3427010" y="896343"/>
                </a:lnTo>
                <a:lnTo>
                  <a:pt x="3431160" y="897336"/>
                </a:lnTo>
                <a:lnTo>
                  <a:pt x="3433982" y="897005"/>
                </a:lnTo>
                <a:lnTo>
                  <a:pt x="3435808" y="903796"/>
                </a:lnTo>
                <a:lnTo>
                  <a:pt x="3427840" y="900318"/>
                </a:lnTo>
                <a:lnTo>
                  <a:pt x="3426347" y="898993"/>
                </a:lnTo>
                <a:close/>
              </a:path>
              <a:path w="4359909" h="1712595">
                <a:moveTo>
                  <a:pt x="3422695" y="899324"/>
                </a:moveTo>
                <a:lnTo>
                  <a:pt x="3424521" y="891374"/>
                </a:lnTo>
                <a:lnTo>
                  <a:pt x="3430330" y="891705"/>
                </a:lnTo>
                <a:lnTo>
                  <a:pt x="3422695" y="899324"/>
                </a:lnTo>
                <a:close/>
              </a:path>
              <a:path w="4359909" h="1712595">
                <a:moveTo>
                  <a:pt x="3420703" y="891539"/>
                </a:moveTo>
                <a:lnTo>
                  <a:pt x="3422529" y="883589"/>
                </a:lnTo>
                <a:lnTo>
                  <a:pt x="3428338" y="884086"/>
                </a:lnTo>
                <a:lnTo>
                  <a:pt x="3420703" y="891539"/>
                </a:lnTo>
                <a:close/>
              </a:path>
              <a:path w="4359909" h="1712595">
                <a:moveTo>
                  <a:pt x="3835509" y="920028"/>
                </a:moveTo>
                <a:lnTo>
                  <a:pt x="3835509" y="916219"/>
                </a:lnTo>
                <a:lnTo>
                  <a:pt x="3839327" y="916219"/>
                </a:lnTo>
                <a:lnTo>
                  <a:pt x="3839327" y="920028"/>
                </a:lnTo>
                <a:lnTo>
                  <a:pt x="3835509" y="920028"/>
                </a:lnTo>
                <a:close/>
              </a:path>
              <a:path w="4359909" h="1712595">
                <a:moveTo>
                  <a:pt x="1889951" y="933776"/>
                </a:moveTo>
                <a:lnTo>
                  <a:pt x="1891778" y="925825"/>
                </a:lnTo>
                <a:lnTo>
                  <a:pt x="1897587" y="926156"/>
                </a:lnTo>
                <a:lnTo>
                  <a:pt x="1889951" y="933776"/>
                </a:lnTo>
                <a:close/>
              </a:path>
              <a:path w="4359909" h="1712595">
                <a:moveTo>
                  <a:pt x="1021530" y="926164"/>
                </a:moveTo>
                <a:lnTo>
                  <a:pt x="1022347" y="923486"/>
                </a:lnTo>
                <a:lnTo>
                  <a:pt x="1023818" y="923882"/>
                </a:lnTo>
                <a:lnTo>
                  <a:pt x="1023654" y="929635"/>
                </a:lnTo>
                <a:lnTo>
                  <a:pt x="1021530" y="926164"/>
                </a:lnTo>
                <a:close/>
              </a:path>
              <a:path w="4359909" h="1712595">
                <a:moveTo>
                  <a:pt x="3140347" y="931788"/>
                </a:moveTo>
                <a:lnTo>
                  <a:pt x="3142173" y="923838"/>
                </a:lnTo>
                <a:lnTo>
                  <a:pt x="3147983" y="924335"/>
                </a:lnTo>
                <a:lnTo>
                  <a:pt x="3140347" y="931788"/>
                </a:lnTo>
                <a:close/>
              </a:path>
              <a:path w="4359909" h="1712595">
                <a:moveTo>
                  <a:pt x="1051374" y="926653"/>
                </a:moveTo>
                <a:lnTo>
                  <a:pt x="1053367" y="924666"/>
                </a:lnTo>
                <a:lnTo>
                  <a:pt x="1058346" y="925825"/>
                </a:lnTo>
                <a:lnTo>
                  <a:pt x="1058678" y="929966"/>
                </a:lnTo>
                <a:lnTo>
                  <a:pt x="1056686" y="931954"/>
                </a:lnTo>
                <a:lnTo>
                  <a:pt x="1052536" y="931622"/>
                </a:lnTo>
                <a:lnTo>
                  <a:pt x="1051374" y="926653"/>
                </a:lnTo>
                <a:close/>
              </a:path>
              <a:path w="4359909" h="1712595">
                <a:moveTo>
                  <a:pt x="1083244" y="923838"/>
                </a:moveTo>
                <a:lnTo>
                  <a:pt x="1086066" y="918206"/>
                </a:lnTo>
                <a:lnTo>
                  <a:pt x="1091046" y="926156"/>
                </a:lnTo>
                <a:lnTo>
                  <a:pt x="1089054" y="931457"/>
                </a:lnTo>
                <a:lnTo>
                  <a:pt x="1087228" y="931741"/>
                </a:lnTo>
                <a:lnTo>
                  <a:pt x="1087228" y="924335"/>
                </a:lnTo>
                <a:lnTo>
                  <a:pt x="1083244" y="923838"/>
                </a:lnTo>
                <a:close/>
              </a:path>
              <a:path w="4359909" h="1712595">
                <a:moveTo>
                  <a:pt x="1083742" y="932285"/>
                </a:moveTo>
                <a:lnTo>
                  <a:pt x="1087228" y="924335"/>
                </a:lnTo>
                <a:lnTo>
                  <a:pt x="1087228" y="931741"/>
                </a:lnTo>
                <a:lnTo>
                  <a:pt x="1083742" y="932285"/>
                </a:lnTo>
                <a:close/>
              </a:path>
              <a:path w="4359909" h="1712595">
                <a:moveTo>
                  <a:pt x="2733391" y="931498"/>
                </a:moveTo>
                <a:lnTo>
                  <a:pt x="2735002" y="929635"/>
                </a:lnTo>
                <a:lnTo>
                  <a:pt x="2737266" y="932057"/>
                </a:lnTo>
                <a:lnTo>
                  <a:pt x="2735437" y="932492"/>
                </a:lnTo>
                <a:lnTo>
                  <a:pt x="2733391" y="931498"/>
                </a:lnTo>
                <a:close/>
              </a:path>
              <a:path w="4359909" h="1712595">
                <a:moveTo>
                  <a:pt x="487510" y="917875"/>
                </a:moveTo>
                <a:lnTo>
                  <a:pt x="487842" y="910421"/>
                </a:lnTo>
                <a:lnTo>
                  <a:pt x="490996" y="914231"/>
                </a:lnTo>
                <a:lnTo>
                  <a:pt x="494813" y="917544"/>
                </a:lnTo>
                <a:lnTo>
                  <a:pt x="495477" y="923838"/>
                </a:lnTo>
                <a:lnTo>
                  <a:pt x="489833" y="922513"/>
                </a:lnTo>
                <a:lnTo>
                  <a:pt x="487510" y="917875"/>
                </a:lnTo>
                <a:close/>
              </a:path>
              <a:path w="4359909" h="1712595">
                <a:moveTo>
                  <a:pt x="472203" y="921237"/>
                </a:moveTo>
                <a:lnTo>
                  <a:pt x="473774" y="919925"/>
                </a:lnTo>
                <a:lnTo>
                  <a:pt x="475657" y="921563"/>
                </a:lnTo>
                <a:lnTo>
                  <a:pt x="474397" y="925825"/>
                </a:lnTo>
                <a:lnTo>
                  <a:pt x="472203" y="921237"/>
                </a:lnTo>
                <a:close/>
              </a:path>
              <a:path w="4359909" h="1712595">
                <a:moveTo>
                  <a:pt x="840734" y="912790"/>
                </a:moveTo>
                <a:lnTo>
                  <a:pt x="840734" y="906281"/>
                </a:lnTo>
                <a:lnTo>
                  <a:pt x="843058" y="906612"/>
                </a:lnTo>
                <a:lnTo>
                  <a:pt x="843722" y="911746"/>
                </a:lnTo>
                <a:lnTo>
                  <a:pt x="840734" y="912790"/>
                </a:lnTo>
                <a:close/>
              </a:path>
              <a:path w="4359909" h="1712595">
                <a:moveTo>
                  <a:pt x="834925" y="907440"/>
                </a:moveTo>
                <a:lnTo>
                  <a:pt x="836253" y="904127"/>
                </a:lnTo>
                <a:lnTo>
                  <a:pt x="841066" y="904624"/>
                </a:lnTo>
                <a:lnTo>
                  <a:pt x="840734" y="906281"/>
                </a:lnTo>
                <a:lnTo>
                  <a:pt x="840734" y="912790"/>
                </a:lnTo>
                <a:lnTo>
                  <a:pt x="840402" y="912906"/>
                </a:lnTo>
                <a:lnTo>
                  <a:pt x="835423" y="912409"/>
                </a:lnTo>
                <a:lnTo>
                  <a:pt x="834925" y="907440"/>
                </a:lnTo>
                <a:close/>
              </a:path>
              <a:path w="4359909" h="1712595">
                <a:moveTo>
                  <a:pt x="573990" y="930463"/>
                </a:moveTo>
                <a:lnTo>
                  <a:pt x="574488" y="926985"/>
                </a:lnTo>
                <a:lnTo>
                  <a:pt x="574488" y="923897"/>
                </a:lnTo>
                <a:lnTo>
                  <a:pt x="576646" y="924666"/>
                </a:lnTo>
                <a:lnTo>
                  <a:pt x="578306" y="926322"/>
                </a:lnTo>
                <a:lnTo>
                  <a:pt x="578140" y="929635"/>
                </a:lnTo>
                <a:lnTo>
                  <a:pt x="574488" y="930364"/>
                </a:lnTo>
                <a:lnTo>
                  <a:pt x="574488" y="926985"/>
                </a:lnTo>
                <a:lnTo>
                  <a:pt x="574322" y="923838"/>
                </a:lnTo>
                <a:lnTo>
                  <a:pt x="574322" y="930397"/>
                </a:lnTo>
                <a:lnTo>
                  <a:pt x="573990" y="930463"/>
                </a:lnTo>
                <a:close/>
              </a:path>
              <a:path w="4359909" h="1712595">
                <a:moveTo>
                  <a:pt x="3595191" y="908938"/>
                </a:moveTo>
                <a:lnTo>
                  <a:pt x="3596008" y="906260"/>
                </a:lnTo>
                <a:lnTo>
                  <a:pt x="3597478" y="906656"/>
                </a:lnTo>
                <a:lnTo>
                  <a:pt x="3597315" y="912409"/>
                </a:lnTo>
                <a:lnTo>
                  <a:pt x="3595191" y="908938"/>
                </a:lnTo>
                <a:close/>
              </a:path>
              <a:path w="4359909" h="1712595">
                <a:moveTo>
                  <a:pt x="1019837" y="906612"/>
                </a:moveTo>
                <a:lnTo>
                  <a:pt x="1023655" y="906612"/>
                </a:lnTo>
                <a:lnTo>
                  <a:pt x="1023655" y="916219"/>
                </a:lnTo>
                <a:lnTo>
                  <a:pt x="1020667" y="917136"/>
                </a:lnTo>
                <a:lnTo>
                  <a:pt x="1020667" y="910256"/>
                </a:lnTo>
                <a:lnTo>
                  <a:pt x="1019837" y="906612"/>
                </a:lnTo>
                <a:close/>
              </a:path>
              <a:path w="4359909" h="1712595">
                <a:moveTo>
                  <a:pt x="1017181" y="918206"/>
                </a:moveTo>
                <a:lnTo>
                  <a:pt x="1020667" y="910256"/>
                </a:lnTo>
                <a:lnTo>
                  <a:pt x="1020667" y="917136"/>
                </a:lnTo>
                <a:lnTo>
                  <a:pt x="1017181" y="918206"/>
                </a:lnTo>
                <a:close/>
              </a:path>
              <a:path w="4359909" h="1712595">
                <a:moveTo>
                  <a:pt x="2245334" y="922347"/>
                </a:moveTo>
                <a:lnTo>
                  <a:pt x="2247160" y="914397"/>
                </a:lnTo>
                <a:lnTo>
                  <a:pt x="2252970" y="914728"/>
                </a:lnTo>
                <a:lnTo>
                  <a:pt x="2245334" y="922347"/>
                </a:lnTo>
                <a:close/>
              </a:path>
              <a:path w="4359909" h="1712595">
                <a:moveTo>
                  <a:pt x="2663959" y="922347"/>
                </a:moveTo>
                <a:lnTo>
                  <a:pt x="2665784" y="914397"/>
                </a:lnTo>
                <a:lnTo>
                  <a:pt x="2671594" y="914728"/>
                </a:lnTo>
                <a:lnTo>
                  <a:pt x="2663959" y="922347"/>
                </a:lnTo>
                <a:close/>
              </a:path>
              <a:path w="4359909" h="1712595">
                <a:moveTo>
                  <a:pt x="1425304" y="909094"/>
                </a:moveTo>
                <a:lnTo>
                  <a:pt x="1427008" y="910421"/>
                </a:lnTo>
                <a:lnTo>
                  <a:pt x="1428432" y="912215"/>
                </a:lnTo>
                <a:lnTo>
                  <a:pt x="1426821" y="910732"/>
                </a:lnTo>
                <a:lnTo>
                  <a:pt x="1425304" y="909094"/>
                </a:lnTo>
                <a:close/>
              </a:path>
              <a:path w="4359909" h="1712595">
                <a:moveTo>
                  <a:pt x="950785" y="906612"/>
                </a:moveTo>
                <a:lnTo>
                  <a:pt x="953441" y="900980"/>
                </a:lnTo>
                <a:lnTo>
                  <a:pt x="958421" y="908931"/>
                </a:lnTo>
                <a:lnTo>
                  <a:pt x="956595" y="914231"/>
                </a:lnTo>
                <a:lnTo>
                  <a:pt x="955433" y="914331"/>
                </a:lnTo>
                <a:lnTo>
                  <a:pt x="955433" y="908599"/>
                </a:lnTo>
                <a:lnTo>
                  <a:pt x="950785" y="906612"/>
                </a:lnTo>
                <a:close/>
              </a:path>
              <a:path w="4359909" h="1712595">
                <a:moveTo>
                  <a:pt x="946968" y="915059"/>
                </a:moveTo>
                <a:lnTo>
                  <a:pt x="955433" y="908599"/>
                </a:lnTo>
                <a:lnTo>
                  <a:pt x="955433" y="914331"/>
                </a:lnTo>
                <a:lnTo>
                  <a:pt x="946968" y="915059"/>
                </a:lnTo>
                <a:close/>
              </a:path>
              <a:path w="4359909" h="1712595">
                <a:moveTo>
                  <a:pt x="3132712" y="924169"/>
                </a:moveTo>
                <a:lnTo>
                  <a:pt x="3134538" y="916219"/>
                </a:lnTo>
                <a:lnTo>
                  <a:pt x="3140181" y="916715"/>
                </a:lnTo>
                <a:lnTo>
                  <a:pt x="3132712" y="924169"/>
                </a:lnTo>
                <a:close/>
              </a:path>
              <a:path w="4359909" h="1712595">
                <a:moveTo>
                  <a:pt x="3697241" y="904956"/>
                </a:moveTo>
                <a:lnTo>
                  <a:pt x="3699232" y="897005"/>
                </a:lnTo>
                <a:lnTo>
                  <a:pt x="3704876" y="897502"/>
                </a:lnTo>
                <a:lnTo>
                  <a:pt x="3697241" y="904956"/>
                </a:lnTo>
                <a:close/>
              </a:path>
              <a:path w="4359909" h="1712595">
                <a:moveTo>
                  <a:pt x="3654913" y="898993"/>
                </a:moveTo>
                <a:lnTo>
                  <a:pt x="3657154" y="901392"/>
                </a:lnTo>
                <a:lnTo>
                  <a:pt x="3656407" y="903651"/>
                </a:lnTo>
                <a:lnTo>
                  <a:pt x="3654913" y="903581"/>
                </a:lnTo>
                <a:lnTo>
                  <a:pt x="3654913" y="898993"/>
                </a:lnTo>
                <a:close/>
              </a:path>
              <a:path w="4359909" h="1712595">
                <a:moveTo>
                  <a:pt x="3837501" y="904956"/>
                </a:moveTo>
                <a:lnTo>
                  <a:pt x="3839327" y="897005"/>
                </a:lnTo>
                <a:lnTo>
                  <a:pt x="3845137" y="897502"/>
                </a:lnTo>
                <a:lnTo>
                  <a:pt x="3837501" y="904956"/>
                </a:lnTo>
                <a:close/>
              </a:path>
              <a:path w="4359909" h="1712595">
                <a:moveTo>
                  <a:pt x="3672091" y="897945"/>
                </a:moveTo>
                <a:lnTo>
                  <a:pt x="3674168" y="898993"/>
                </a:lnTo>
                <a:lnTo>
                  <a:pt x="3675218" y="901066"/>
                </a:lnTo>
                <a:lnTo>
                  <a:pt x="3673483" y="899676"/>
                </a:lnTo>
                <a:lnTo>
                  <a:pt x="3672091" y="897945"/>
                </a:lnTo>
                <a:close/>
              </a:path>
              <a:path w="4359909" h="1712595">
                <a:moveTo>
                  <a:pt x="545606" y="1096261"/>
                </a:moveTo>
                <a:lnTo>
                  <a:pt x="547266" y="1097752"/>
                </a:lnTo>
                <a:lnTo>
                  <a:pt x="549921" y="1098414"/>
                </a:lnTo>
                <a:lnTo>
                  <a:pt x="553241" y="1098248"/>
                </a:lnTo>
                <a:lnTo>
                  <a:pt x="553241" y="1104046"/>
                </a:lnTo>
                <a:lnTo>
                  <a:pt x="548262" y="1103880"/>
                </a:lnTo>
                <a:lnTo>
                  <a:pt x="545772" y="1101230"/>
                </a:lnTo>
                <a:lnTo>
                  <a:pt x="545606" y="1096261"/>
                </a:lnTo>
                <a:close/>
              </a:path>
              <a:path w="4359909" h="1712595">
                <a:moveTo>
                  <a:pt x="3414691" y="920484"/>
                </a:moveTo>
                <a:lnTo>
                  <a:pt x="3416387" y="919241"/>
                </a:lnTo>
                <a:lnTo>
                  <a:pt x="3418332" y="920297"/>
                </a:lnTo>
                <a:lnTo>
                  <a:pt x="3416885" y="923838"/>
                </a:lnTo>
                <a:lnTo>
                  <a:pt x="3414691" y="920484"/>
                </a:lnTo>
                <a:close/>
              </a:path>
              <a:path w="4359909" h="1712595">
                <a:moveTo>
                  <a:pt x="2121921" y="899428"/>
                </a:moveTo>
                <a:lnTo>
                  <a:pt x="2124162" y="897005"/>
                </a:lnTo>
                <a:lnTo>
                  <a:pt x="2125843" y="898869"/>
                </a:lnTo>
                <a:lnTo>
                  <a:pt x="2123789" y="899862"/>
                </a:lnTo>
                <a:lnTo>
                  <a:pt x="2121921" y="899428"/>
                </a:lnTo>
                <a:close/>
              </a:path>
              <a:path w="4359909" h="1712595">
                <a:moveTo>
                  <a:pt x="2197363" y="893196"/>
                </a:moveTo>
                <a:lnTo>
                  <a:pt x="2197861" y="893278"/>
                </a:lnTo>
                <a:lnTo>
                  <a:pt x="2198027" y="893361"/>
                </a:lnTo>
                <a:lnTo>
                  <a:pt x="2197695" y="893306"/>
                </a:lnTo>
                <a:lnTo>
                  <a:pt x="2197363" y="893196"/>
                </a:lnTo>
                <a:close/>
              </a:path>
              <a:path w="4359909" h="1712595">
                <a:moveTo>
                  <a:pt x="1966140" y="898496"/>
                </a:moveTo>
                <a:lnTo>
                  <a:pt x="1966140" y="893858"/>
                </a:lnTo>
                <a:lnTo>
                  <a:pt x="1968630" y="891374"/>
                </a:lnTo>
                <a:lnTo>
                  <a:pt x="1971286" y="891871"/>
                </a:lnTo>
                <a:lnTo>
                  <a:pt x="1970291" y="896177"/>
                </a:lnTo>
                <a:lnTo>
                  <a:pt x="1970291" y="898956"/>
                </a:lnTo>
                <a:lnTo>
                  <a:pt x="1966140" y="898496"/>
                </a:lnTo>
                <a:close/>
              </a:path>
              <a:path w="4359909" h="1712595">
                <a:moveTo>
                  <a:pt x="1970291" y="898956"/>
                </a:moveTo>
                <a:lnTo>
                  <a:pt x="1970291" y="896177"/>
                </a:lnTo>
                <a:lnTo>
                  <a:pt x="1970622" y="898993"/>
                </a:lnTo>
                <a:lnTo>
                  <a:pt x="1970291" y="898956"/>
                </a:lnTo>
                <a:close/>
              </a:path>
              <a:path w="4359909" h="1712595">
                <a:moveTo>
                  <a:pt x="2256455" y="890380"/>
                </a:moveTo>
                <a:lnTo>
                  <a:pt x="2256787" y="885577"/>
                </a:lnTo>
                <a:lnTo>
                  <a:pt x="2261767" y="885080"/>
                </a:lnTo>
                <a:lnTo>
                  <a:pt x="2263095" y="888227"/>
                </a:lnTo>
                <a:lnTo>
                  <a:pt x="2262597" y="893196"/>
                </a:lnTo>
                <a:lnTo>
                  <a:pt x="2259775" y="891539"/>
                </a:lnTo>
                <a:lnTo>
                  <a:pt x="2256455" y="890380"/>
                </a:lnTo>
                <a:close/>
              </a:path>
              <a:path w="4359909" h="1712595">
                <a:moveTo>
                  <a:pt x="3802607" y="891829"/>
                </a:moveTo>
                <a:lnTo>
                  <a:pt x="3804303" y="890587"/>
                </a:lnTo>
                <a:lnTo>
                  <a:pt x="3806249" y="891643"/>
                </a:lnTo>
                <a:lnTo>
                  <a:pt x="3804801" y="895183"/>
                </a:lnTo>
                <a:lnTo>
                  <a:pt x="3802607" y="891829"/>
                </a:lnTo>
                <a:close/>
              </a:path>
              <a:path w="4359909" h="1712595">
                <a:moveTo>
                  <a:pt x="902648" y="909355"/>
                </a:moveTo>
                <a:lnTo>
                  <a:pt x="902649" y="904790"/>
                </a:lnTo>
                <a:lnTo>
                  <a:pt x="904889" y="907119"/>
                </a:lnTo>
                <a:lnTo>
                  <a:pt x="904142" y="909386"/>
                </a:lnTo>
                <a:lnTo>
                  <a:pt x="902648" y="909355"/>
                </a:lnTo>
                <a:close/>
              </a:path>
              <a:path w="4359909" h="1712595">
                <a:moveTo>
                  <a:pt x="875260" y="919531"/>
                </a:moveTo>
                <a:lnTo>
                  <a:pt x="875260" y="914893"/>
                </a:lnTo>
                <a:lnTo>
                  <a:pt x="877750" y="912409"/>
                </a:lnTo>
                <a:lnTo>
                  <a:pt x="882232" y="912906"/>
                </a:lnTo>
                <a:lnTo>
                  <a:pt x="882232" y="917378"/>
                </a:lnTo>
                <a:lnTo>
                  <a:pt x="879742" y="920028"/>
                </a:lnTo>
                <a:lnTo>
                  <a:pt x="875260" y="919531"/>
                </a:lnTo>
                <a:close/>
              </a:path>
              <a:path w="4359909" h="1712595">
                <a:moveTo>
                  <a:pt x="872106" y="916550"/>
                </a:moveTo>
                <a:lnTo>
                  <a:pt x="873932" y="908599"/>
                </a:lnTo>
                <a:lnTo>
                  <a:pt x="879742" y="908931"/>
                </a:lnTo>
                <a:lnTo>
                  <a:pt x="872106" y="916550"/>
                </a:lnTo>
                <a:close/>
              </a:path>
              <a:path w="4359909" h="1712595">
                <a:moveTo>
                  <a:pt x="885386" y="910421"/>
                </a:moveTo>
                <a:lnTo>
                  <a:pt x="885717" y="911415"/>
                </a:lnTo>
                <a:lnTo>
                  <a:pt x="886050" y="912078"/>
                </a:lnTo>
                <a:lnTo>
                  <a:pt x="886050" y="912409"/>
                </a:lnTo>
                <a:lnTo>
                  <a:pt x="885884" y="911912"/>
                </a:lnTo>
                <a:lnTo>
                  <a:pt x="885552" y="911084"/>
                </a:lnTo>
                <a:lnTo>
                  <a:pt x="885386" y="910421"/>
                </a:lnTo>
                <a:close/>
              </a:path>
              <a:path w="4359909" h="1712595">
                <a:moveTo>
                  <a:pt x="651175" y="925825"/>
                </a:moveTo>
                <a:lnTo>
                  <a:pt x="651175" y="922016"/>
                </a:lnTo>
                <a:lnTo>
                  <a:pt x="654993" y="922016"/>
                </a:lnTo>
                <a:lnTo>
                  <a:pt x="654993" y="925825"/>
                </a:lnTo>
                <a:lnTo>
                  <a:pt x="651175" y="925825"/>
                </a:lnTo>
                <a:close/>
              </a:path>
              <a:path w="4359909" h="1712595">
                <a:moveTo>
                  <a:pt x="888871" y="922513"/>
                </a:moveTo>
                <a:lnTo>
                  <a:pt x="889203" y="921850"/>
                </a:lnTo>
                <a:lnTo>
                  <a:pt x="889535" y="921022"/>
                </a:lnTo>
                <a:lnTo>
                  <a:pt x="889867" y="920359"/>
                </a:lnTo>
                <a:lnTo>
                  <a:pt x="889867" y="920856"/>
                </a:lnTo>
                <a:lnTo>
                  <a:pt x="889701" y="921353"/>
                </a:lnTo>
                <a:lnTo>
                  <a:pt x="889203" y="922016"/>
                </a:lnTo>
                <a:lnTo>
                  <a:pt x="889037" y="922347"/>
                </a:lnTo>
                <a:lnTo>
                  <a:pt x="888871" y="922513"/>
                </a:lnTo>
                <a:close/>
              </a:path>
              <a:path w="4359909" h="1712595">
                <a:moveTo>
                  <a:pt x="1519298" y="939573"/>
                </a:moveTo>
                <a:lnTo>
                  <a:pt x="1521124" y="931622"/>
                </a:lnTo>
                <a:lnTo>
                  <a:pt x="1526933" y="931954"/>
                </a:lnTo>
                <a:lnTo>
                  <a:pt x="1519298" y="939573"/>
                </a:lnTo>
                <a:close/>
              </a:path>
              <a:path w="4359909" h="1712595">
                <a:moveTo>
                  <a:pt x="1432984" y="939573"/>
                </a:moveTo>
                <a:lnTo>
                  <a:pt x="1434643" y="931622"/>
                </a:lnTo>
                <a:lnTo>
                  <a:pt x="1440453" y="931954"/>
                </a:lnTo>
                <a:lnTo>
                  <a:pt x="1432984" y="939573"/>
                </a:lnTo>
                <a:close/>
              </a:path>
              <a:path w="4359909" h="1712595">
                <a:moveTo>
                  <a:pt x="2251144" y="939573"/>
                </a:moveTo>
                <a:lnTo>
                  <a:pt x="2252970" y="931622"/>
                </a:lnTo>
                <a:lnTo>
                  <a:pt x="2258613" y="931954"/>
                </a:lnTo>
                <a:lnTo>
                  <a:pt x="2251144" y="939573"/>
                </a:lnTo>
                <a:close/>
              </a:path>
              <a:path w="4359909" h="1712595">
                <a:moveTo>
                  <a:pt x="1964979" y="908931"/>
                </a:moveTo>
                <a:lnTo>
                  <a:pt x="1966804" y="900980"/>
                </a:lnTo>
                <a:lnTo>
                  <a:pt x="1972448" y="901312"/>
                </a:lnTo>
                <a:lnTo>
                  <a:pt x="1964979" y="908931"/>
                </a:lnTo>
                <a:close/>
              </a:path>
              <a:path w="4359909" h="1712595">
                <a:moveTo>
                  <a:pt x="2377793" y="923838"/>
                </a:moveTo>
                <a:lnTo>
                  <a:pt x="2382939" y="924003"/>
                </a:lnTo>
                <a:lnTo>
                  <a:pt x="2382275" y="932947"/>
                </a:lnTo>
                <a:lnTo>
                  <a:pt x="2379785" y="935266"/>
                </a:lnTo>
                <a:lnTo>
                  <a:pt x="2378955" y="935234"/>
                </a:lnTo>
                <a:lnTo>
                  <a:pt x="2378955" y="927150"/>
                </a:lnTo>
                <a:lnTo>
                  <a:pt x="2377793" y="923838"/>
                </a:lnTo>
                <a:close/>
              </a:path>
              <a:path w="4359909" h="1712595">
                <a:moveTo>
                  <a:pt x="2375469" y="935101"/>
                </a:moveTo>
                <a:lnTo>
                  <a:pt x="2378955" y="927150"/>
                </a:lnTo>
                <a:lnTo>
                  <a:pt x="2378955" y="935234"/>
                </a:lnTo>
                <a:lnTo>
                  <a:pt x="2375469" y="935101"/>
                </a:lnTo>
                <a:close/>
              </a:path>
              <a:path w="4359909" h="1712595">
                <a:moveTo>
                  <a:pt x="1411737" y="902152"/>
                </a:moveTo>
                <a:lnTo>
                  <a:pt x="1411737" y="896177"/>
                </a:lnTo>
                <a:lnTo>
                  <a:pt x="1415389" y="897005"/>
                </a:lnTo>
                <a:lnTo>
                  <a:pt x="1414393" y="898662"/>
                </a:lnTo>
                <a:lnTo>
                  <a:pt x="1413397" y="900152"/>
                </a:lnTo>
                <a:lnTo>
                  <a:pt x="1413397" y="902743"/>
                </a:lnTo>
                <a:lnTo>
                  <a:pt x="1411737" y="902152"/>
                </a:lnTo>
                <a:close/>
              </a:path>
              <a:path w="4359909" h="1712595">
                <a:moveTo>
                  <a:pt x="1413397" y="902743"/>
                </a:moveTo>
                <a:lnTo>
                  <a:pt x="1413397" y="900152"/>
                </a:lnTo>
                <a:lnTo>
                  <a:pt x="1413563" y="902802"/>
                </a:lnTo>
                <a:lnTo>
                  <a:pt x="1413397" y="902743"/>
                </a:lnTo>
                <a:close/>
              </a:path>
              <a:path w="4359909" h="1712595">
                <a:moveTo>
                  <a:pt x="1405761" y="897005"/>
                </a:moveTo>
                <a:lnTo>
                  <a:pt x="1405761" y="893196"/>
                </a:lnTo>
                <a:lnTo>
                  <a:pt x="1411903" y="891539"/>
                </a:lnTo>
                <a:lnTo>
                  <a:pt x="1411737" y="896177"/>
                </a:lnTo>
                <a:lnTo>
                  <a:pt x="1411737" y="902152"/>
                </a:lnTo>
                <a:lnTo>
                  <a:pt x="1411239" y="901974"/>
                </a:lnTo>
                <a:lnTo>
                  <a:pt x="1409579" y="900318"/>
                </a:lnTo>
                <a:lnTo>
                  <a:pt x="1409579" y="897005"/>
                </a:lnTo>
                <a:lnTo>
                  <a:pt x="1407920" y="898165"/>
                </a:lnTo>
                <a:lnTo>
                  <a:pt x="1406093" y="899324"/>
                </a:lnTo>
                <a:lnTo>
                  <a:pt x="1405761" y="897005"/>
                </a:lnTo>
                <a:close/>
              </a:path>
              <a:path w="4359909" h="1712595">
                <a:moveTo>
                  <a:pt x="1409579" y="900318"/>
                </a:moveTo>
                <a:lnTo>
                  <a:pt x="1409579" y="897005"/>
                </a:lnTo>
                <a:lnTo>
                  <a:pt x="1409579" y="900318"/>
                </a:lnTo>
                <a:close/>
              </a:path>
              <a:path w="4359909" h="1712595">
                <a:moveTo>
                  <a:pt x="3674689" y="1247545"/>
                </a:moveTo>
                <a:lnTo>
                  <a:pt x="3676160" y="1244005"/>
                </a:lnTo>
                <a:lnTo>
                  <a:pt x="3678284" y="1247359"/>
                </a:lnTo>
                <a:lnTo>
                  <a:pt x="3676596" y="1248601"/>
                </a:lnTo>
                <a:lnTo>
                  <a:pt x="3674689" y="1247545"/>
                </a:lnTo>
                <a:close/>
              </a:path>
              <a:path w="4359909" h="1712595">
                <a:moveTo>
                  <a:pt x="3184334" y="1249139"/>
                </a:moveTo>
                <a:lnTo>
                  <a:pt x="3184500" y="1245827"/>
                </a:lnTo>
                <a:lnTo>
                  <a:pt x="3186824" y="1246655"/>
                </a:lnTo>
                <a:lnTo>
                  <a:pt x="3188318" y="1248311"/>
                </a:lnTo>
                <a:lnTo>
                  <a:pt x="3188318" y="1251624"/>
                </a:lnTo>
                <a:lnTo>
                  <a:pt x="3185994" y="1250796"/>
                </a:lnTo>
                <a:lnTo>
                  <a:pt x="3184334" y="1249139"/>
                </a:lnTo>
                <a:close/>
              </a:path>
              <a:path w="4359909" h="1712595">
                <a:moveTo>
                  <a:pt x="3560632" y="1239533"/>
                </a:moveTo>
                <a:lnTo>
                  <a:pt x="3560798" y="1236220"/>
                </a:lnTo>
                <a:lnTo>
                  <a:pt x="3563288" y="1237048"/>
                </a:lnTo>
                <a:lnTo>
                  <a:pt x="3564781" y="1238705"/>
                </a:lnTo>
                <a:lnTo>
                  <a:pt x="3564615" y="1242017"/>
                </a:lnTo>
                <a:lnTo>
                  <a:pt x="3562291" y="1241189"/>
                </a:lnTo>
                <a:lnTo>
                  <a:pt x="3560632" y="1239533"/>
                </a:lnTo>
                <a:close/>
              </a:path>
              <a:path w="4359909" h="1712595">
                <a:moveTo>
                  <a:pt x="3632505" y="1241355"/>
                </a:moveTo>
                <a:lnTo>
                  <a:pt x="3634662" y="1239367"/>
                </a:lnTo>
                <a:lnTo>
                  <a:pt x="3633833" y="1240195"/>
                </a:lnTo>
                <a:lnTo>
                  <a:pt x="3632505" y="1241355"/>
                </a:lnTo>
                <a:close/>
              </a:path>
              <a:path w="4359909" h="1712595">
                <a:moveTo>
                  <a:pt x="3443277" y="1243674"/>
                </a:moveTo>
                <a:lnTo>
                  <a:pt x="3443775" y="1236220"/>
                </a:lnTo>
                <a:lnTo>
                  <a:pt x="3448921" y="1240361"/>
                </a:lnTo>
                <a:lnTo>
                  <a:pt x="3451743" y="1235226"/>
                </a:lnTo>
                <a:lnTo>
                  <a:pt x="3457220" y="1238208"/>
                </a:lnTo>
                <a:lnTo>
                  <a:pt x="3455726" y="1239864"/>
                </a:lnTo>
                <a:lnTo>
                  <a:pt x="3455062" y="1242514"/>
                </a:lnTo>
                <a:lnTo>
                  <a:pt x="3455062" y="1245725"/>
                </a:lnTo>
                <a:lnTo>
                  <a:pt x="3450913" y="1243177"/>
                </a:lnTo>
                <a:lnTo>
                  <a:pt x="3443277" y="1243674"/>
                </a:lnTo>
                <a:close/>
              </a:path>
              <a:path w="4359909" h="1712595">
                <a:moveTo>
                  <a:pt x="3455062" y="1245725"/>
                </a:moveTo>
                <a:lnTo>
                  <a:pt x="3455062" y="1242514"/>
                </a:lnTo>
                <a:lnTo>
                  <a:pt x="3455228" y="1245827"/>
                </a:lnTo>
                <a:lnTo>
                  <a:pt x="3455062" y="1245725"/>
                </a:lnTo>
                <a:close/>
              </a:path>
              <a:path w="4359909" h="1712595">
                <a:moveTo>
                  <a:pt x="3352481" y="1236054"/>
                </a:moveTo>
                <a:lnTo>
                  <a:pt x="3354639" y="1235061"/>
                </a:lnTo>
                <a:lnTo>
                  <a:pt x="3355303" y="1232411"/>
                </a:lnTo>
                <a:lnTo>
                  <a:pt x="3358789" y="1231914"/>
                </a:lnTo>
                <a:lnTo>
                  <a:pt x="3358789" y="1243177"/>
                </a:lnTo>
                <a:lnTo>
                  <a:pt x="3353311" y="1240030"/>
                </a:lnTo>
                <a:lnTo>
                  <a:pt x="3352481" y="1236054"/>
                </a:lnTo>
                <a:close/>
              </a:path>
              <a:path w="4359909" h="1712595">
                <a:moveTo>
                  <a:pt x="2879552" y="1247620"/>
                </a:moveTo>
                <a:lnTo>
                  <a:pt x="2880906" y="1245827"/>
                </a:lnTo>
                <a:lnTo>
                  <a:pt x="2882634" y="1244499"/>
                </a:lnTo>
                <a:lnTo>
                  <a:pt x="2881155" y="1246137"/>
                </a:lnTo>
                <a:lnTo>
                  <a:pt x="2879552" y="1247620"/>
                </a:lnTo>
                <a:close/>
              </a:path>
              <a:path w="4359909" h="1712595">
                <a:moveTo>
                  <a:pt x="3056855" y="1236054"/>
                </a:moveTo>
                <a:lnTo>
                  <a:pt x="3059013" y="1235061"/>
                </a:lnTo>
                <a:lnTo>
                  <a:pt x="3059677" y="1232576"/>
                </a:lnTo>
                <a:lnTo>
                  <a:pt x="3062996" y="1233073"/>
                </a:lnTo>
                <a:lnTo>
                  <a:pt x="3063992" y="1235889"/>
                </a:lnTo>
                <a:lnTo>
                  <a:pt x="3063494" y="1240195"/>
                </a:lnTo>
                <a:lnTo>
                  <a:pt x="3057685" y="1240195"/>
                </a:lnTo>
                <a:lnTo>
                  <a:pt x="3056855" y="1236054"/>
                </a:lnTo>
                <a:close/>
              </a:path>
              <a:path w="4359909" h="1712595">
                <a:moveTo>
                  <a:pt x="2264589" y="1253777"/>
                </a:moveTo>
                <a:lnTo>
                  <a:pt x="2266415" y="1245827"/>
                </a:lnTo>
                <a:lnTo>
                  <a:pt x="2272058" y="1246324"/>
                </a:lnTo>
                <a:lnTo>
                  <a:pt x="2264589" y="1253777"/>
                </a:lnTo>
                <a:close/>
              </a:path>
              <a:path w="4359909" h="1712595">
                <a:moveTo>
                  <a:pt x="2885012" y="1248309"/>
                </a:moveTo>
                <a:lnTo>
                  <a:pt x="2886716" y="1249636"/>
                </a:lnTo>
                <a:lnTo>
                  <a:pt x="2888140" y="1251430"/>
                </a:lnTo>
                <a:lnTo>
                  <a:pt x="2886529" y="1249947"/>
                </a:lnTo>
                <a:lnTo>
                  <a:pt x="2885012" y="1248309"/>
                </a:lnTo>
                <a:close/>
              </a:path>
              <a:path w="4359909" h="1712595">
                <a:moveTo>
                  <a:pt x="3499548" y="1182887"/>
                </a:moveTo>
                <a:lnTo>
                  <a:pt x="3501373" y="1174936"/>
                </a:lnTo>
                <a:lnTo>
                  <a:pt x="3507017" y="1175267"/>
                </a:lnTo>
                <a:lnTo>
                  <a:pt x="3499548" y="1182887"/>
                </a:lnTo>
                <a:close/>
              </a:path>
              <a:path w="4359909" h="1712595">
                <a:moveTo>
                  <a:pt x="3357202" y="1179595"/>
                </a:moveTo>
                <a:lnTo>
                  <a:pt x="3357295" y="1174936"/>
                </a:lnTo>
                <a:lnTo>
                  <a:pt x="3359442" y="1177359"/>
                </a:lnTo>
                <a:lnTo>
                  <a:pt x="3358664" y="1179657"/>
                </a:lnTo>
                <a:lnTo>
                  <a:pt x="3357202" y="1179595"/>
                </a:lnTo>
                <a:close/>
              </a:path>
              <a:path w="4359909" h="1712595">
                <a:moveTo>
                  <a:pt x="3214879" y="1180198"/>
                </a:moveTo>
                <a:lnTo>
                  <a:pt x="3217926" y="1182907"/>
                </a:lnTo>
                <a:lnTo>
                  <a:pt x="3221067" y="1187884"/>
                </a:lnTo>
                <a:lnTo>
                  <a:pt x="3221018" y="1194150"/>
                </a:lnTo>
                <a:lnTo>
                  <a:pt x="3217366" y="1193487"/>
                </a:lnTo>
                <a:lnTo>
                  <a:pt x="3217366" y="1184874"/>
                </a:lnTo>
                <a:lnTo>
                  <a:pt x="3215208" y="1180733"/>
                </a:lnTo>
                <a:lnTo>
                  <a:pt x="3214879" y="1180198"/>
                </a:lnTo>
                <a:close/>
              </a:path>
              <a:path w="4359909" h="1712595">
                <a:moveTo>
                  <a:pt x="3215540" y="1193156"/>
                </a:moveTo>
                <a:lnTo>
                  <a:pt x="3217366" y="1184874"/>
                </a:lnTo>
                <a:lnTo>
                  <a:pt x="3217366" y="1193487"/>
                </a:lnTo>
                <a:lnTo>
                  <a:pt x="3215540" y="1193156"/>
                </a:lnTo>
                <a:close/>
              </a:path>
              <a:path w="4359909" h="1712595">
                <a:moveTo>
                  <a:pt x="2147401" y="1174699"/>
                </a:moveTo>
                <a:lnTo>
                  <a:pt x="2147401" y="1172286"/>
                </a:lnTo>
                <a:lnTo>
                  <a:pt x="2151052" y="1173114"/>
                </a:lnTo>
                <a:lnTo>
                  <a:pt x="2150720" y="1176261"/>
                </a:lnTo>
                <a:lnTo>
                  <a:pt x="2147401" y="1174699"/>
                </a:lnTo>
                <a:close/>
              </a:path>
              <a:path w="4359909" h="1712595">
                <a:moveTo>
                  <a:pt x="2141923" y="1172120"/>
                </a:moveTo>
                <a:lnTo>
                  <a:pt x="2143417" y="1167317"/>
                </a:lnTo>
                <a:lnTo>
                  <a:pt x="2149559" y="1165661"/>
                </a:lnTo>
                <a:lnTo>
                  <a:pt x="2147401" y="1172286"/>
                </a:lnTo>
                <a:lnTo>
                  <a:pt x="2147401" y="1174699"/>
                </a:lnTo>
                <a:lnTo>
                  <a:pt x="2141923" y="1172120"/>
                </a:lnTo>
                <a:close/>
              </a:path>
              <a:path w="4359909" h="1712595">
                <a:moveTo>
                  <a:pt x="3105821" y="1175267"/>
                </a:moveTo>
                <a:lnTo>
                  <a:pt x="3107647" y="1167317"/>
                </a:lnTo>
                <a:lnTo>
                  <a:pt x="3113291" y="1167648"/>
                </a:lnTo>
                <a:lnTo>
                  <a:pt x="3105821" y="1175267"/>
                </a:lnTo>
                <a:close/>
              </a:path>
              <a:path w="4359909" h="1712595">
                <a:moveTo>
                  <a:pt x="3001746" y="1214688"/>
                </a:moveTo>
                <a:lnTo>
                  <a:pt x="3001912" y="1211375"/>
                </a:lnTo>
                <a:lnTo>
                  <a:pt x="3004236" y="1212203"/>
                </a:lnTo>
                <a:lnTo>
                  <a:pt x="3005896" y="1213860"/>
                </a:lnTo>
                <a:lnTo>
                  <a:pt x="3005730" y="1217172"/>
                </a:lnTo>
                <a:lnTo>
                  <a:pt x="3003406" y="1216344"/>
                </a:lnTo>
                <a:lnTo>
                  <a:pt x="3001746" y="1214688"/>
                </a:lnTo>
                <a:close/>
              </a:path>
              <a:path w="4359909" h="1712595">
                <a:moveTo>
                  <a:pt x="1990209" y="1227071"/>
                </a:moveTo>
                <a:lnTo>
                  <a:pt x="1990209" y="1224460"/>
                </a:lnTo>
                <a:lnTo>
                  <a:pt x="1994524" y="1223963"/>
                </a:lnTo>
                <a:lnTo>
                  <a:pt x="1993694" y="1228601"/>
                </a:lnTo>
                <a:lnTo>
                  <a:pt x="1990209" y="1227071"/>
                </a:lnTo>
                <a:close/>
              </a:path>
              <a:path w="4359909" h="1712595">
                <a:moveTo>
                  <a:pt x="1981411" y="1219326"/>
                </a:moveTo>
                <a:lnTo>
                  <a:pt x="1991703" y="1218994"/>
                </a:lnTo>
                <a:lnTo>
                  <a:pt x="1990209" y="1224460"/>
                </a:lnTo>
                <a:lnTo>
                  <a:pt x="1990209" y="1227071"/>
                </a:lnTo>
                <a:lnTo>
                  <a:pt x="1989545" y="1226779"/>
                </a:lnTo>
                <a:lnTo>
                  <a:pt x="1981411" y="1219326"/>
                </a:lnTo>
                <a:close/>
              </a:path>
              <a:path w="4359909" h="1712595">
                <a:moveTo>
                  <a:pt x="2771353" y="1222804"/>
                </a:moveTo>
                <a:lnTo>
                  <a:pt x="2772183" y="1220485"/>
                </a:lnTo>
                <a:lnTo>
                  <a:pt x="2773843" y="1218829"/>
                </a:lnTo>
                <a:lnTo>
                  <a:pt x="2777163" y="1218994"/>
                </a:lnTo>
                <a:lnTo>
                  <a:pt x="2778159" y="1223135"/>
                </a:lnTo>
                <a:lnTo>
                  <a:pt x="2774507" y="1222638"/>
                </a:lnTo>
                <a:lnTo>
                  <a:pt x="2771353" y="1222804"/>
                </a:lnTo>
                <a:close/>
              </a:path>
              <a:path w="4359909" h="1712595">
                <a:moveTo>
                  <a:pt x="3233135" y="1189677"/>
                </a:moveTo>
                <a:lnTo>
                  <a:pt x="3234297" y="1188352"/>
                </a:lnTo>
                <a:lnTo>
                  <a:pt x="3235127" y="1187524"/>
                </a:lnTo>
                <a:lnTo>
                  <a:pt x="3233135" y="1189677"/>
                </a:lnTo>
                <a:close/>
              </a:path>
              <a:path w="4359909" h="1712595">
                <a:moveTo>
                  <a:pt x="3380367" y="1188352"/>
                </a:moveTo>
                <a:lnTo>
                  <a:pt x="3380533" y="1183549"/>
                </a:lnTo>
                <a:lnTo>
                  <a:pt x="3386841" y="1187856"/>
                </a:lnTo>
                <a:lnTo>
                  <a:pt x="3388003" y="1188352"/>
                </a:lnTo>
                <a:lnTo>
                  <a:pt x="3387837" y="1193156"/>
                </a:lnTo>
                <a:lnTo>
                  <a:pt x="3381529" y="1188849"/>
                </a:lnTo>
                <a:lnTo>
                  <a:pt x="3380367" y="1188352"/>
                </a:lnTo>
                <a:close/>
              </a:path>
              <a:path w="4359909" h="1712595">
                <a:moveTo>
                  <a:pt x="3361113" y="1181065"/>
                </a:moveTo>
                <a:lnTo>
                  <a:pt x="3363104" y="1173114"/>
                </a:lnTo>
                <a:lnTo>
                  <a:pt x="3368748" y="1173445"/>
                </a:lnTo>
                <a:lnTo>
                  <a:pt x="3361113" y="1181065"/>
                </a:lnTo>
                <a:close/>
              </a:path>
              <a:path w="4359909" h="1712595">
                <a:moveTo>
                  <a:pt x="2134121" y="1205744"/>
                </a:moveTo>
                <a:lnTo>
                  <a:pt x="2135781" y="1201769"/>
                </a:lnTo>
                <a:lnTo>
                  <a:pt x="2138271" y="1202431"/>
                </a:lnTo>
                <a:lnTo>
                  <a:pt x="2138769" y="1205081"/>
                </a:lnTo>
                <a:lnTo>
                  <a:pt x="2141591" y="1205578"/>
                </a:lnTo>
                <a:lnTo>
                  <a:pt x="2140761" y="1210382"/>
                </a:lnTo>
                <a:lnTo>
                  <a:pt x="2134121" y="1205744"/>
                </a:lnTo>
                <a:close/>
              </a:path>
              <a:path w="4359909" h="1712595">
                <a:moveTo>
                  <a:pt x="2140263" y="1214522"/>
                </a:moveTo>
                <a:lnTo>
                  <a:pt x="2142255" y="1212535"/>
                </a:lnTo>
                <a:lnTo>
                  <a:pt x="2141591" y="1213363"/>
                </a:lnTo>
                <a:lnTo>
                  <a:pt x="2140263" y="1214522"/>
                </a:lnTo>
                <a:close/>
              </a:path>
              <a:path w="4359909" h="1712595">
                <a:moveTo>
                  <a:pt x="2268241" y="1207566"/>
                </a:moveTo>
                <a:lnTo>
                  <a:pt x="2268241" y="1203756"/>
                </a:lnTo>
                <a:lnTo>
                  <a:pt x="2272058" y="1203756"/>
                </a:lnTo>
                <a:lnTo>
                  <a:pt x="2272058" y="1207566"/>
                </a:lnTo>
                <a:lnTo>
                  <a:pt x="2268241" y="1207566"/>
                </a:lnTo>
                <a:close/>
              </a:path>
              <a:path w="4359909" h="1712595">
                <a:moveTo>
                  <a:pt x="2398874" y="1203756"/>
                </a:moveTo>
                <a:lnTo>
                  <a:pt x="2400368" y="1200278"/>
                </a:lnTo>
                <a:lnTo>
                  <a:pt x="2402360" y="1203425"/>
                </a:lnTo>
                <a:lnTo>
                  <a:pt x="2404684" y="1203756"/>
                </a:lnTo>
                <a:lnTo>
                  <a:pt x="2403190" y="1207234"/>
                </a:lnTo>
                <a:lnTo>
                  <a:pt x="2401198" y="1204087"/>
                </a:lnTo>
                <a:lnTo>
                  <a:pt x="2398874" y="1203756"/>
                </a:lnTo>
                <a:close/>
              </a:path>
              <a:path w="4359909" h="1712595">
                <a:moveTo>
                  <a:pt x="2590591" y="1214854"/>
                </a:moveTo>
                <a:lnTo>
                  <a:pt x="2590591" y="1210382"/>
                </a:lnTo>
                <a:lnTo>
                  <a:pt x="2590923" y="1205578"/>
                </a:lnTo>
                <a:lnTo>
                  <a:pt x="2597397" y="1203591"/>
                </a:lnTo>
                <a:lnTo>
                  <a:pt x="2593911" y="1211541"/>
                </a:lnTo>
                <a:lnTo>
                  <a:pt x="2593911" y="1215119"/>
                </a:lnTo>
                <a:lnTo>
                  <a:pt x="2590591" y="1214854"/>
                </a:lnTo>
                <a:close/>
              </a:path>
              <a:path w="4359909" h="1712595">
                <a:moveTo>
                  <a:pt x="2593911" y="1215119"/>
                </a:moveTo>
                <a:lnTo>
                  <a:pt x="2593911" y="1211541"/>
                </a:lnTo>
                <a:lnTo>
                  <a:pt x="2594741" y="1215185"/>
                </a:lnTo>
                <a:lnTo>
                  <a:pt x="2593911" y="1215119"/>
                </a:lnTo>
                <a:close/>
              </a:path>
              <a:path w="4359909" h="1712595">
                <a:moveTo>
                  <a:pt x="2039342" y="1205413"/>
                </a:moveTo>
                <a:lnTo>
                  <a:pt x="2039674" y="1199947"/>
                </a:lnTo>
                <a:lnTo>
                  <a:pt x="2043159" y="1201603"/>
                </a:lnTo>
                <a:lnTo>
                  <a:pt x="2043989" y="1205909"/>
                </a:lnTo>
                <a:lnTo>
                  <a:pt x="2043492" y="1211375"/>
                </a:lnTo>
                <a:lnTo>
                  <a:pt x="2040172" y="1209719"/>
                </a:lnTo>
                <a:lnTo>
                  <a:pt x="2039342" y="1205413"/>
                </a:lnTo>
                <a:close/>
              </a:path>
              <a:path w="4359909" h="1712595">
                <a:moveTo>
                  <a:pt x="3301523" y="1194150"/>
                </a:moveTo>
                <a:lnTo>
                  <a:pt x="3301523" y="1190340"/>
                </a:lnTo>
                <a:lnTo>
                  <a:pt x="3303183" y="1191334"/>
                </a:lnTo>
                <a:lnTo>
                  <a:pt x="3304676" y="1192328"/>
                </a:lnTo>
                <a:lnTo>
                  <a:pt x="3307332" y="1192162"/>
                </a:lnTo>
                <a:lnTo>
                  <a:pt x="3306170" y="1196137"/>
                </a:lnTo>
                <a:lnTo>
                  <a:pt x="3304344" y="1196303"/>
                </a:lnTo>
                <a:lnTo>
                  <a:pt x="3301523" y="1194150"/>
                </a:lnTo>
                <a:close/>
              </a:path>
              <a:path w="4359909" h="1712595">
                <a:moveTo>
                  <a:pt x="3744050" y="1193487"/>
                </a:moveTo>
                <a:lnTo>
                  <a:pt x="3745211" y="1192162"/>
                </a:lnTo>
                <a:lnTo>
                  <a:pt x="3746041" y="1191334"/>
                </a:lnTo>
                <a:lnTo>
                  <a:pt x="3744050" y="1193487"/>
                </a:lnTo>
                <a:close/>
              </a:path>
              <a:path w="4359909" h="1712595">
                <a:moveTo>
                  <a:pt x="3666035" y="1214522"/>
                </a:moveTo>
                <a:lnTo>
                  <a:pt x="3668857" y="1205081"/>
                </a:lnTo>
                <a:lnTo>
                  <a:pt x="3670350" y="1203756"/>
                </a:lnTo>
                <a:lnTo>
                  <a:pt x="3674666" y="1204584"/>
                </a:lnTo>
                <a:lnTo>
                  <a:pt x="3671844" y="1213860"/>
                </a:lnTo>
                <a:lnTo>
                  <a:pt x="3670350" y="1215185"/>
                </a:lnTo>
                <a:lnTo>
                  <a:pt x="3666035" y="1214522"/>
                </a:lnTo>
                <a:close/>
              </a:path>
              <a:path w="4359909" h="1712595">
                <a:moveTo>
                  <a:pt x="3798650" y="1213798"/>
                </a:moveTo>
                <a:lnTo>
                  <a:pt x="3800984" y="1211375"/>
                </a:lnTo>
                <a:lnTo>
                  <a:pt x="3802571" y="1213239"/>
                </a:lnTo>
                <a:lnTo>
                  <a:pt x="3800486" y="1214232"/>
                </a:lnTo>
                <a:lnTo>
                  <a:pt x="3798650" y="1213798"/>
                </a:lnTo>
                <a:close/>
              </a:path>
              <a:path w="4359909" h="1712595">
                <a:moveTo>
                  <a:pt x="3516372" y="1213798"/>
                </a:moveTo>
                <a:lnTo>
                  <a:pt x="3518636" y="1211375"/>
                </a:lnTo>
                <a:lnTo>
                  <a:pt x="3520247" y="1213239"/>
                </a:lnTo>
                <a:lnTo>
                  <a:pt x="3518201" y="1214232"/>
                </a:lnTo>
                <a:lnTo>
                  <a:pt x="3516372" y="1213798"/>
                </a:lnTo>
                <a:close/>
              </a:path>
              <a:path w="4359909" h="1712595">
                <a:moveTo>
                  <a:pt x="2705788" y="1209222"/>
                </a:moveTo>
                <a:lnTo>
                  <a:pt x="2706120" y="1203756"/>
                </a:lnTo>
                <a:lnTo>
                  <a:pt x="2710270" y="1205247"/>
                </a:lnTo>
                <a:lnTo>
                  <a:pt x="2713755" y="1211541"/>
                </a:lnTo>
                <a:lnTo>
                  <a:pt x="2709938" y="1215185"/>
                </a:lnTo>
                <a:lnTo>
                  <a:pt x="2706618" y="1213528"/>
                </a:lnTo>
                <a:lnTo>
                  <a:pt x="2705788" y="1209222"/>
                </a:lnTo>
                <a:close/>
              </a:path>
              <a:path w="4359909" h="1712595">
                <a:moveTo>
                  <a:pt x="3821971" y="1204512"/>
                </a:moveTo>
                <a:lnTo>
                  <a:pt x="3822064" y="1199947"/>
                </a:lnTo>
                <a:lnTo>
                  <a:pt x="3824212" y="1202276"/>
                </a:lnTo>
                <a:lnTo>
                  <a:pt x="3823434" y="1204543"/>
                </a:lnTo>
                <a:lnTo>
                  <a:pt x="3821971" y="1204512"/>
                </a:lnTo>
                <a:close/>
              </a:path>
              <a:path w="4359909" h="1712595">
                <a:moveTo>
                  <a:pt x="3426634" y="1210524"/>
                </a:moveTo>
                <a:lnTo>
                  <a:pt x="3428338" y="1207566"/>
                </a:lnTo>
                <a:lnTo>
                  <a:pt x="3430322" y="1209732"/>
                </a:lnTo>
                <a:lnTo>
                  <a:pt x="3428525" y="1210982"/>
                </a:lnTo>
                <a:lnTo>
                  <a:pt x="3426634" y="1210524"/>
                </a:lnTo>
                <a:close/>
              </a:path>
              <a:path w="4359909" h="1712595">
                <a:moveTo>
                  <a:pt x="3257369" y="1199947"/>
                </a:moveTo>
                <a:lnTo>
                  <a:pt x="3257867" y="1195475"/>
                </a:lnTo>
                <a:lnTo>
                  <a:pt x="3262515" y="1195475"/>
                </a:lnTo>
                <a:lnTo>
                  <a:pt x="3265005" y="1197959"/>
                </a:lnTo>
                <a:lnTo>
                  <a:pt x="3264507" y="1202431"/>
                </a:lnTo>
                <a:lnTo>
                  <a:pt x="3259859" y="1202431"/>
                </a:lnTo>
                <a:lnTo>
                  <a:pt x="3257369" y="1199947"/>
                </a:lnTo>
                <a:close/>
              </a:path>
              <a:path w="4359909" h="1712595">
                <a:moveTo>
                  <a:pt x="1997206" y="1224003"/>
                </a:moveTo>
                <a:lnTo>
                  <a:pt x="1998343" y="1224129"/>
                </a:lnTo>
                <a:lnTo>
                  <a:pt x="2001330" y="1224791"/>
                </a:lnTo>
                <a:lnTo>
                  <a:pt x="1997206" y="1224003"/>
                </a:lnTo>
                <a:close/>
              </a:path>
              <a:path w="4359909" h="1712595">
                <a:moveTo>
                  <a:pt x="1996351" y="1223798"/>
                </a:moveTo>
                <a:lnTo>
                  <a:pt x="1997206" y="1224003"/>
                </a:lnTo>
                <a:lnTo>
                  <a:pt x="1996849" y="1223963"/>
                </a:lnTo>
                <a:lnTo>
                  <a:pt x="1996351" y="1223798"/>
                </a:lnTo>
                <a:close/>
              </a:path>
              <a:path w="4359909" h="1712595">
                <a:moveTo>
                  <a:pt x="2071875" y="1227276"/>
                </a:moveTo>
                <a:lnTo>
                  <a:pt x="2072373" y="1222969"/>
                </a:lnTo>
                <a:lnTo>
                  <a:pt x="2078183" y="1220982"/>
                </a:lnTo>
                <a:lnTo>
                  <a:pt x="2075693" y="1227276"/>
                </a:lnTo>
                <a:lnTo>
                  <a:pt x="2075693" y="1230514"/>
                </a:lnTo>
                <a:lnTo>
                  <a:pt x="2072872" y="1230092"/>
                </a:lnTo>
                <a:lnTo>
                  <a:pt x="2071875" y="1227276"/>
                </a:lnTo>
                <a:close/>
              </a:path>
              <a:path w="4359909" h="1712595">
                <a:moveTo>
                  <a:pt x="2075693" y="1230514"/>
                </a:moveTo>
                <a:lnTo>
                  <a:pt x="2075693" y="1227276"/>
                </a:lnTo>
                <a:lnTo>
                  <a:pt x="2076191" y="1230589"/>
                </a:lnTo>
                <a:lnTo>
                  <a:pt x="2075693" y="1230514"/>
                </a:lnTo>
                <a:close/>
              </a:path>
              <a:path w="4359909" h="1712595">
                <a:moveTo>
                  <a:pt x="2867129" y="1215019"/>
                </a:moveTo>
                <a:lnTo>
                  <a:pt x="2867295" y="1215019"/>
                </a:lnTo>
                <a:lnTo>
                  <a:pt x="2867461" y="1215185"/>
                </a:lnTo>
                <a:lnTo>
                  <a:pt x="2867295" y="1215185"/>
                </a:lnTo>
                <a:lnTo>
                  <a:pt x="2867129" y="1215019"/>
                </a:lnTo>
                <a:close/>
              </a:path>
              <a:path w="4359909" h="1712595">
                <a:moveTo>
                  <a:pt x="3319449" y="1210713"/>
                </a:moveTo>
                <a:lnTo>
                  <a:pt x="3320777" y="1209388"/>
                </a:lnTo>
                <a:lnTo>
                  <a:pt x="3321607" y="1208725"/>
                </a:lnTo>
                <a:lnTo>
                  <a:pt x="3319449" y="1210713"/>
                </a:lnTo>
                <a:close/>
              </a:path>
              <a:path w="4359909" h="1712595">
                <a:moveTo>
                  <a:pt x="2046147" y="1216510"/>
                </a:moveTo>
                <a:lnTo>
                  <a:pt x="2048139" y="1214357"/>
                </a:lnTo>
                <a:lnTo>
                  <a:pt x="2047475" y="1215185"/>
                </a:lnTo>
                <a:lnTo>
                  <a:pt x="2046147" y="1216510"/>
                </a:lnTo>
                <a:close/>
              </a:path>
              <a:path w="4359909" h="1712595">
                <a:moveTo>
                  <a:pt x="2071741" y="1208114"/>
                </a:moveTo>
                <a:lnTo>
                  <a:pt x="2071834" y="1205661"/>
                </a:lnTo>
                <a:lnTo>
                  <a:pt x="2075102" y="1206065"/>
                </a:lnTo>
                <a:lnTo>
                  <a:pt x="2078183" y="1211375"/>
                </a:lnTo>
                <a:lnTo>
                  <a:pt x="2071741" y="1208114"/>
                </a:lnTo>
                <a:close/>
              </a:path>
              <a:path w="4359909" h="1712595">
                <a:moveTo>
                  <a:pt x="2718403" y="1210713"/>
                </a:moveTo>
                <a:lnTo>
                  <a:pt x="2719565" y="1209388"/>
                </a:lnTo>
                <a:lnTo>
                  <a:pt x="2720395" y="1208725"/>
                </a:lnTo>
                <a:lnTo>
                  <a:pt x="2718403" y="1210713"/>
                </a:lnTo>
                <a:close/>
              </a:path>
              <a:path w="4359909" h="1712595">
                <a:moveTo>
                  <a:pt x="3301689" y="1242017"/>
                </a:moveTo>
                <a:lnTo>
                  <a:pt x="3302850" y="1239533"/>
                </a:lnTo>
                <a:lnTo>
                  <a:pt x="3305672" y="1238539"/>
                </a:lnTo>
                <a:lnTo>
                  <a:pt x="3309324" y="1238208"/>
                </a:lnTo>
                <a:lnTo>
                  <a:pt x="3311150" y="1244005"/>
                </a:lnTo>
                <a:lnTo>
                  <a:pt x="3305008" y="1241686"/>
                </a:lnTo>
                <a:lnTo>
                  <a:pt x="3301689" y="1242017"/>
                </a:lnTo>
                <a:close/>
              </a:path>
              <a:path w="4359909" h="1712595">
                <a:moveTo>
                  <a:pt x="3151800" y="1123425"/>
                </a:moveTo>
                <a:lnTo>
                  <a:pt x="3153626" y="1115474"/>
                </a:lnTo>
                <a:lnTo>
                  <a:pt x="3159436" y="1115971"/>
                </a:lnTo>
                <a:lnTo>
                  <a:pt x="3151800" y="1123425"/>
                </a:lnTo>
                <a:close/>
              </a:path>
              <a:path w="4359909" h="1712595">
                <a:moveTo>
                  <a:pt x="3482617" y="1088476"/>
                </a:moveTo>
                <a:lnTo>
                  <a:pt x="3484941" y="1085992"/>
                </a:lnTo>
                <a:lnTo>
                  <a:pt x="3485936" y="1081188"/>
                </a:lnTo>
                <a:lnTo>
                  <a:pt x="3489256" y="1081685"/>
                </a:lnTo>
                <a:lnTo>
                  <a:pt x="3490252" y="1084501"/>
                </a:lnTo>
                <a:lnTo>
                  <a:pt x="3489754" y="1088807"/>
                </a:lnTo>
                <a:lnTo>
                  <a:pt x="3482617" y="1088476"/>
                </a:lnTo>
                <a:close/>
              </a:path>
              <a:path w="4359909" h="1712595">
                <a:moveTo>
                  <a:pt x="2331843" y="1110314"/>
                </a:moveTo>
                <a:lnTo>
                  <a:pt x="2333640" y="1111665"/>
                </a:lnTo>
                <a:lnTo>
                  <a:pt x="2334971" y="1113388"/>
                </a:lnTo>
                <a:lnTo>
                  <a:pt x="2333329" y="1111913"/>
                </a:lnTo>
                <a:lnTo>
                  <a:pt x="2331843" y="1110314"/>
                </a:lnTo>
                <a:close/>
              </a:path>
              <a:path w="4359909" h="1712595">
                <a:moveTo>
                  <a:pt x="3441949" y="1092783"/>
                </a:moveTo>
                <a:lnTo>
                  <a:pt x="3443775" y="1084832"/>
                </a:lnTo>
                <a:lnTo>
                  <a:pt x="3449419" y="1085329"/>
                </a:lnTo>
                <a:lnTo>
                  <a:pt x="3441949" y="1092783"/>
                </a:lnTo>
                <a:close/>
              </a:path>
              <a:path w="4359909" h="1712595">
                <a:moveTo>
                  <a:pt x="3582044" y="1096758"/>
                </a:moveTo>
                <a:lnTo>
                  <a:pt x="3583870" y="1088807"/>
                </a:lnTo>
                <a:lnTo>
                  <a:pt x="3589680" y="1089139"/>
                </a:lnTo>
                <a:lnTo>
                  <a:pt x="3582044" y="1096758"/>
                </a:lnTo>
                <a:close/>
              </a:path>
              <a:path w="4359909" h="1712595">
                <a:moveTo>
                  <a:pt x="3030462" y="1108186"/>
                </a:moveTo>
                <a:lnTo>
                  <a:pt x="3038596" y="1113321"/>
                </a:lnTo>
                <a:lnTo>
                  <a:pt x="3042248" y="1115474"/>
                </a:lnTo>
                <a:lnTo>
                  <a:pt x="3042082" y="1119781"/>
                </a:lnTo>
                <a:lnTo>
                  <a:pt x="3034114" y="1116302"/>
                </a:lnTo>
                <a:lnTo>
                  <a:pt x="3030794" y="1117462"/>
                </a:lnTo>
                <a:lnTo>
                  <a:pt x="3030462" y="1108186"/>
                </a:lnTo>
                <a:close/>
              </a:path>
              <a:path w="4359909" h="1712595">
                <a:moveTo>
                  <a:pt x="2550565" y="1110598"/>
                </a:moveTo>
                <a:lnTo>
                  <a:pt x="2550588" y="1106033"/>
                </a:lnTo>
                <a:lnTo>
                  <a:pt x="2552759" y="1108362"/>
                </a:lnTo>
                <a:lnTo>
                  <a:pt x="2552020" y="1110629"/>
                </a:lnTo>
                <a:lnTo>
                  <a:pt x="2550565" y="1110598"/>
                </a:lnTo>
                <a:close/>
              </a:path>
              <a:path w="4359909" h="1712595">
                <a:moveTo>
                  <a:pt x="2186408" y="1118787"/>
                </a:moveTo>
                <a:lnTo>
                  <a:pt x="2187570" y="1117462"/>
                </a:lnTo>
                <a:lnTo>
                  <a:pt x="2188400" y="1116634"/>
                </a:lnTo>
                <a:lnTo>
                  <a:pt x="2186408" y="1118787"/>
                </a:lnTo>
                <a:close/>
              </a:path>
              <a:path w="4359909" h="1712595">
                <a:moveTo>
                  <a:pt x="2128981" y="1111991"/>
                </a:moveTo>
                <a:lnTo>
                  <a:pt x="2133789" y="1111665"/>
                </a:lnTo>
                <a:lnTo>
                  <a:pt x="2131875" y="1114879"/>
                </a:lnTo>
                <a:lnTo>
                  <a:pt x="2129308" y="1114025"/>
                </a:lnTo>
                <a:lnTo>
                  <a:pt x="2128981" y="1111991"/>
                </a:lnTo>
                <a:close/>
              </a:path>
              <a:path w="4359909" h="1712595">
                <a:moveTo>
                  <a:pt x="597395" y="1098248"/>
                </a:moveTo>
                <a:lnTo>
                  <a:pt x="597395" y="1092451"/>
                </a:lnTo>
                <a:lnTo>
                  <a:pt x="603370" y="1092286"/>
                </a:lnTo>
                <a:lnTo>
                  <a:pt x="603868" y="1097420"/>
                </a:lnTo>
                <a:lnTo>
                  <a:pt x="605030" y="1102058"/>
                </a:lnTo>
                <a:lnTo>
                  <a:pt x="600714" y="1100567"/>
                </a:lnTo>
                <a:lnTo>
                  <a:pt x="597395" y="1098248"/>
                </a:lnTo>
                <a:close/>
              </a:path>
              <a:path w="4359909" h="1712595">
                <a:moveTo>
                  <a:pt x="2799074" y="1118787"/>
                </a:moveTo>
                <a:lnTo>
                  <a:pt x="2800236" y="1117462"/>
                </a:lnTo>
                <a:lnTo>
                  <a:pt x="2801065" y="1116634"/>
                </a:lnTo>
                <a:lnTo>
                  <a:pt x="2799074" y="1118787"/>
                </a:lnTo>
                <a:close/>
              </a:path>
              <a:path w="4359909" h="1712595">
                <a:moveTo>
                  <a:pt x="2683213" y="1125412"/>
                </a:moveTo>
                <a:lnTo>
                  <a:pt x="2685039" y="1117462"/>
                </a:lnTo>
                <a:lnTo>
                  <a:pt x="2690849" y="1117793"/>
                </a:lnTo>
                <a:lnTo>
                  <a:pt x="2683213" y="1125412"/>
                </a:lnTo>
                <a:close/>
              </a:path>
              <a:path w="4359909" h="1712595">
                <a:moveTo>
                  <a:pt x="1602126" y="1039449"/>
                </a:moveTo>
                <a:lnTo>
                  <a:pt x="1603952" y="1040172"/>
                </a:lnTo>
                <a:lnTo>
                  <a:pt x="1605612" y="1040774"/>
                </a:lnTo>
                <a:lnTo>
                  <a:pt x="1607604" y="1041437"/>
                </a:lnTo>
                <a:lnTo>
                  <a:pt x="1607604" y="1042927"/>
                </a:lnTo>
                <a:lnTo>
                  <a:pt x="1603952" y="1041271"/>
                </a:lnTo>
                <a:lnTo>
                  <a:pt x="1602458" y="1040443"/>
                </a:lnTo>
                <a:lnTo>
                  <a:pt x="1602293" y="1040111"/>
                </a:lnTo>
                <a:lnTo>
                  <a:pt x="1602293" y="1039780"/>
                </a:lnTo>
                <a:lnTo>
                  <a:pt x="1602126" y="1039449"/>
                </a:lnTo>
                <a:close/>
              </a:path>
              <a:path w="4359909" h="1712595">
                <a:moveTo>
                  <a:pt x="3449917" y="1041602"/>
                </a:moveTo>
                <a:lnTo>
                  <a:pt x="3451411" y="1035143"/>
                </a:lnTo>
                <a:lnTo>
                  <a:pt x="3454731" y="1034811"/>
                </a:lnTo>
                <a:lnTo>
                  <a:pt x="3455394" y="1037461"/>
                </a:lnTo>
                <a:lnTo>
                  <a:pt x="3459046" y="1036965"/>
                </a:lnTo>
                <a:lnTo>
                  <a:pt x="3458714" y="1042596"/>
                </a:lnTo>
                <a:lnTo>
                  <a:pt x="3449917" y="1041602"/>
                </a:lnTo>
                <a:close/>
              </a:path>
              <a:path w="4359909" h="1712595">
                <a:moveTo>
                  <a:pt x="3375222" y="1038289"/>
                </a:moveTo>
                <a:lnTo>
                  <a:pt x="3377214" y="1036136"/>
                </a:lnTo>
                <a:lnTo>
                  <a:pt x="3376550" y="1036965"/>
                </a:lnTo>
                <a:lnTo>
                  <a:pt x="3375222" y="1038289"/>
                </a:lnTo>
                <a:close/>
              </a:path>
              <a:path w="4359909" h="1712595">
                <a:moveTo>
                  <a:pt x="2308244" y="1036633"/>
                </a:moveTo>
                <a:lnTo>
                  <a:pt x="2308244" y="1032161"/>
                </a:lnTo>
                <a:lnTo>
                  <a:pt x="2308576" y="1027358"/>
                </a:lnTo>
                <a:lnTo>
                  <a:pt x="2315049" y="1025370"/>
                </a:lnTo>
                <a:lnTo>
                  <a:pt x="2311564" y="1033321"/>
                </a:lnTo>
                <a:lnTo>
                  <a:pt x="2311564" y="1036898"/>
                </a:lnTo>
                <a:lnTo>
                  <a:pt x="2308244" y="1036633"/>
                </a:lnTo>
                <a:close/>
              </a:path>
              <a:path w="4359909" h="1712595">
                <a:moveTo>
                  <a:pt x="2311564" y="1036898"/>
                </a:moveTo>
                <a:lnTo>
                  <a:pt x="2311564" y="1033321"/>
                </a:lnTo>
                <a:lnTo>
                  <a:pt x="2312394" y="1036965"/>
                </a:lnTo>
                <a:lnTo>
                  <a:pt x="2311564" y="1036898"/>
                </a:lnTo>
                <a:close/>
              </a:path>
              <a:path w="4359909" h="1712595">
                <a:moveTo>
                  <a:pt x="3048057" y="1027358"/>
                </a:moveTo>
                <a:lnTo>
                  <a:pt x="3050812" y="1025960"/>
                </a:lnTo>
                <a:lnTo>
                  <a:pt x="3051668" y="1028600"/>
                </a:lnTo>
                <a:lnTo>
                  <a:pt x="3050718" y="1030619"/>
                </a:lnTo>
                <a:lnTo>
                  <a:pt x="3048057" y="1027358"/>
                </a:lnTo>
                <a:close/>
              </a:path>
              <a:path w="4359909" h="1712595">
                <a:moveTo>
                  <a:pt x="2126154" y="1036965"/>
                </a:moveTo>
                <a:lnTo>
                  <a:pt x="2127316" y="1032327"/>
                </a:lnTo>
                <a:lnTo>
                  <a:pt x="2135947" y="1035971"/>
                </a:lnTo>
                <a:lnTo>
                  <a:pt x="2133789" y="1040774"/>
                </a:lnTo>
                <a:lnTo>
                  <a:pt x="2130968" y="1039780"/>
                </a:lnTo>
                <a:lnTo>
                  <a:pt x="2128976" y="1037958"/>
                </a:lnTo>
                <a:lnTo>
                  <a:pt x="2126154" y="1036965"/>
                </a:lnTo>
                <a:close/>
              </a:path>
              <a:path w="4359909" h="1712595">
                <a:moveTo>
                  <a:pt x="2266415" y="1029345"/>
                </a:moveTo>
                <a:lnTo>
                  <a:pt x="2269237" y="1024211"/>
                </a:lnTo>
                <a:lnTo>
                  <a:pt x="2272556" y="1034646"/>
                </a:lnTo>
                <a:lnTo>
                  <a:pt x="2276042" y="1035143"/>
                </a:lnTo>
                <a:lnTo>
                  <a:pt x="2271394" y="1041933"/>
                </a:lnTo>
                <a:lnTo>
                  <a:pt x="2268241" y="1031499"/>
                </a:lnTo>
                <a:lnTo>
                  <a:pt x="2266415" y="1029345"/>
                </a:lnTo>
                <a:close/>
              </a:path>
              <a:path w="4359909" h="1712595">
                <a:moveTo>
                  <a:pt x="2066408" y="1085244"/>
                </a:moveTo>
                <a:lnTo>
                  <a:pt x="2067186" y="1082534"/>
                </a:lnTo>
                <a:lnTo>
                  <a:pt x="2068649" y="1082961"/>
                </a:lnTo>
                <a:lnTo>
                  <a:pt x="2068556" y="1088807"/>
                </a:lnTo>
                <a:lnTo>
                  <a:pt x="2066408" y="1085244"/>
                </a:lnTo>
                <a:close/>
              </a:path>
              <a:path w="4359909" h="1712595">
                <a:moveTo>
                  <a:pt x="2191554" y="1107855"/>
                </a:moveTo>
                <a:lnTo>
                  <a:pt x="2195371" y="1107855"/>
                </a:lnTo>
                <a:lnTo>
                  <a:pt x="2195371" y="1115474"/>
                </a:lnTo>
                <a:lnTo>
                  <a:pt x="2191886" y="1116667"/>
                </a:lnTo>
                <a:lnTo>
                  <a:pt x="2191886" y="1111333"/>
                </a:lnTo>
                <a:lnTo>
                  <a:pt x="2191554" y="1107855"/>
                </a:lnTo>
                <a:close/>
              </a:path>
              <a:path w="4359909" h="1712595">
                <a:moveTo>
                  <a:pt x="2189562" y="1117462"/>
                </a:moveTo>
                <a:lnTo>
                  <a:pt x="2191886" y="1111333"/>
                </a:lnTo>
                <a:lnTo>
                  <a:pt x="2191886" y="1116667"/>
                </a:lnTo>
                <a:lnTo>
                  <a:pt x="2189562" y="1117462"/>
                </a:lnTo>
                <a:close/>
              </a:path>
              <a:path w="4359909" h="1712595">
                <a:moveTo>
                  <a:pt x="1625033" y="1039118"/>
                </a:moveTo>
                <a:lnTo>
                  <a:pt x="1626859" y="1031167"/>
                </a:lnTo>
                <a:lnTo>
                  <a:pt x="1632503" y="1031664"/>
                </a:lnTo>
                <a:lnTo>
                  <a:pt x="1625033" y="1039118"/>
                </a:lnTo>
                <a:close/>
              </a:path>
              <a:path w="4359909" h="1712595">
                <a:moveTo>
                  <a:pt x="2262597" y="1092783"/>
                </a:moveTo>
                <a:lnTo>
                  <a:pt x="2264423" y="1084832"/>
                </a:lnTo>
                <a:lnTo>
                  <a:pt x="2270232" y="1085329"/>
                </a:lnTo>
                <a:lnTo>
                  <a:pt x="2262597" y="1092783"/>
                </a:lnTo>
                <a:close/>
              </a:path>
              <a:path w="4359909" h="1712595">
                <a:moveTo>
                  <a:pt x="1638880" y="1044462"/>
                </a:moveTo>
                <a:lnTo>
                  <a:pt x="1640304" y="1042762"/>
                </a:lnTo>
                <a:lnTo>
                  <a:pt x="1642008" y="1041341"/>
                </a:lnTo>
                <a:lnTo>
                  <a:pt x="1640491" y="1042948"/>
                </a:lnTo>
                <a:lnTo>
                  <a:pt x="1638880" y="1044462"/>
                </a:lnTo>
                <a:close/>
              </a:path>
              <a:path w="4359909" h="1712595">
                <a:moveTo>
                  <a:pt x="1881818" y="1162514"/>
                </a:moveTo>
                <a:lnTo>
                  <a:pt x="1882150" y="1157710"/>
                </a:lnTo>
                <a:lnTo>
                  <a:pt x="1887295" y="1157048"/>
                </a:lnTo>
                <a:lnTo>
                  <a:pt x="1888458" y="1160361"/>
                </a:lnTo>
                <a:lnTo>
                  <a:pt x="1887960" y="1165330"/>
                </a:lnTo>
                <a:lnTo>
                  <a:pt x="1885138" y="1163673"/>
                </a:lnTo>
                <a:lnTo>
                  <a:pt x="1881818" y="1162514"/>
                </a:lnTo>
                <a:close/>
              </a:path>
              <a:path w="4359909" h="1712595">
                <a:moveTo>
                  <a:pt x="3447095" y="1098745"/>
                </a:moveTo>
                <a:lnTo>
                  <a:pt x="3447593" y="1094439"/>
                </a:lnTo>
                <a:lnTo>
                  <a:pt x="3453569" y="1093611"/>
                </a:lnTo>
                <a:lnTo>
                  <a:pt x="3454398" y="1099242"/>
                </a:lnTo>
                <a:lnTo>
                  <a:pt x="3451411" y="1102058"/>
                </a:lnTo>
                <a:lnTo>
                  <a:pt x="3448091" y="1101561"/>
                </a:lnTo>
                <a:lnTo>
                  <a:pt x="3447095" y="1098745"/>
                </a:lnTo>
                <a:close/>
              </a:path>
              <a:path w="4359909" h="1712595">
                <a:moveTo>
                  <a:pt x="234125" y="1120223"/>
                </a:moveTo>
                <a:lnTo>
                  <a:pt x="236202" y="1121271"/>
                </a:lnTo>
                <a:lnTo>
                  <a:pt x="237253" y="1123344"/>
                </a:lnTo>
                <a:lnTo>
                  <a:pt x="235517" y="1121955"/>
                </a:lnTo>
                <a:lnTo>
                  <a:pt x="234125" y="1120223"/>
                </a:lnTo>
                <a:close/>
              </a:path>
              <a:path w="4359909" h="1712595">
                <a:moveTo>
                  <a:pt x="3184407" y="1099097"/>
                </a:moveTo>
                <a:lnTo>
                  <a:pt x="3184500" y="1094439"/>
                </a:lnTo>
                <a:lnTo>
                  <a:pt x="3186648" y="1096861"/>
                </a:lnTo>
                <a:lnTo>
                  <a:pt x="3185870" y="1099159"/>
                </a:lnTo>
                <a:lnTo>
                  <a:pt x="3184407" y="1099097"/>
                </a:lnTo>
                <a:close/>
              </a:path>
              <a:path w="4359909" h="1712595">
                <a:moveTo>
                  <a:pt x="3124817" y="1097182"/>
                </a:moveTo>
                <a:lnTo>
                  <a:pt x="3124910" y="1092617"/>
                </a:lnTo>
                <a:lnTo>
                  <a:pt x="3127058" y="1094946"/>
                </a:lnTo>
                <a:lnTo>
                  <a:pt x="3126280" y="1097213"/>
                </a:lnTo>
                <a:lnTo>
                  <a:pt x="3124817" y="1097182"/>
                </a:lnTo>
                <a:close/>
              </a:path>
              <a:path w="4359909" h="1712595">
                <a:moveTo>
                  <a:pt x="237364" y="1132369"/>
                </a:moveTo>
                <a:lnTo>
                  <a:pt x="244357" y="1129790"/>
                </a:lnTo>
                <a:lnTo>
                  <a:pt x="245249" y="1131251"/>
                </a:lnTo>
                <a:lnTo>
                  <a:pt x="244782" y="1135578"/>
                </a:lnTo>
                <a:lnTo>
                  <a:pt x="240020" y="1136675"/>
                </a:lnTo>
                <a:lnTo>
                  <a:pt x="237364" y="1132369"/>
                </a:lnTo>
                <a:close/>
              </a:path>
              <a:path w="4359909" h="1712595">
                <a:moveTo>
                  <a:pt x="244162" y="1129469"/>
                </a:moveTo>
                <a:lnTo>
                  <a:pt x="245000" y="1129553"/>
                </a:lnTo>
                <a:lnTo>
                  <a:pt x="244357" y="1129790"/>
                </a:lnTo>
                <a:lnTo>
                  <a:pt x="244162" y="1129469"/>
                </a:lnTo>
                <a:close/>
              </a:path>
              <a:path w="4359909" h="1712595">
                <a:moveTo>
                  <a:pt x="240020" y="1129056"/>
                </a:moveTo>
                <a:lnTo>
                  <a:pt x="243101" y="1127731"/>
                </a:lnTo>
                <a:lnTo>
                  <a:pt x="244162" y="1129469"/>
                </a:lnTo>
                <a:lnTo>
                  <a:pt x="240020" y="1129056"/>
                </a:lnTo>
                <a:close/>
              </a:path>
              <a:path w="4359909" h="1712595">
                <a:moveTo>
                  <a:pt x="445681" y="1129056"/>
                </a:moveTo>
                <a:lnTo>
                  <a:pt x="451988" y="1127731"/>
                </a:lnTo>
                <a:lnTo>
                  <a:pt x="453316" y="1136675"/>
                </a:lnTo>
                <a:lnTo>
                  <a:pt x="448503" y="1136509"/>
                </a:lnTo>
                <a:lnTo>
                  <a:pt x="445847" y="1133859"/>
                </a:lnTo>
                <a:lnTo>
                  <a:pt x="445681" y="1129056"/>
                </a:lnTo>
                <a:close/>
              </a:path>
              <a:path w="4359909" h="1712595">
                <a:moveTo>
                  <a:pt x="319529" y="1118290"/>
                </a:moveTo>
                <a:lnTo>
                  <a:pt x="321521" y="1116302"/>
                </a:lnTo>
                <a:lnTo>
                  <a:pt x="326500" y="1117462"/>
                </a:lnTo>
                <a:lnTo>
                  <a:pt x="326832" y="1121768"/>
                </a:lnTo>
                <a:lnTo>
                  <a:pt x="324840" y="1123590"/>
                </a:lnTo>
                <a:lnTo>
                  <a:pt x="320691" y="1123259"/>
                </a:lnTo>
                <a:lnTo>
                  <a:pt x="319529" y="1118290"/>
                </a:lnTo>
                <a:close/>
              </a:path>
              <a:path w="4359909" h="1712595">
                <a:moveTo>
                  <a:pt x="287742" y="1119884"/>
                </a:moveTo>
                <a:lnTo>
                  <a:pt x="289983" y="1117462"/>
                </a:lnTo>
                <a:lnTo>
                  <a:pt x="291663" y="1119325"/>
                </a:lnTo>
                <a:lnTo>
                  <a:pt x="289609" y="1120319"/>
                </a:lnTo>
                <a:lnTo>
                  <a:pt x="287742" y="1119884"/>
                </a:lnTo>
                <a:close/>
              </a:path>
              <a:path w="4359909" h="1712595">
                <a:moveTo>
                  <a:pt x="2095944" y="1094604"/>
                </a:moveTo>
                <a:lnTo>
                  <a:pt x="2097272" y="1088807"/>
                </a:lnTo>
                <a:lnTo>
                  <a:pt x="2102322" y="1090919"/>
                </a:lnTo>
                <a:lnTo>
                  <a:pt x="2105924" y="1095019"/>
                </a:lnTo>
                <a:lnTo>
                  <a:pt x="2105698" y="1098870"/>
                </a:lnTo>
                <a:lnTo>
                  <a:pt x="2099264" y="1100236"/>
                </a:lnTo>
                <a:lnTo>
                  <a:pt x="2099264" y="1095764"/>
                </a:lnTo>
                <a:lnTo>
                  <a:pt x="2095944" y="1094604"/>
                </a:lnTo>
                <a:close/>
              </a:path>
              <a:path w="4359909" h="1712595">
                <a:moveTo>
                  <a:pt x="493890" y="1132741"/>
                </a:moveTo>
                <a:lnTo>
                  <a:pt x="495477" y="1130878"/>
                </a:lnTo>
                <a:lnTo>
                  <a:pt x="497812" y="1133300"/>
                </a:lnTo>
                <a:lnTo>
                  <a:pt x="495975" y="1133735"/>
                </a:lnTo>
                <a:lnTo>
                  <a:pt x="493890" y="1132741"/>
                </a:lnTo>
                <a:close/>
              </a:path>
              <a:path w="4359909" h="1712595">
                <a:moveTo>
                  <a:pt x="2984650" y="1094439"/>
                </a:moveTo>
                <a:lnTo>
                  <a:pt x="2994941" y="1094439"/>
                </a:lnTo>
                <a:lnTo>
                  <a:pt x="2998593" y="1101064"/>
                </a:lnTo>
                <a:lnTo>
                  <a:pt x="3001912" y="1107855"/>
                </a:lnTo>
                <a:lnTo>
                  <a:pt x="2996928" y="1105223"/>
                </a:lnTo>
                <a:lnTo>
                  <a:pt x="2990791" y="1103694"/>
                </a:lnTo>
                <a:lnTo>
                  <a:pt x="2985900" y="1100891"/>
                </a:lnTo>
                <a:lnTo>
                  <a:pt x="2984650" y="1094439"/>
                </a:lnTo>
                <a:close/>
              </a:path>
              <a:path w="4359909" h="1712595">
                <a:moveTo>
                  <a:pt x="3042247" y="1100071"/>
                </a:moveTo>
                <a:lnTo>
                  <a:pt x="3042247" y="1096261"/>
                </a:lnTo>
                <a:lnTo>
                  <a:pt x="3048057" y="1096261"/>
                </a:lnTo>
                <a:lnTo>
                  <a:pt x="3048555" y="1099408"/>
                </a:lnTo>
                <a:lnTo>
                  <a:pt x="3046231" y="1099573"/>
                </a:lnTo>
                <a:lnTo>
                  <a:pt x="3046065" y="1102058"/>
                </a:lnTo>
                <a:lnTo>
                  <a:pt x="3044572" y="1101727"/>
                </a:lnTo>
                <a:lnTo>
                  <a:pt x="3044240" y="1100236"/>
                </a:lnTo>
                <a:lnTo>
                  <a:pt x="3042247" y="1100071"/>
                </a:lnTo>
                <a:close/>
              </a:path>
              <a:path w="4359909" h="1712595">
                <a:moveTo>
                  <a:pt x="2234379" y="1122596"/>
                </a:moveTo>
                <a:lnTo>
                  <a:pt x="2236371" y="1120443"/>
                </a:lnTo>
                <a:lnTo>
                  <a:pt x="2235707" y="1121271"/>
                </a:lnTo>
                <a:lnTo>
                  <a:pt x="2234379" y="1122596"/>
                </a:lnTo>
                <a:close/>
              </a:path>
              <a:path w="4359909" h="1712595">
                <a:moveTo>
                  <a:pt x="2888708" y="1110008"/>
                </a:moveTo>
                <a:lnTo>
                  <a:pt x="2890533" y="1102058"/>
                </a:lnTo>
                <a:lnTo>
                  <a:pt x="2896343" y="1102555"/>
                </a:lnTo>
                <a:lnTo>
                  <a:pt x="2888708" y="1110008"/>
                </a:lnTo>
                <a:close/>
              </a:path>
              <a:path w="4359909" h="1712595">
                <a:moveTo>
                  <a:pt x="3622379" y="1123425"/>
                </a:moveTo>
                <a:lnTo>
                  <a:pt x="3624205" y="1115474"/>
                </a:lnTo>
                <a:lnTo>
                  <a:pt x="3630015" y="1115971"/>
                </a:lnTo>
                <a:lnTo>
                  <a:pt x="3622379" y="1123425"/>
                </a:lnTo>
                <a:close/>
              </a:path>
              <a:path w="4359909" h="1712595">
                <a:moveTo>
                  <a:pt x="3095011" y="1093947"/>
                </a:moveTo>
                <a:lnTo>
                  <a:pt x="3096360" y="1090505"/>
                </a:lnTo>
                <a:lnTo>
                  <a:pt x="3100448" y="1087622"/>
                </a:lnTo>
                <a:lnTo>
                  <a:pt x="3105655" y="1086820"/>
                </a:lnTo>
                <a:lnTo>
                  <a:pt x="3106685" y="1093282"/>
                </a:lnTo>
                <a:lnTo>
                  <a:pt x="3113021" y="1097896"/>
                </a:lnTo>
                <a:lnTo>
                  <a:pt x="3119077" y="1102728"/>
                </a:lnTo>
                <a:lnTo>
                  <a:pt x="3119266" y="1109843"/>
                </a:lnTo>
                <a:lnTo>
                  <a:pt x="3117773" y="1104874"/>
                </a:lnTo>
                <a:lnTo>
                  <a:pt x="3113789" y="1102555"/>
                </a:lnTo>
                <a:lnTo>
                  <a:pt x="3105987" y="1104014"/>
                </a:lnTo>
                <a:lnTo>
                  <a:pt x="3105987" y="1094936"/>
                </a:lnTo>
                <a:lnTo>
                  <a:pt x="3103830" y="1092617"/>
                </a:lnTo>
                <a:lnTo>
                  <a:pt x="3099846" y="1091954"/>
                </a:lnTo>
                <a:lnTo>
                  <a:pt x="3097688" y="1092948"/>
                </a:lnTo>
                <a:lnTo>
                  <a:pt x="3097688" y="1096153"/>
                </a:lnTo>
                <a:lnTo>
                  <a:pt x="3095011" y="1093947"/>
                </a:lnTo>
                <a:close/>
              </a:path>
              <a:path w="4359909" h="1712595">
                <a:moveTo>
                  <a:pt x="3105821" y="1104046"/>
                </a:moveTo>
                <a:lnTo>
                  <a:pt x="3105987" y="1099408"/>
                </a:lnTo>
                <a:lnTo>
                  <a:pt x="3105987" y="1104014"/>
                </a:lnTo>
                <a:lnTo>
                  <a:pt x="3105821" y="1104046"/>
                </a:lnTo>
                <a:close/>
              </a:path>
              <a:path w="4359909" h="1712595">
                <a:moveTo>
                  <a:pt x="3097688" y="1096153"/>
                </a:moveTo>
                <a:lnTo>
                  <a:pt x="3097688" y="1092948"/>
                </a:lnTo>
                <a:lnTo>
                  <a:pt x="3098020" y="1096426"/>
                </a:lnTo>
                <a:lnTo>
                  <a:pt x="3097688" y="1096153"/>
                </a:lnTo>
                <a:close/>
              </a:path>
              <a:path w="4359909" h="1712595">
                <a:moveTo>
                  <a:pt x="2129474" y="1122431"/>
                </a:moveTo>
                <a:lnTo>
                  <a:pt x="2129972" y="1117462"/>
                </a:lnTo>
                <a:lnTo>
                  <a:pt x="2134951" y="1116965"/>
                </a:lnTo>
                <a:lnTo>
                  <a:pt x="2138271" y="1118124"/>
                </a:lnTo>
                <a:lnTo>
                  <a:pt x="2137607" y="1123259"/>
                </a:lnTo>
                <a:lnTo>
                  <a:pt x="2132627" y="1123756"/>
                </a:lnTo>
                <a:lnTo>
                  <a:pt x="2129474" y="1122431"/>
                </a:lnTo>
                <a:close/>
              </a:path>
              <a:path w="4359909" h="1712595">
                <a:moveTo>
                  <a:pt x="3797166" y="1094439"/>
                </a:moveTo>
                <a:lnTo>
                  <a:pt x="3797830" y="1089636"/>
                </a:lnTo>
                <a:lnTo>
                  <a:pt x="3804470" y="1094273"/>
                </a:lnTo>
                <a:lnTo>
                  <a:pt x="3802976" y="1098249"/>
                </a:lnTo>
                <a:lnTo>
                  <a:pt x="3800320" y="1097586"/>
                </a:lnTo>
                <a:lnTo>
                  <a:pt x="3799822" y="1094936"/>
                </a:lnTo>
                <a:lnTo>
                  <a:pt x="3797166" y="1094439"/>
                </a:lnTo>
                <a:close/>
              </a:path>
              <a:path w="4359909" h="1712595">
                <a:moveTo>
                  <a:pt x="3305340" y="1118787"/>
                </a:moveTo>
                <a:lnTo>
                  <a:pt x="3305506" y="1115474"/>
                </a:lnTo>
                <a:lnTo>
                  <a:pt x="3307830" y="1116302"/>
                </a:lnTo>
                <a:lnTo>
                  <a:pt x="3309490" y="1117959"/>
                </a:lnTo>
                <a:lnTo>
                  <a:pt x="3309324" y="1121271"/>
                </a:lnTo>
                <a:lnTo>
                  <a:pt x="3306834" y="1120443"/>
                </a:lnTo>
                <a:lnTo>
                  <a:pt x="3305340" y="1118787"/>
                </a:lnTo>
                <a:close/>
              </a:path>
              <a:path w="4359909" h="1712595">
                <a:moveTo>
                  <a:pt x="3765130" y="1099573"/>
                </a:moveTo>
                <a:lnTo>
                  <a:pt x="3766292" y="1098248"/>
                </a:lnTo>
                <a:lnTo>
                  <a:pt x="3767122" y="1097420"/>
                </a:lnTo>
                <a:lnTo>
                  <a:pt x="3765130" y="1099573"/>
                </a:lnTo>
                <a:close/>
              </a:path>
              <a:path w="4359909" h="1712595">
                <a:moveTo>
                  <a:pt x="4181013" y="455210"/>
                </a:moveTo>
                <a:lnTo>
                  <a:pt x="4183091" y="456258"/>
                </a:lnTo>
                <a:lnTo>
                  <a:pt x="4184141" y="458331"/>
                </a:lnTo>
                <a:lnTo>
                  <a:pt x="4182406" y="456941"/>
                </a:lnTo>
                <a:lnTo>
                  <a:pt x="4181013" y="455210"/>
                </a:lnTo>
                <a:close/>
              </a:path>
              <a:path w="4359909" h="1712595">
                <a:moveTo>
                  <a:pt x="1557641" y="417997"/>
                </a:moveTo>
                <a:lnTo>
                  <a:pt x="1558471" y="413193"/>
                </a:lnTo>
                <a:lnTo>
                  <a:pt x="1565111" y="417831"/>
                </a:lnTo>
                <a:lnTo>
                  <a:pt x="1563451" y="421806"/>
                </a:lnTo>
                <a:lnTo>
                  <a:pt x="1560629" y="422564"/>
                </a:lnTo>
                <a:lnTo>
                  <a:pt x="1560629" y="418162"/>
                </a:lnTo>
                <a:lnTo>
                  <a:pt x="1557641" y="417997"/>
                </a:lnTo>
                <a:close/>
              </a:path>
              <a:path w="4359909" h="1712595">
                <a:moveTo>
                  <a:pt x="1559135" y="422966"/>
                </a:moveTo>
                <a:lnTo>
                  <a:pt x="1560629" y="418162"/>
                </a:lnTo>
                <a:lnTo>
                  <a:pt x="1560629" y="422564"/>
                </a:lnTo>
                <a:lnTo>
                  <a:pt x="1559135" y="422966"/>
                </a:lnTo>
                <a:close/>
              </a:path>
              <a:path w="4359909" h="1712595">
                <a:moveTo>
                  <a:pt x="1440718" y="472133"/>
                </a:moveTo>
                <a:lnTo>
                  <a:pt x="1442445" y="473483"/>
                </a:lnTo>
                <a:lnTo>
                  <a:pt x="1443799" y="475207"/>
                </a:lnTo>
                <a:lnTo>
                  <a:pt x="1442196" y="473732"/>
                </a:lnTo>
                <a:lnTo>
                  <a:pt x="1440718" y="472133"/>
                </a:lnTo>
                <a:close/>
              </a:path>
              <a:path w="4359909" h="1712595">
                <a:moveTo>
                  <a:pt x="1476970" y="454436"/>
                </a:moveTo>
                <a:lnTo>
                  <a:pt x="1477303" y="452117"/>
                </a:lnTo>
                <a:lnTo>
                  <a:pt x="1480456" y="452779"/>
                </a:lnTo>
                <a:lnTo>
                  <a:pt x="1482780" y="452448"/>
                </a:lnTo>
                <a:lnTo>
                  <a:pt x="1484108" y="458908"/>
                </a:lnTo>
                <a:lnTo>
                  <a:pt x="1478797" y="455595"/>
                </a:lnTo>
                <a:lnTo>
                  <a:pt x="1476970" y="454436"/>
                </a:lnTo>
                <a:close/>
              </a:path>
              <a:path w="4359909" h="1712595">
                <a:moveTo>
                  <a:pt x="1551998" y="468018"/>
                </a:moveTo>
                <a:lnTo>
                  <a:pt x="1553823" y="460067"/>
                </a:lnTo>
                <a:lnTo>
                  <a:pt x="1559633" y="460564"/>
                </a:lnTo>
                <a:lnTo>
                  <a:pt x="1551998" y="468018"/>
                </a:lnTo>
                <a:close/>
              </a:path>
              <a:path w="4359909" h="1712595">
                <a:moveTo>
                  <a:pt x="1028136" y="463214"/>
                </a:moveTo>
                <a:lnTo>
                  <a:pt x="1030294" y="461227"/>
                </a:lnTo>
                <a:lnTo>
                  <a:pt x="1029464" y="462055"/>
                </a:lnTo>
                <a:lnTo>
                  <a:pt x="1028136" y="463214"/>
                </a:lnTo>
                <a:close/>
              </a:path>
              <a:path w="4359909" h="1712595">
                <a:moveTo>
                  <a:pt x="2069883" y="454767"/>
                </a:moveTo>
                <a:lnTo>
                  <a:pt x="2070381" y="450461"/>
                </a:lnTo>
                <a:lnTo>
                  <a:pt x="2073868" y="450958"/>
                </a:lnTo>
                <a:lnTo>
                  <a:pt x="2074863" y="453773"/>
                </a:lnTo>
                <a:lnTo>
                  <a:pt x="2074199" y="458080"/>
                </a:lnTo>
                <a:lnTo>
                  <a:pt x="2070879" y="457748"/>
                </a:lnTo>
                <a:lnTo>
                  <a:pt x="2069883" y="454767"/>
                </a:lnTo>
                <a:close/>
              </a:path>
              <a:path w="4359909" h="1712595">
                <a:moveTo>
                  <a:pt x="929539" y="437044"/>
                </a:moveTo>
                <a:lnTo>
                  <a:pt x="932807" y="435158"/>
                </a:lnTo>
                <a:lnTo>
                  <a:pt x="934767" y="436734"/>
                </a:lnTo>
                <a:lnTo>
                  <a:pt x="934114" y="438465"/>
                </a:lnTo>
                <a:lnTo>
                  <a:pt x="929539" y="437044"/>
                </a:lnTo>
                <a:close/>
              </a:path>
              <a:path w="4359909" h="1712595">
                <a:moveTo>
                  <a:pt x="754918" y="464208"/>
                </a:moveTo>
                <a:lnTo>
                  <a:pt x="756744" y="456258"/>
                </a:lnTo>
                <a:lnTo>
                  <a:pt x="762554" y="456755"/>
                </a:lnTo>
                <a:lnTo>
                  <a:pt x="754918" y="464208"/>
                </a:lnTo>
                <a:close/>
              </a:path>
              <a:path w="4359909" h="1712595">
                <a:moveTo>
                  <a:pt x="938004" y="440357"/>
                </a:moveTo>
                <a:lnTo>
                  <a:pt x="939166" y="439032"/>
                </a:lnTo>
                <a:lnTo>
                  <a:pt x="939996" y="438204"/>
                </a:lnTo>
                <a:lnTo>
                  <a:pt x="938004" y="440357"/>
                </a:lnTo>
                <a:close/>
              </a:path>
              <a:path w="4359909" h="1712595">
                <a:moveTo>
                  <a:pt x="3893274" y="462386"/>
                </a:moveTo>
                <a:lnTo>
                  <a:pt x="3895099" y="454436"/>
                </a:lnTo>
                <a:lnTo>
                  <a:pt x="3900743" y="454767"/>
                </a:lnTo>
                <a:lnTo>
                  <a:pt x="3893274" y="462386"/>
                </a:lnTo>
                <a:close/>
              </a:path>
              <a:path w="4359909" h="1712595">
                <a:moveTo>
                  <a:pt x="1251755" y="452138"/>
                </a:moveTo>
                <a:lnTo>
                  <a:pt x="1251755" y="449063"/>
                </a:lnTo>
                <a:lnTo>
                  <a:pt x="1254213" y="452448"/>
                </a:lnTo>
                <a:lnTo>
                  <a:pt x="1251755" y="452138"/>
                </a:lnTo>
                <a:close/>
              </a:path>
              <a:path w="4359909" h="1712595">
                <a:moveTo>
                  <a:pt x="1247927" y="447728"/>
                </a:moveTo>
                <a:lnTo>
                  <a:pt x="1248588" y="442060"/>
                </a:lnTo>
                <a:lnTo>
                  <a:pt x="1252222" y="437044"/>
                </a:lnTo>
                <a:lnTo>
                  <a:pt x="1253747" y="439498"/>
                </a:lnTo>
                <a:lnTo>
                  <a:pt x="1252595" y="444125"/>
                </a:lnTo>
                <a:lnTo>
                  <a:pt x="1251755" y="449063"/>
                </a:lnTo>
                <a:lnTo>
                  <a:pt x="1251755" y="452138"/>
                </a:lnTo>
                <a:lnTo>
                  <a:pt x="1249911" y="451905"/>
                </a:lnTo>
                <a:lnTo>
                  <a:pt x="1247927" y="447728"/>
                </a:lnTo>
                <a:close/>
              </a:path>
              <a:path w="4359909" h="1712595">
                <a:moveTo>
                  <a:pt x="1021497" y="449467"/>
                </a:moveTo>
                <a:lnTo>
                  <a:pt x="1021995" y="445823"/>
                </a:lnTo>
                <a:lnTo>
                  <a:pt x="1021995" y="442901"/>
                </a:lnTo>
                <a:lnTo>
                  <a:pt x="1024152" y="443670"/>
                </a:lnTo>
                <a:lnTo>
                  <a:pt x="1025812" y="445326"/>
                </a:lnTo>
                <a:lnTo>
                  <a:pt x="1025647" y="448639"/>
                </a:lnTo>
                <a:lnTo>
                  <a:pt x="1021995" y="449367"/>
                </a:lnTo>
                <a:lnTo>
                  <a:pt x="1021995" y="445823"/>
                </a:lnTo>
                <a:lnTo>
                  <a:pt x="1021829" y="442842"/>
                </a:lnTo>
                <a:lnTo>
                  <a:pt x="1021829" y="449401"/>
                </a:lnTo>
                <a:lnTo>
                  <a:pt x="1021497" y="449467"/>
                </a:lnTo>
                <a:close/>
              </a:path>
              <a:path w="4359909" h="1712595">
                <a:moveTo>
                  <a:pt x="2366174" y="409218"/>
                </a:moveTo>
                <a:lnTo>
                  <a:pt x="2371984" y="412200"/>
                </a:lnTo>
                <a:lnTo>
                  <a:pt x="2372648" y="416672"/>
                </a:lnTo>
                <a:lnTo>
                  <a:pt x="2371652" y="419487"/>
                </a:lnTo>
                <a:lnTo>
                  <a:pt x="2369992" y="421806"/>
                </a:lnTo>
                <a:lnTo>
                  <a:pt x="2367004" y="422137"/>
                </a:lnTo>
                <a:lnTo>
                  <a:pt x="2366174" y="409218"/>
                </a:lnTo>
                <a:close/>
              </a:path>
              <a:path w="4359909" h="1712595">
                <a:moveTo>
                  <a:pt x="3775647" y="432526"/>
                </a:moveTo>
                <a:lnTo>
                  <a:pt x="3777227" y="431206"/>
                </a:lnTo>
                <a:lnTo>
                  <a:pt x="3779148" y="432805"/>
                </a:lnTo>
                <a:lnTo>
                  <a:pt x="3777911" y="437044"/>
                </a:lnTo>
                <a:lnTo>
                  <a:pt x="3775647" y="432526"/>
                </a:lnTo>
                <a:close/>
              </a:path>
              <a:path w="4359909" h="1712595">
                <a:moveTo>
                  <a:pt x="1909206" y="452779"/>
                </a:moveTo>
                <a:lnTo>
                  <a:pt x="1911032" y="444829"/>
                </a:lnTo>
                <a:lnTo>
                  <a:pt x="1916842" y="445160"/>
                </a:lnTo>
                <a:lnTo>
                  <a:pt x="1909206" y="452779"/>
                </a:lnTo>
                <a:close/>
              </a:path>
              <a:path w="4359909" h="1712595">
                <a:moveTo>
                  <a:pt x="3868331" y="443978"/>
                </a:moveTo>
                <a:lnTo>
                  <a:pt x="3870035" y="441020"/>
                </a:lnTo>
                <a:lnTo>
                  <a:pt x="3872019" y="443186"/>
                </a:lnTo>
                <a:lnTo>
                  <a:pt x="3870222" y="444436"/>
                </a:lnTo>
                <a:lnTo>
                  <a:pt x="3868331" y="443978"/>
                </a:lnTo>
                <a:close/>
              </a:path>
              <a:path w="4359909" h="1712595">
                <a:moveTo>
                  <a:pt x="3862400" y="441185"/>
                </a:moveTo>
                <a:lnTo>
                  <a:pt x="3864392" y="433235"/>
                </a:lnTo>
                <a:lnTo>
                  <a:pt x="3870035" y="433732"/>
                </a:lnTo>
                <a:lnTo>
                  <a:pt x="3862400" y="441185"/>
                </a:lnTo>
                <a:close/>
              </a:path>
              <a:path w="4359909" h="1712595">
                <a:moveTo>
                  <a:pt x="3324761" y="456589"/>
                </a:moveTo>
                <a:lnTo>
                  <a:pt x="3326587" y="448639"/>
                </a:lnTo>
                <a:lnTo>
                  <a:pt x="3332230" y="448970"/>
                </a:lnTo>
                <a:lnTo>
                  <a:pt x="3324761" y="456589"/>
                </a:lnTo>
                <a:close/>
              </a:path>
              <a:path w="4359909" h="1712595">
                <a:moveTo>
                  <a:pt x="3236294" y="449211"/>
                </a:moveTo>
                <a:lnTo>
                  <a:pt x="3237866" y="447293"/>
                </a:lnTo>
                <a:lnTo>
                  <a:pt x="3239562" y="447953"/>
                </a:lnTo>
                <a:lnTo>
                  <a:pt x="3238115" y="452448"/>
                </a:lnTo>
                <a:lnTo>
                  <a:pt x="3236294" y="449211"/>
                </a:lnTo>
                <a:close/>
              </a:path>
              <a:path w="4359909" h="1712595">
                <a:moveTo>
                  <a:pt x="3376550" y="442842"/>
                </a:moveTo>
                <a:lnTo>
                  <a:pt x="3379869" y="443338"/>
                </a:lnTo>
                <a:lnTo>
                  <a:pt x="3380865" y="446154"/>
                </a:lnTo>
                <a:lnTo>
                  <a:pt x="3380367" y="450461"/>
                </a:lnTo>
                <a:lnTo>
                  <a:pt x="3377878" y="449301"/>
                </a:lnTo>
                <a:lnTo>
                  <a:pt x="3376882" y="446485"/>
                </a:lnTo>
                <a:lnTo>
                  <a:pt x="3376550" y="442842"/>
                </a:lnTo>
                <a:close/>
              </a:path>
              <a:path w="4359909" h="1712595">
                <a:moveTo>
                  <a:pt x="3614578" y="434726"/>
                </a:moveTo>
                <a:lnTo>
                  <a:pt x="3616570" y="429425"/>
                </a:lnTo>
                <a:lnTo>
                  <a:pt x="3624039" y="426444"/>
                </a:lnTo>
                <a:lnTo>
                  <a:pt x="3617234" y="437707"/>
                </a:lnTo>
                <a:lnTo>
                  <a:pt x="3617234" y="438966"/>
                </a:lnTo>
                <a:lnTo>
                  <a:pt x="3614578" y="434726"/>
                </a:lnTo>
                <a:close/>
              </a:path>
              <a:path w="4359909" h="1712595">
                <a:moveTo>
                  <a:pt x="3617234" y="438966"/>
                </a:moveTo>
                <a:lnTo>
                  <a:pt x="3617234" y="437707"/>
                </a:lnTo>
                <a:lnTo>
                  <a:pt x="3622379" y="437044"/>
                </a:lnTo>
                <a:lnTo>
                  <a:pt x="3619557" y="442676"/>
                </a:lnTo>
                <a:lnTo>
                  <a:pt x="3617234" y="438966"/>
                </a:lnTo>
                <a:close/>
              </a:path>
              <a:path w="4359909" h="1712595">
                <a:moveTo>
                  <a:pt x="2379287" y="439363"/>
                </a:moveTo>
                <a:lnTo>
                  <a:pt x="2385429" y="441020"/>
                </a:lnTo>
                <a:lnTo>
                  <a:pt x="2384599" y="444663"/>
                </a:lnTo>
                <a:lnTo>
                  <a:pt x="2384599" y="449120"/>
                </a:lnTo>
                <a:lnTo>
                  <a:pt x="2382773" y="448943"/>
                </a:lnTo>
                <a:lnTo>
                  <a:pt x="2382773" y="447314"/>
                </a:lnTo>
                <a:lnTo>
                  <a:pt x="2379287" y="439363"/>
                </a:lnTo>
                <a:close/>
              </a:path>
              <a:path w="4359909" h="1712595">
                <a:moveTo>
                  <a:pt x="2384599" y="449120"/>
                </a:moveTo>
                <a:lnTo>
                  <a:pt x="2384599" y="444663"/>
                </a:lnTo>
                <a:lnTo>
                  <a:pt x="2384765" y="449136"/>
                </a:lnTo>
                <a:lnTo>
                  <a:pt x="2384599" y="449120"/>
                </a:lnTo>
                <a:close/>
              </a:path>
              <a:path w="4359909" h="1712595">
                <a:moveTo>
                  <a:pt x="2379619" y="448639"/>
                </a:moveTo>
                <a:lnTo>
                  <a:pt x="2382773" y="447314"/>
                </a:lnTo>
                <a:lnTo>
                  <a:pt x="2382773" y="448943"/>
                </a:lnTo>
                <a:lnTo>
                  <a:pt x="2379619" y="448639"/>
                </a:lnTo>
                <a:close/>
              </a:path>
              <a:path w="4359909" h="1712595">
                <a:moveTo>
                  <a:pt x="1623876" y="448965"/>
                </a:moveTo>
                <a:lnTo>
                  <a:pt x="1628685" y="448639"/>
                </a:lnTo>
                <a:lnTo>
                  <a:pt x="1626771" y="451853"/>
                </a:lnTo>
                <a:lnTo>
                  <a:pt x="1624203" y="450999"/>
                </a:lnTo>
                <a:lnTo>
                  <a:pt x="1623876" y="448965"/>
                </a:lnTo>
                <a:close/>
              </a:path>
              <a:path w="4359909" h="1712595">
                <a:moveTo>
                  <a:pt x="3311150" y="437044"/>
                </a:moveTo>
                <a:lnTo>
                  <a:pt x="3316130" y="439695"/>
                </a:lnTo>
                <a:lnTo>
                  <a:pt x="3319947" y="443504"/>
                </a:lnTo>
                <a:lnTo>
                  <a:pt x="3324595" y="446651"/>
                </a:lnTo>
                <a:lnTo>
                  <a:pt x="3320347" y="448131"/>
                </a:lnTo>
                <a:lnTo>
                  <a:pt x="3315134" y="446941"/>
                </a:lnTo>
                <a:lnTo>
                  <a:pt x="3311290" y="443204"/>
                </a:lnTo>
                <a:lnTo>
                  <a:pt x="3311150" y="437044"/>
                </a:lnTo>
                <a:close/>
              </a:path>
              <a:path w="4359909" h="1712595">
                <a:moveTo>
                  <a:pt x="2424517" y="443447"/>
                </a:moveTo>
                <a:lnTo>
                  <a:pt x="2429582" y="442842"/>
                </a:lnTo>
                <a:lnTo>
                  <a:pt x="2427458" y="446335"/>
                </a:lnTo>
                <a:lnTo>
                  <a:pt x="2424789" y="445574"/>
                </a:lnTo>
                <a:lnTo>
                  <a:pt x="2424517" y="443447"/>
                </a:lnTo>
                <a:close/>
              </a:path>
              <a:path w="4359909" h="1712595">
                <a:moveTo>
                  <a:pt x="944809" y="457748"/>
                </a:moveTo>
                <a:lnTo>
                  <a:pt x="944976" y="454436"/>
                </a:lnTo>
                <a:lnTo>
                  <a:pt x="949125" y="453442"/>
                </a:lnTo>
                <a:lnTo>
                  <a:pt x="948627" y="457086"/>
                </a:lnTo>
                <a:lnTo>
                  <a:pt x="948627" y="460174"/>
                </a:lnTo>
                <a:lnTo>
                  <a:pt x="946470" y="459405"/>
                </a:lnTo>
                <a:lnTo>
                  <a:pt x="944809" y="457748"/>
                </a:lnTo>
                <a:close/>
              </a:path>
              <a:path w="4359909" h="1712595">
                <a:moveTo>
                  <a:pt x="948627" y="460174"/>
                </a:moveTo>
                <a:lnTo>
                  <a:pt x="948627" y="457086"/>
                </a:lnTo>
                <a:lnTo>
                  <a:pt x="948794" y="460233"/>
                </a:lnTo>
                <a:lnTo>
                  <a:pt x="948627" y="460174"/>
                </a:lnTo>
                <a:close/>
              </a:path>
              <a:path w="4359909" h="1712595">
                <a:moveTo>
                  <a:pt x="1053864" y="628184"/>
                </a:moveTo>
                <a:lnTo>
                  <a:pt x="1054860" y="623878"/>
                </a:lnTo>
                <a:lnTo>
                  <a:pt x="1054860" y="621100"/>
                </a:lnTo>
                <a:lnTo>
                  <a:pt x="1058844" y="621559"/>
                </a:lnTo>
                <a:lnTo>
                  <a:pt x="1058844" y="626196"/>
                </a:lnTo>
                <a:lnTo>
                  <a:pt x="1056520" y="628681"/>
                </a:lnTo>
                <a:lnTo>
                  <a:pt x="1054860" y="628370"/>
                </a:lnTo>
                <a:lnTo>
                  <a:pt x="1054860" y="623878"/>
                </a:lnTo>
                <a:lnTo>
                  <a:pt x="1054529" y="621062"/>
                </a:lnTo>
                <a:lnTo>
                  <a:pt x="1054529" y="628308"/>
                </a:lnTo>
                <a:lnTo>
                  <a:pt x="1053864" y="628184"/>
                </a:lnTo>
                <a:close/>
              </a:path>
              <a:path w="4359909" h="1712595">
                <a:moveTo>
                  <a:pt x="660803" y="632822"/>
                </a:moveTo>
                <a:lnTo>
                  <a:pt x="662628" y="624871"/>
                </a:lnTo>
                <a:lnTo>
                  <a:pt x="668438" y="625368"/>
                </a:lnTo>
                <a:lnTo>
                  <a:pt x="660803" y="632822"/>
                </a:lnTo>
                <a:close/>
              </a:path>
              <a:path w="4359909" h="1712595">
                <a:moveTo>
                  <a:pt x="217944" y="614271"/>
                </a:moveTo>
                <a:lnTo>
                  <a:pt x="220931" y="609468"/>
                </a:lnTo>
                <a:lnTo>
                  <a:pt x="224085" y="608971"/>
                </a:lnTo>
                <a:lnTo>
                  <a:pt x="224251" y="611290"/>
                </a:lnTo>
                <a:lnTo>
                  <a:pt x="226741" y="611455"/>
                </a:lnTo>
                <a:lnTo>
                  <a:pt x="227405" y="615265"/>
                </a:lnTo>
                <a:lnTo>
                  <a:pt x="217944" y="614271"/>
                </a:lnTo>
                <a:close/>
              </a:path>
              <a:path w="4359909" h="1712595">
                <a:moveTo>
                  <a:pt x="236368" y="613443"/>
                </a:moveTo>
                <a:lnTo>
                  <a:pt x="239688" y="606652"/>
                </a:lnTo>
                <a:lnTo>
                  <a:pt x="240186" y="618246"/>
                </a:lnTo>
                <a:lnTo>
                  <a:pt x="244004" y="617252"/>
                </a:lnTo>
                <a:lnTo>
                  <a:pt x="241016" y="623546"/>
                </a:lnTo>
                <a:lnTo>
                  <a:pt x="238526" y="613940"/>
                </a:lnTo>
                <a:lnTo>
                  <a:pt x="236368" y="613443"/>
                </a:lnTo>
                <a:close/>
              </a:path>
              <a:path w="4359909" h="1712595">
                <a:moveTo>
                  <a:pt x="600200" y="622749"/>
                </a:moveTo>
                <a:lnTo>
                  <a:pt x="605694" y="621062"/>
                </a:lnTo>
                <a:lnTo>
                  <a:pt x="602208" y="629012"/>
                </a:lnTo>
                <a:lnTo>
                  <a:pt x="602208" y="632169"/>
                </a:lnTo>
                <a:lnTo>
                  <a:pt x="600548" y="631195"/>
                </a:lnTo>
                <a:lnTo>
                  <a:pt x="600548" y="624706"/>
                </a:lnTo>
                <a:lnTo>
                  <a:pt x="600200" y="622749"/>
                </a:lnTo>
                <a:close/>
              </a:path>
              <a:path w="4359909" h="1712595">
                <a:moveTo>
                  <a:pt x="602208" y="632169"/>
                </a:moveTo>
                <a:lnTo>
                  <a:pt x="602208" y="629012"/>
                </a:lnTo>
                <a:lnTo>
                  <a:pt x="603039" y="632656"/>
                </a:lnTo>
                <a:lnTo>
                  <a:pt x="602208" y="632169"/>
                </a:lnTo>
                <a:close/>
              </a:path>
              <a:path w="4359909" h="1712595">
                <a:moveTo>
                  <a:pt x="599221" y="623049"/>
                </a:moveTo>
                <a:lnTo>
                  <a:pt x="600200" y="622749"/>
                </a:lnTo>
                <a:lnTo>
                  <a:pt x="600548" y="624706"/>
                </a:lnTo>
                <a:lnTo>
                  <a:pt x="599392" y="623648"/>
                </a:lnTo>
                <a:lnTo>
                  <a:pt x="599221" y="623049"/>
                </a:lnTo>
                <a:close/>
              </a:path>
              <a:path w="4359909" h="1712595">
                <a:moveTo>
                  <a:pt x="599392" y="623648"/>
                </a:moveTo>
                <a:lnTo>
                  <a:pt x="600548" y="624706"/>
                </a:lnTo>
                <a:lnTo>
                  <a:pt x="600548" y="631195"/>
                </a:lnTo>
                <a:lnTo>
                  <a:pt x="600217" y="631000"/>
                </a:lnTo>
                <a:lnTo>
                  <a:pt x="600217" y="626528"/>
                </a:lnTo>
                <a:lnTo>
                  <a:pt x="599392" y="623648"/>
                </a:lnTo>
                <a:close/>
              </a:path>
              <a:path w="4359909" h="1712595">
                <a:moveTo>
                  <a:pt x="589594" y="617252"/>
                </a:moveTo>
                <a:lnTo>
                  <a:pt x="589594" y="609633"/>
                </a:lnTo>
                <a:lnTo>
                  <a:pt x="593595" y="609915"/>
                </a:lnTo>
                <a:lnTo>
                  <a:pt x="594843" y="613008"/>
                </a:lnTo>
                <a:lnTo>
                  <a:pt x="595872" y="616318"/>
                </a:lnTo>
                <a:lnTo>
                  <a:pt x="599221" y="617252"/>
                </a:lnTo>
                <a:lnTo>
                  <a:pt x="600200" y="622749"/>
                </a:lnTo>
                <a:lnTo>
                  <a:pt x="599221" y="623049"/>
                </a:lnTo>
                <a:lnTo>
                  <a:pt x="599221" y="623491"/>
                </a:lnTo>
                <a:lnTo>
                  <a:pt x="592581" y="617418"/>
                </a:lnTo>
                <a:lnTo>
                  <a:pt x="589594" y="617252"/>
                </a:lnTo>
                <a:close/>
              </a:path>
              <a:path w="4359909" h="1712595">
                <a:moveTo>
                  <a:pt x="599221" y="623491"/>
                </a:moveTo>
                <a:lnTo>
                  <a:pt x="599221" y="623049"/>
                </a:lnTo>
                <a:lnTo>
                  <a:pt x="599392" y="623648"/>
                </a:lnTo>
                <a:lnTo>
                  <a:pt x="599221" y="623491"/>
                </a:lnTo>
                <a:close/>
              </a:path>
              <a:path w="4359909" h="1712595">
                <a:moveTo>
                  <a:pt x="1388996" y="597045"/>
                </a:moveTo>
                <a:lnTo>
                  <a:pt x="1390490" y="590420"/>
                </a:lnTo>
                <a:lnTo>
                  <a:pt x="1393976" y="592242"/>
                </a:lnTo>
                <a:lnTo>
                  <a:pt x="1397130" y="594064"/>
                </a:lnTo>
                <a:lnTo>
                  <a:pt x="1396300" y="600027"/>
                </a:lnTo>
                <a:lnTo>
                  <a:pt x="1392316" y="598867"/>
                </a:lnTo>
                <a:lnTo>
                  <a:pt x="1388996" y="597045"/>
                </a:lnTo>
                <a:close/>
              </a:path>
              <a:path w="4359909" h="1712595">
                <a:moveTo>
                  <a:pt x="383767" y="669261"/>
                </a:moveTo>
                <a:lnTo>
                  <a:pt x="384098" y="665120"/>
                </a:lnTo>
                <a:lnTo>
                  <a:pt x="388414" y="664789"/>
                </a:lnTo>
                <a:lnTo>
                  <a:pt x="390240" y="666776"/>
                </a:lnTo>
                <a:lnTo>
                  <a:pt x="389908" y="670917"/>
                </a:lnTo>
                <a:lnTo>
                  <a:pt x="385592" y="671248"/>
                </a:lnTo>
                <a:lnTo>
                  <a:pt x="383767" y="669261"/>
                </a:lnTo>
                <a:close/>
              </a:path>
              <a:path w="4359909" h="1712595">
                <a:moveTo>
                  <a:pt x="2307129" y="473214"/>
                </a:moveTo>
                <a:lnTo>
                  <a:pt x="2308576" y="469674"/>
                </a:lnTo>
                <a:lnTo>
                  <a:pt x="2310770" y="473028"/>
                </a:lnTo>
                <a:lnTo>
                  <a:pt x="2309074" y="474270"/>
                </a:lnTo>
                <a:lnTo>
                  <a:pt x="2307129" y="473214"/>
                </a:lnTo>
                <a:close/>
              </a:path>
              <a:path w="4359909" h="1712595">
                <a:moveTo>
                  <a:pt x="758736" y="669261"/>
                </a:moveTo>
                <a:lnTo>
                  <a:pt x="760562" y="661310"/>
                </a:lnTo>
                <a:lnTo>
                  <a:pt x="766371" y="661807"/>
                </a:lnTo>
                <a:lnTo>
                  <a:pt x="758736" y="669261"/>
                </a:lnTo>
                <a:close/>
              </a:path>
              <a:path w="4359909" h="1712595">
                <a:moveTo>
                  <a:pt x="2214460" y="621062"/>
                </a:moveTo>
                <a:lnTo>
                  <a:pt x="2222262" y="620896"/>
                </a:lnTo>
                <a:lnTo>
                  <a:pt x="2217780" y="631049"/>
                </a:lnTo>
                <a:lnTo>
                  <a:pt x="2217780" y="625368"/>
                </a:lnTo>
                <a:lnTo>
                  <a:pt x="2214460" y="621062"/>
                </a:lnTo>
                <a:close/>
              </a:path>
              <a:path w="4359909" h="1712595">
                <a:moveTo>
                  <a:pt x="2216120" y="637544"/>
                </a:moveTo>
                <a:lnTo>
                  <a:pt x="2216120" y="634809"/>
                </a:lnTo>
                <a:lnTo>
                  <a:pt x="2220270" y="638288"/>
                </a:lnTo>
                <a:lnTo>
                  <a:pt x="2216120" y="637544"/>
                </a:lnTo>
                <a:close/>
              </a:path>
              <a:path w="4359909" h="1712595">
                <a:moveTo>
                  <a:pt x="2213796" y="637128"/>
                </a:moveTo>
                <a:lnTo>
                  <a:pt x="2217780" y="625368"/>
                </a:lnTo>
                <a:lnTo>
                  <a:pt x="2217780" y="631049"/>
                </a:lnTo>
                <a:lnTo>
                  <a:pt x="2216120" y="634809"/>
                </a:lnTo>
                <a:lnTo>
                  <a:pt x="2216120" y="637544"/>
                </a:lnTo>
                <a:lnTo>
                  <a:pt x="2213796" y="637128"/>
                </a:lnTo>
                <a:close/>
              </a:path>
              <a:path w="4359909" h="1712595">
                <a:moveTo>
                  <a:pt x="674247" y="665451"/>
                </a:moveTo>
                <a:lnTo>
                  <a:pt x="676073" y="657501"/>
                </a:lnTo>
                <a:lnTo>
                  <a:pt x="681883" y="657832"/>
                </a:lnTo>
                <a:lnTo>
                  <a:pt x="676903" y="662801"/>
                </a:lnTo>
                <a:lnTo>
                  <a:pt x="676903" y="662470"/>
                </a:lnTo>
                <a:lnTo>
                  <a:pt x="674912" y="664458"/>
                </a:lnTo>
                <a:lnTo>
                  <a:pt x="674912" y="664789"/>
                </a:lnTo>
                <a:lnTo>
                  <a:pt x="674247" y="665451"/>
                </a:lnTo>
                <a:close/>
              </a:path>
              <a:path w="4359909" h="1712595">
                <a:moveTo>
                  <a:pt x="674912" y="664789"/>
                </a:moveTo>
                <a:lnTo>
                  <a:pt x="674912" y="664458"/>
                </a:lnTo>
                <a:lnTo>
                  <a:pt x="676903" y="662470"/>
                </a:lnTo>
                <a:lnTo>
                  <a:pt x="676903" y="662801"/>
                </a:lnTo>
                <a:lnTo>
                  <a:pt x="674912" y="664789"/>
                </a:lnTo>
                <a:close/>
              </a:path>
              <a:path w="4359909" h="1712595">
                <a:moveTo>
                  <a:pt x="766190" y="631585"/>
                </a:moveTo>
                <a:lnTo>
                  <a:pt x="768197" y="632656"/>
                </a:lnTo>
                <a:lnTo>
                  <a:pt x="769271" y="634659"/>
                </a:lnTo>
                <a:lnTo>
                  <a:pt x="767575" y="633277"/>
                </a:lnTo>
                <a:lnTo>
                  <a:pt x="766190" y="631585"/>
                </a:lnTo>
                <a:close/>
              </a:path>
              <a:path w="4359909" h="1712595">
                <a:moveTo>
                  <a:pt x="647357" y="556300"/>
                </a:moveTo>
                <a:lnTo>
                  <a:pt x="649183" y="548184"/>
                </a:lnTo>
                <a:lnTo>
                  <a:pt x="654993" y="548681"/>
                </a:lnTo>
                <a:lnTo>
                  <a:pt x="647357" y="556300"/>
                </a:lnTo>
                <a:close/>
              </a:path>
              <a:path w="4359909" h="1712595">
                <a:moveTo>
                  <a:pt x="2382939" y="553318"/>
                </a:moveTo>
                <a:lnTo>
                  <a:pt x="2383603" y="548184"/>
                </a:lnTo>
                <a:lnTo>
                  <a:pt x="2388583" y="547687"/>
                </a:lnTo>
                <a:lnTo>
                  <a:pt x="2391736" y="548846"/>
                </a:lnTo>
                <a:lnTo>
                  <a:pt x="2391239" y="553981"/>
                </a:lnTo>
                <a:lnTo>
                  <a:pt x="2386259" y="554643"/>
                </a:lnTo>
                <a:lnTo>
                  <a:pt x="2382939" y="553318"/>
                </a:lnTo>
                <a:close/>
              </a:path>
              <a:path w="4359909" h="1712595">
                <a:moveTo>
                  <a:pt x="1154288" y="485078"/>
                </a:moveTo>
                <a:lnTo>
                  <a:pt x="1154288" y="481268"/>
                </a:lnTo>
                <a:lnTo>
                  <a:pt x="1158106" y="481268"/>
                </a:lnTo>
                <a:lnTo>
                  <a:pt x="1158106" y="485078"/>
                </a:lnTo>
                <a:lnTo>
                  <a:pt x="1154288" y="485078"/>
                </a:lnTo>
                <a:close/>
              </a:path>
              <a:path w="4359909" h="1712595">
                <a:moveTo>
                  <a:pt x="1000963" y="559654"/>
                </a:moveTo>
                <a:lnTo>
                  <a:pt x="1002574" y="557790"/>
                </a:lnTo>
                <a:lnTo>
                  <a:pt x="1004838" y="560213"/>
                </a:lnTo>
                <a:lnTo>
                  <a:pt x="1003010" y="560647"/>
                </a:lnTo>
                <a:lnTo>
                  <a:pt x="1000963" y="559654"/>
                </a:lnTo>
                <a:close/>
              </a:path>
              <a:path w="4359909" h="1712595">
                <a:moveTo>
                  <a:pt x="2112709" y="481268"/>
                </a:moveTo>
                <a:lnTo>
                  <a:pt x="2113041" y="478949"/>
                </a:lnTo>
                <a:lnTo>
                  <a:pt x="2116195" y="479612"/>
                </a:lnTo>
                <a:lnTo>
                  <a:pt x="2118519" y="479281"/>
                </a:lnTo>
                <a:lnTo>
                  <a:pt x="2119846" y="485575"/>
                </a:lnTo>
                <a:lnTo>
                  <a:pt x="2114535" y="482428"/>
                </a:lnTo>
                <a:lnTo>
                  <a:pt x="2112709" y="481268"/>
                </a:lnTo>
                <a:close/>
              </a:path>
              <a:path w="4359909" h="1712595">
                <a:moveTo>
                  <a:pt x="330116" y="569840"/>
                </a:moveTo>
                <a:lnTo>
                  <a:pt x="331812" y="568598"/>
                </a:lnTo>
                <a:lnTo>
                  <a:pt x="333757" y="569654"/>
                </a:lnTo>
                <a:lnTo>
                  <a:pt x="332310" y="573194"/>
                </a:lnTo>
                <a:lnTo>
                  <a:pt x="330116" y="569840"/>
                </a:lnTo>
                <a:close/>
              </a:path>
              <a:path w="4359909" h="1712595">
                <a:moveTo>
                  <a:pt x="685701" y="565741"/>
                </a:moveTo>
                <a:lnTo>
                  <a:pt x="687526" y="557790"/>
                </a:lnTo>
                <a:lnTo>
                  <a:pt x="693336" y="558287"/>
                </a:lnTo>
                <a:lnTo>
                  <a:pt x="685701" y="565741"/>
                </a:lnTo>
                <a:close/>
              </a:path>
              <a:path w="4359909" h="1712595">
                <a:moveTo>
                  <a:pt x="0" y="573028"/>
                </a:moveTo>
                <a:lnTo>
                  <a:pt x="0" y="565409"/>
                </a:lnTo>
                <a:lnTo>
                  <a:pt x="7470" y="563919"/>
                </a:lnTo>
                <a:lnTo>
                  <a:pt x="7469" y="571372"/>
                </a:lnTo>
                <a:lnTo>
                  <a:pt x="7304" y="571538"/>
                </a:lnTo>
                <a:lnTo>
                  <a:pt x="7304" y="574486"/>
                </a:lnTo>
                <a:lnTo>
                  <a:pt x="0" y="573028"/>
                </a:lnTo>
                <a:close/>
              </a:path>
              <a:path w="4359909" h="1712595">
                <a:moveTo>
                  <a:pt x="7304" y="574486"/>
                </a:moveTo>
                <a:lnTo>
                  <a:pt x="7304" y="571538"/>
                </a:lnTo>
                <a:lnTo>
                  <a:pt x="7469" y="571538"/>
                </a:lnTo>
                <a:lnTo>
                  <a:pt x="7470" y="571372"/>
                </a:lnTo>
                <a:lnTo>
                  <a:pt x="7470" y="574519"/>
                </a:lnTo>
                <a:lnTo>
                  <a:pt x="7304" y="574486"/>
                </a:lnTo>
                <a:close/>
              </a:path>
              <a:path w="4359909" h="1712595">
                <a:moveTo>
                  <a:pt x="2001452" y="560345"/>
                </a:moveTo>
                <a:lnTo>
                  <a:pt x="2003156" y="561765"/>
                </a:lnTo>
                <a:lnTo>
                  <a:pt x="2004580" y="563466"/>
                </a:lnTo>
                <a:lnTo>
                  <a:pt x="2002969" y="561952"/>
                </a:lnTo>
                <a:lnTo>
                  <a:pt x="2001452" y="560345"/>
                </a:lnTo>
                <a:close/>
              </a:path>
              <a:path w="4359909" h="1712595">
                <a:moveTo>
                  <a:pt x="2394392" y="451279"/>
                </a:moveTo>
                <a:lnTo>
                  <a:pt x="2394392" y="445492"/>
                </a:lnTo>
                <a:lnTo>
                  <a:pt x="2395056" y="452448"/>
                </a:lnTo>
                <a:lnTo>
                  <a:pt x="2394392" y="451279"/>
                </a:lnTo>
                <a:close/>
              </a:path>
              <a:path w="4359909" h="1712595">
                <a:moveTo>
                  <a:pt x="2385927" y="446154"/>
                </a:moveTo>
                <a:lnTo>
                  <a:pt x="2387421" y="437044"/>
                </a:lnTo>
                <a:lnTo>
                  <a:pt x="2394890" y="437376"/>
                </a:lnTo>
                <a:lnTo>
                  <a:pt x="2394392" y="445492"/>
                </a:lnTo>
                <a:lnTo>
                  <a:pt x="2394392" y="451279"/>
                </a:lnTo>
                <a:lnTo>
                  <a:pt x="2392234" y="447479"/>
                </a:lnTo>
                <a:lnTo>
                  <a:pt x="2385927" y="446154"/>
                </a:lnTo>
                <a:close/>
              </a:path>
              <a:path w="4359909" h="1712595">
                <a:moveTo>
                  <a:pt x="2552165" y="426051"/>
                </a:moveTo>
                <a:lnTo>
                  <a:pt x="2554406" y="423628"/>
                </a:lnTo>
                <a:lnTo>
                  <a:pt x="2556086" y="425492"/>
                </a:lnTo>
                <a:lnTo>
                  <a:pt x="2554032" y="426485"/>
                </a:lnTo>
                <a:lnTo>
                  <a:pt x="2552165" y="426051"/>
                </a:lnTo>
                <a:close/>
              </a:path>
              <a:path w="4359909" h="1712595">
                <a:moveTo>
                  <a:pt x="810690" y="671248"/>
                </a:moveTo>
                <a:lnTo>
                  <a:pt x="812516" y="663298"/>
                </a:lnTo>
                <a:lnTo>
                  <a:pt x="818160" y="663629"/>
                </a:lnTo>
                <a:lnTo>
                  <a:pt x="810690" y="671248"/>
                </a:lnTo>
                <a:close/>
              </a:path>
              <a:path w="4359909" h="1712595">
                <a:moveTo>
                  <a:pt x="3214710" y="432821"/>
                </a:moveTo>
                <a:lnTo>
                  <a:pt x="3214710" y="427935"/>
                </a:lnTo>
                <a:lnTo>
                  <a:pt x="3219026" y="433235"/>
                </a:lnTo>
                <a:lnTo>
                  <a:pt x="3214710" y="432821"/>
                </a:lnTo>
                <a:close/>
              </a:path>
              <a:path w="4359909" h="1712595">
                <a:moveTo>
                  <a:pt x="3211390" y="412200"/>
                </a:moveTo>
                <a:lnTo>
                  <a:pt x="3217532" y="415512"/>
                </a:lnTo>
                <a:lnTo>
                  <a:pt x="3214710" y="427935"/>
                </a:lnTo>
                <a:lnTo>
                  <a:pt x="3214710" y="432821"/>
                </a:lnTo>
                <a:lnTo>
                  <a:pt x="3212054" y="432566"/>
                </a:lnTo>
                <a:lnTo>
                  <a:pt x="3212054" y="420978"/>
                </a:lnTo>
                <a:lnTo>
                  <a:pt x="3211390" y="412200"/>
                </a:lnTo>
                <a:close/>
              </a:path>
              <a:path w="4359909" h="1712595">
                <a:moveTo>
                  <a:pt x="3210395" y="432407"/>
                </a:moveTo>
                <a:lnTo>
                  <a:pt x="3212054" y="420978"/>
                </a:lnTo>
                <a:lnTo>
                  <a:pt x="3212054" y="432566"/>
                </a:lnTo>
                <a:lnTo>
                  <a:pt x="3210395" y="432407"/>
                </a:lnTo>
                <a:close/>
              </a:path>
              <a:path w="4359909" h="1712595">
                <a:moveTo>
                  <a:pt x="1555815" y="437044"/>
                </a:moveTo>
                <a:lnTo>
                  <a:pt x="1555815" y="433235"/>
                </a:lnTo>
                <a:lnTo>
                  <a:pt x="1561459" y="433235"/>
                </a:lnTo>
                <a:lnTo>
                  <a:pt x="1560795" y="435719"/>
                </a:lnTo>
                <a:lnTo>
                  <a:pt x="1558139" y="436216"/>
                </a:lnTo>
                <a:lnTo>
                  <a:pt x="1557641" y="439032"/>
                </a:lnTo>
                <a:lnTo>
                  <a:pt x="1556147" y="439363"/>
                </a:lnTo>
                <a:lnTo>
                  <a:pt x="1555815" y="437044"/>
                </a:lnTo>
                <a:close/>
              </a:path>
              <a:path w="4359909" h="1712595">
                <a:moveTo>
                  <a:pt x="1548014" y="431413"/>
                </a:moveTo>
                <a:lnTo>
                  <a:pt x="1549176" y="427769"/>
                </a:lnTo>
                <a:lnTo>
                  <a:pt x="1556479" y="440191"/>
                </a:lnTo>
                <a:lnTo>
                  <a:pt x="1551832" y="442842"/>
                </a:lnTo>
                <a:lnTo>
                  <a:pt x="1551832" y="433897"/>
                </a:lnTo>
                <a:lnTo>
                  <a:pt x="1548014" y="431413"/>
                </a:lnTo>
                <a:close/>
              </a:path>
              <a:path w="4359909" h="1712595">
                <a:moveTo>
                  <a:pt x="1544196" y="441516"/>
                </a:moveTo>
                <a:lnTo>
                  <a:pt x="1551832" y="433897"/>
                </a:lnTo>
                <a:lnTo>
                  <a:pt x="1551832" y="442842"/>
                </a:lnTo>
                <a:lnTo>
                  <a:pt x="1544196" y="441516"/>
                </a:lnTo>
                <a:close/>
              </a:path>
              <a:path w="4359909" h="1712595">
                <a:moveTo>
                  <a:pt x="2990964" y="415548"/>
                </a:moveTo>
                <a:lnTo>
                  <a:pt x="2994775" y="411868"/>
                </a:lnTo>
                <a:lnTo>
                  <a:pt x="3003904" y="410212"/>
                </a:lnTo>
                <a:lnTo>
                  <a:pt x="3000592" y="415934"/>
                </a:lnTo>
                <a:lnTo>
                  <a:pt x="2994463" y="417106"/>
                </a:lnTo>
                <a:lnTo>
                  <a:pt x="2990964" y="415548"/>
                </a:lnTo>
                <a:close/>
              </a:path>
              <a:path w="4359909" h="1712595">
                <a:moveTo>
                  <a:pt x="2984649" y="408224"/>
                </a:moveTo>
                <a:lnTo>
                  <a:pt x="2988242" y="414335"/>
                </a:lnTo>
                <a:lnTo>
                  <a:pt x="2990964" y="415548"/>
                </a:lnTo>
                <a:lnTo>
                  <a:pt x="2989629" y="416837"/>
                </a:lnTo>
                <a:lnTo>
                  <a:pt x="2984649" y="408224"/>
                </a:lnTo>
                <a:close/>
              </a:path>
              <a:path w="4359909" h="1712595">
                <a:moveTo>
                  <a:pt x="2362522" y="448970"/>
                </a:moveTo>
                <a:lnTo>
                  <a:pt x="2364348" y="441020"/>
                </a:lnTo>
                <a:lnTo>
                  <a:pt x="2369992" y="441351"/>
                </a:lnTo>
                <a:lnTo>
                  <a:pt x="2362522" y="448970"/>
                </a:lnTo>
                <a:close/>
              </a:path>
              <a:path w="4359909" h="1712595">
                <a:moveTo>
                  <a:pt x="3115594" y="423670"/>
                </a:moveTo>
                <a:lnTo>
                  <a:pt x="3117275" y="421806"/>
                </a:lnTo>
                <a:lnTo>
                  <a:pt x="3119515" y="424229"/>
                </a:lnTo>
                <a:lnTo>
                  <a:pt x="3117648" y="424663"/>
                </a:lnTo>
                <a:lnTo>
                  <a:pt x="3115594" y="423670"/>
                </a:lnTo>
                <a:close/>
              </a:path>
              <a:path w="4359909" h="1712595">
                <a:moveTo>
                  <a:pt x="3614578" y="462055"/>
                </a:moveTo>
                <a:lnTo>
                  <a:pt x="3614578" y="456258"/>
                </a:lnTo>
                <a:lnTo>
                  <a:pt x="3618396" y="456258"/>
                </a:lnTo>
                <a:lnTo>
                  <a:pt x="3619060" y="460233"/>
                </a:lnTo>
                <a:lnTo>
                  <a:pt x="3618064" y="462220"/>
                </a:lnTo>
                <a:lnTo>
                  <a:pt x="3614578" y="462055"/>
                </a:lnTo>
                <a:close/>
              </a:path>
              <a:path w="4359909" h="1712595">
                <a:moveTo>
                  <a:pt x="1488590" y="410212"/>
                </a:moveTo>
                <a:lnTo>
                  <a:pt x="1488590" y="406402"/>
                </a:lnTo>
                <a:lnTo>
                  <a:pt x="1496225" y="406402"/>
                </a:lnTo>
                <a:lnTo>
                  <a:pt x="1496225" y="410212"/>
                </a:lnTo>
                <a:lnTo>
                  <a:pt x="1488590" y="410212"/>
                </a:lnTo>
                <a:close/>
              </a:path>
              <a:path w="4359909" h="1712595">
                <a:moveTo>
                  <a:pt x="3018647" y="423256"/>
                </a:moveTo>
                <a:lnTo>
                  <a:pt x="3021167" y="423628"/>
                </a:lnTo>
                <a:lnTo>
                  <a:pt x="3020669" y="428597"/>
                </a:lnTo>
                <a:lnTo>
                  <a:pt x="3018647" y="423256"/>
                </a:lnTo>
                <a:close/>
              </a:path>
              <a:path w="4359909" h="1712595">
                <a:moveTo>
                  <a:pt x="3013532" y="423628"/>
                </a:moveTo>
                <a:lnTo>
                  <a:pt x="3013532" y="416009"/>
                </a:lnTo>
                <a:lnTo>
                  <a:pt x="3020005" y="414518"/>
                </a:lnTo>
                <a:lnTo>
                  <a:pt x="3017271" y="421476"/>
                </a:lnTo>
                <a:lnTo>
                  <a:pt x="3013532" y="423628"/>
                </a:lnTo>
                <a:close/>
              </a:path>
              <a:path w="4359909" h="1712595">
                <a:moveTo>
                  <a:pt x="3016685" y="422966"/>
                </a:moveTo>
                <a:lnTo>
                  <a:pt x="3017271" y="421476"/>
                </a:lnTo>
                <a:lnTo>
                  <a:pt x="3017847" y="421144"/>
                </a:lnTo>
                <a:lnTo>
                  <a:pt x="3018647" y="423256"/>
                </a:lnTo>
                <a:lnTo>
                  <a:pt x="3016685" y="422966"/>
                </a:lnTo>
                <a:close/>
              </a:path>
              <a:path w="4359909" h="1712595">
                <a:moveTo>
                  <a:pt x="2264091" y="415015"/>
                </a:moveTo>
                <a:lnTo>
                  <a:pt x="2264589" y="411371"/>
                </a:lnTo>
                <a:lnTo>
                  <a:pt x="2264589" y="408449"/>
                </a:lnTo>
                <a:lnTo>
                  <a:pt x="2266747" y="409218"/>
                </a:lnTo>
                <a:lnTo>
                  <a:pt x="2268407" y="410874"/>
                </a:lnTo>
                <a:lnTo>
                  <a:pt x="2268241" y="414187"/>
                </a:lnTo>
                <a:lnTo>
                  <a:pt x="2264589" y="414916"/>
                </a:lnTo>
                <a:lnTo>
                  <a:pt x="2264589" y="411371"/>
                </a:lnTo>
                <a:lnTo>
                  <a:pt x="2264423" y="408390"/>
                </a:lnTo>
                <a:lnTo>
                  <a:pt x="2264423" y="414949"/>
                </a:lnTo>
                <a:lnTo>
                  <a:pt x="2264091" y="415015"/>
                </a:lnTo>
                <a:close/>
              </a:path>
              <a:path w="4359909" h="1712595">
                <a:moveTo>
                  <a:pt x="1380033" y="436547"/>
                </a:moveTo>
                <a:lnTo>
                  <a:pt x="1390490" y="438204"/>
                </a:lnTo>
                <a:lnTo>
                  <a:pt x="1388664" y="442842"/>
                </a:lnTo>
                <a:lnTo>
                  <a:pt x="1384847" y="443947"/>
                </a:lnTo>
                <a:lnTo>
                  <a:pt x="1384847" y="439032"/>
                </a:lnTo>
                <a:lnTo>
                  <a:pt x="1381029" y="439032"/>
                </a:lnTo>
                <a:lnTo>
                  <a:pt x="1380033" y="436547"/>
                </a:lnTo>
                <a:close/>
              </a:path>
              <a:path w="4359909" h="1712595">
                <a:moveTo>
                  <a:pt x="1383518" y="444332"/>
                </a:moveTo>
                <a:lnTo>
                  <a:pt x="1384847" y="439032"/>
                </a:lnTo>
                <a:lnTo>
                  <a:pt x="1384847" y="443947"/>
                </a:lnTo>
                <a:lnTo>
                  <a:pt x="1383518" y="444332"/>
                </a:lnTo>
                <a:close/>
              </a:path>
              <a:path w="4359909" h="1712595">
                <a:moveTo>
                  <a:pt x="1414393" y="452939"/>
                </a:moveTo>
                <a:lnTo>
                  <a:pt x="1414393" y="447976"/>
                </a:lnTo>
                <a:lnTo>
                  <a:pt x="1421198" y="450461"/>
                </a:lnTo>
                <a:lnTo>
                  <a:pt x="1420534" y="454767"/>
                </a:lnTo>
                <a:lnTo>
                  <a:pt x="1414393" y="452939"/>
                </a:lnTo>
                <a:close/>
              </a:path>
              <a:path w="4359909" h="1712595">
                <a:moveTo>
                  <a:pt x="1409745" y="450461"/>
                </a:moveTo>
                <a:lnTo>
                  <a:pt x="1411405" y="445823"/>
                </a:lnTo>
                <a:lnTo>
                  <a:pt x="1411405" y="439529"/>
                </a:lnTo>
                <a:lnTo>
                  <a:pt x="1417380" y="439032"/>
                </a:lnTo>
                <a:lnTo>
                  <a:pt x="1420700" y="444167"/>
                </a:lnTo>
                <a:lnTo>
                  <a:pt x="1414393" y="447976"/>
                </a:lnTo>
                <a:lnTo>
                  <a:pt x="1414393" y="452939"/>
                </a:lnTo>
                <a:lnTo>
                  <a:pt x="1411073" y="451951"/>
                </a:lnTo>
                <a:lnTo>
                  <a:pt x="1409745" y="450461"/>
                </a:lnTo>
                <a:close/>
              </a:path>
              <a:path w="4359909" h="1712595">
                <a:moveTo>
                  <a:pt x="952113" y="456258"/>
                </a:moveTo>
                <a:lnTo>
                  <a:pt x="954603" y="450626"/>
                </a:lnTo>
                <a:lnTo>
                  <a:pt x="957425" y="452945"/>
                </a:lnTo>
                <a:lnTo>
                  <a:pt x="958255" y="457086"/>
                </a:lnTo>
                <a:lnTo>
                  <a:pt x="958421" y="462055"/>
                </a:lnTo>
                <a:lnTo>
                  <a:pt x="952943" y="460067"/>
                </a:lnTo>
                <a:lnTo>
                  <a:pt x="952113" y="456258"/>
                </a:lnTo>
                <a:close/>
              </a:path>
              <a:path w="4359909" h="1712595">
                <a:moveTo>
                  <a:pt x="3334928" y="478659"/>
                </a:moveTo>
                <a:lnTo>
                  <a:pt x="3335680" y="471848"/>
                </a:lnTo>
                <a:lnTo>
                  <a:pt x="3336214" y="464042"/>
                </a:lnTo>
                <a:lnTo>
                  <a:pt x="3342854" y="467024"/>
                </a:lnTo>
                <a:lnTo>
                  <a:pt x="3344016" y="475305"/>
                </a:lnTo>
                <a:lnTo>
                  <a:pt x="3343850" y="485078"/>
                </a:lnTo>
                <a:lnTo>
                  <a:pt x="3336728" y="483421"/>
                </a:lnTo>
                <a:lnTo>
                  <a:pt x="3334928" y="478659"/>
                </a:lnTo>
                <a:close/>
              </a:path>
              <a:path w="4359909" h="1712595">
                <a:moveTo>
                  <a:pt x="2565029" y="467521"/>
                </a:moveTo>
                <a:lnTo>
                  <a:pt x="2570839" y="466693"/>
                </a:lnTo>
                <a:lnTo>
                  <a:pt x="2573660" y="469674"/>
                </a:lnTo>
                <a:lnTo>
                  <a:pt x="2573163" y="472987"/>
                </a:lnTo>
                <a:lnTo>
                  <a:pt x="2570341" y="474146"/>
                </a:lnTo>
                <a:lnTo>
                  <a:pt x="2566025" y="473483"/>
                </a:lnTo>
                <a:lnTo>
                  <a:pt x="2565029" y="467521"/>
                </a:lnTo>
                <a:close/>
              </a:path>
              <a:path w="4359909" h="1712595">
                <a:moveTo>
                  <a:pt x="3821732" y="477127"/>
                </a:moveTo>
                <a:lnTo>
                  <a:pt x="3821732" y="472655"/>
                </a:lnTo>
                <a:lnTo>
                  <a:pt x="3822064" y="467852"/>
                </a:lnTo>
                <a:lnTo>
                  <a:pt x="3826214" y="468018"/>
                </a:lnTo>
                <a:lnTo>
                  <a:pt x="3826214" y="472655"/>
                </a:lnTo>
                <a:lnTo>
                  <a:pt x="3825882" y="477459"/>
                </a:lnTo>
                <a:lnTo>
                  <a:pt x="3821732" y="477127"/>
                </a:lnTo>
                <a:close/>
              </a:path>
              <a:path w="4359909" h="1712595">
                <a:moveTo>
                  <a:pt x="3345748" y="483869"/>
                </a:moveTo>
                <a:lnTo>
                  <a:pt x="3345842" y="479281"/>
                </a:lnTo>
                <a:lnTo>
                  <a:pt x="3347989" y="481680"/>
                </a:lnTo>
                <a:lnTo>
                  <a:pt x="3347211" y="483939"/>
                </a:lnTo>
                <a:lnTo>
                  <a:pt x="3345748" y="483869"/>
                </a:lnTo>
                <a:close/>
              </a:path>
              <a:path w="4359909" h="1712595">
                <a:moveTo>
                  <a:pt x="3591879" y="478038"/>
                </a:moveTo>
                <a:lnTo>
                  <a:pt x="3592828" y="476020"/>
                </a:lnTo>
                <a:lnTo>
                  <a:pt x="3595489" y="479281"/>
                </a:lnTo>
                <a:lnTo>
                  <a:pt x="3592735" y="480678"/>
                </a:lnTo>
                <a:lnTo>
                  <a:pt x="3591879" y="478038"/>
                </a:lnTo>
                <a:close/>
              </a:path>
              <a:path w="4359909" h="1712595">
                <a:moveTo>
                  <a:pt x="587767" y="462055"/>
                </a:moveTo>
                <a:lnTo>
                  <a:pt x="588099" y="459736"/>
                </a:lnTo>
                <a:lnTo>
                  <a:pt x="591253" y="460399"/>
                </a:lnTo>
                <a:lnTo>
                  <a:pt x="593577" y="460067"/>
                </a:lnTo>
                <a:lnTo>
                  <a:pt x="593577" y="465864"/>
                </a:lnTo>
                <a:lnTo>
                  <a:pt x="590755" y="466623"/>
                </a:lnTo>
                <a:lnTo>
                  <a:pt x="590755" y="462220"/>
                </a:lnTo>
                <a:lnTo>
                  <a:pt x="587767" y="462055"/>
                </a:lnTo>
                <a:close/>
              </a:path>
              <a:path w="4359909" h="1712595">
                <a:moveTo>
                  <a:pt x="589261" y="467024"/>
                </a:moveTo>
                <a:lnTo>
                  <a:pt x="590755" y="462220"/>
                </a:lnTo>
                <a:lnTo>
                  <a:pt x="590755" y="466623"/>
                </a:lnTo>
                <a:lnTo>
                  <a:pt x="589261" y="467024"/>
                </a:lnTo>
                <a:close/>
              </a:path>
              <a:path w="4359909" h="1712595">
                <a:moveTo>
                  <a:pt x="920077" y="454436"/>
                </a:moveTo>
                <a:lnTo>
                  <a:pt x="920243" y="452117"/>
                </a:lnTo>
                <a:lnTo>
                  <a:pt x="923563" y="452779"/>
                </a:lnTo>
                <a:lnTo>
                  <a:pt x="925887" y="452448"/>
                </a:lnTo>
                <a:lnTo>
                  <a:pt x="927215" y="458908"/>
                </a:lnTo>
                <a:lnTo>
                  <a:pt x="920077" y="454436"/>
                </a:lnTo>
                <a:close/>
              </a:path>
              <a:path w="4359909" h="1712595">
                <a:moveTo>
                  <a:pt x="519878" y="469177"/>
                </a:moveTo>
                <a:lnTo>
                  <a:pt x="523197" y="461227"/>
                </a:lnTo>
                <a:lnTo>
                  <a:pt x="524359" y="460067"/>
                </a:lnTo>
                <a:lnTo>
                  <a:pt x="528841" y="460564"/>
                </a:lnTo>
                <a:lnTo>
                  <a:pt x="525521" y="468514"/>
                </a:lnTo>
                <a:lnTo>
                  <a:pt x="524359" y="469674"/>
                </a:lnTo>
                <a:lnTo>
                  <a:pt x="519878" y="469177"/>
                </a:lnTo>
                <a:close/>
              </a:path>
              <a:path w="4359909" h="1712595">
                <a:moveTo>
                  <a:pt x="3259361" y="463877"/>
                </a:moveTo>
                <a:lnTo>
                  <a:pt x="3259693" y="463932"/>
                </a:lnTo>
                <a:lnTo>
                  <a:pt x="3260025" y="464042"/>
                </a:lnTo>
                <a:lnTo>
                  <a:pt x="3259527" y="463960"/>
                </a:lnTo>
                <a:lnTo>
                  <a:pt x="3259361" y="463877"/>
                </a:lnTo>
                <a:close/>
              </a:path>
              <a:path w="4359909" h="1712595">
                <a:moveTo>
                  <a:pt x="2077187" y="471330"/>
                </a:moveTo>
                <a:lnTo>
                  <a:pt x="2081337" y="465202"/>
                </a:lnTo>
                <a:lnTo>
                  <a:pt x="2082001" y="464042"/>
                </a:lnTo>
                <a:lnTo>
                  <a:pt x="2088475" y="465699"/>
                </a:lnTo>
                <a:lnTo>
                  <a:pt x="2083661" y="468349"/>
                </a:lnTo>
                <a:lnTo>
                  <a:pt x="2082001" y="471662"/>
                </a:lnTo>
                <a:lnTo>
                  <a:pt x="2077187" y="471330"/>
                </a:lnTo>
                <a:close/>
              </a:path>
              <a:path w="4359909" h="1712595">
                <a:moveTo>
                  <a:pt x="3227160" y="405574"/>
                </a:moveTo>
                <a:lnTo>
                  <a:pt x="3227658" y="406237"/>
                </a:lnTo>
                <a:lnTo>
                  <a:pt x="3227990" y="407231"/>
                </a:lnTo>
                <a:lnTo>
                  <a:pt x="3228653" y="408390"/>
                </a:lnTo>
                <a:lnTo>
                  <a:pt x="3229981" y="411206"/>
                </a:lnTo>
                <a:lnTo>
                  <a:pt x="3227160" y="405574"/>
                </a:lnTo>
                <a:close/>
              </a:path>
              <a:path w="4359909" h="1712595">
                <a:moveTo>
                  <a:pt x="2348911" y="1182721"/>
                </a:moveTo>
                <a:lnTo>
                  <a:pt x="2348911" y="1176924"/>
                </a:lnTo>
                <a:lnTo>
                  <a:pt x="2352729" y="1176924"/>
                </a:lnTo>
                <a:lnTo>
                  <a:pt x="2353393" y="1180733"/>
                </a:lnTo>
                <a:lnTo>
                  <a:pt x="2352397" y="1182887"/>
                </a:lnTo>
                <a:lnTo>
                  <a:pt x="2348911" y="1182721"/>
                </a:lnTo>
                <a:close/>
              </a:path>
              <a:path w="4359909" h="1712595">
                <a:moveTo>
                  <a:pt x="4137112" y="464042"/>
                </a:moveTo>
                <a:lnTo>
                  <a:pt x="4137112" y="458245"/>
                </a:lnTo>
                <a:lnTo>
                  <a:pt x="4140929" y="458245"/>
                </a:lnTo>
                <a:lnTo>
                  <a:pt x="4141593" y="462055"/>
                </a:lnTo>
                <a:lnTo>
                  <a:pt x="4140431" y="464208"/>
                </a:lnTo>
                <a:lnTo>
                  <a:pt x="4137112" y="464042"/>
                </a:lnTo>
                <a:close/>
              </a:path>
              <a:path w="4359909" h="1712595">
                <a:moveTo>
                  <a:pt x="3881156" y="442013"/>
                </a:moveTo>
                <a:lnTo>
                  <a:pt x="3881489" y="435222"/>
                </a:lnTo>
                <a:lnTo>
                  <a:pt x="3890452" y="436382"/>
                </a:lnTo>
                <a:lnTo>
                  <a:pt x="3891614" y="445492"/>
                </a:lnTo>
                <a:lnTo>
                  <a:pt x="3894934" y="452448"/>
                </a:lnTo>
                <a:lnTo>
                  <a:pt x="3892293" y="450735"/>
                </a:lnTo>
                <a:lnTo>
                  <a:pt x="3890120" y="447065"/>
                </a:lnTo>
                <a:lnTo>
                  <a:pt x="3888444" y="445134"/>
                </a:lnTo>
                <a:lnTo>
                  <a:pt x="3887298" y="448639"/>
                </a:lnTo>
                <a:lnTo>
                  <a:pt x="3882816" y="446651"/>
                </a:lnTo>
                <a:lnTo>
                  <a:pt x="3881156" y="442013"/>
                </a:lnTo>
                <a:close/>
              </a:path>
              <a:path w="4359909" h="1712595">
                <a:moveTo>
                  <a:pt x="4106238" y="442842"/>
                </a:moveTo>
                <a:lnTo>
                  <a:pt x="4109446" y="443491"/>
                </a:lnTo>
                <a:lnTo>
                  <a:pt x="4110367" y="446423"/>
                </a:lnTo>
                <a:lnTo>
                  <a:pt x="4111630" y="449014"/>
                </a:lnTo>
                <a:lnTo>
                  <a:pt x="4115865" y="448639"/>
                </a:lnTo>
                <a:lnTo>
                  <a:pt x="4108728" y="451454"/>
                </a:lnTo>
                <a:lnTo>
                  <a:pt x="4108728" y="464586"/>
                </a:lnTo>
                <a:lnTo>
                  <a:pt x="4106634" y="462570"/>
                </a:lnTo>
                <a:lnTo>
                  <a:pt x="4106391" y="460360"/>
                </a:lnTo>
                <a:lnTo>
                  <a:pt x="4106391" y="449397"/>
                </a:lnTo>
                <a:lnTo>
                  <a:pt x="4106238" y="442842"/>
                </a:lnTo>
                <a:close/>
              </a:path>
              <a:path w="4359909" h="1712595">
                <a:moveTo>
                  <a:pt x="4108728" y="464586"/>
                </a:moveTo>
                <a:lnTo>
                  <a:pt x="4108728" y="451454"/>
                </a:lnTo>
                <a:lnTo>
                  <a:pt x="4111383" y="461392"/>
                </a:lnTo>
                <a:lnTo>
                  <a:pt x="4110055" y="465864"/>
                </a:lnTo>
                <a:lnTo>
                  <a:pt x="4108728" y="464586"/>
                </a:lnTo>
                <a:close/>
              </a:path>
              <a:path w="4359909" h="1712595">
                <a:moveTo>
                  <a:pt x="4105968" y="456527"/>
                </a:moveTo>
                <a:lnTo>
                  <a:pt x="4106391" y="449397"/>
                </a:lnTo>
                <a:lnTo>
                  <a:pt x="4106391" y="460360"/>
                </a:lnTo>
                <a:lnTo>
                  <a:pt x="4105968" y="456527"/>
                </a:lnTo>
                <a:close/>
              </a:path>
              <a:path w="4359909" h="1712595">
                <a:moveTo>
                  <a:pt x="4323019" y="441848"/>
                </a:moveTo>
                <a:lnTo>
                  <a:pt x="4323517" y="438204"/>
                </a:lnTo>
                <a:lnTo>
                  <a:pt x="4323517" y="435282"/>
                </a:lnTo>
                <a:lnTo>
                  <a:pt x="4325675" y="436051"/>
                </a:lnTo>
                <a:lnTo>
                  <a:pt x="4327335" y="437707"/>
                </a:lnTo>
                <a:lnTo>
                  <a:pt x="4327169" y="441020"/>
                </a:lnTo>
                <a:lnTo>
                  <a:pt x="4323517" y="441748"/>
                </a:lnTo>
                <a:lnTo>
                  <a:pt x="4323517" y="438204"/>
                </a:lnTo>
                <a:lnTo>
                  <a:pt x="4323351" y="435222"/>
                </a:lnTo>
                <a:lnTo>
                  <a:pt x="4323351" y="441782"/>
                </a:lnTo>
                <a:lnTo>
                  <a:pt x="4323019" y="441848"/>
                </a:lnTo>
                <a:close/>
              </a:path>
              <a:path w="4359909" h="1712595">
                <a:moveTo>
                  <a:pt x="4209981" y="450461"/>
                </a:moveTo>
                <a:lnTo>
                  <a:pt x="4212393" y="443349"/>
                </a:lnTo>
                <a:lnTo>
                  <a:pt x="4217450" y="440398"/>
                </a:lnTo>
                <a:lnTo>
                  <a:pt x="4222632" y="441982"/>
                </a:lnTo>
                <a:lnTo>
                  <a:pt x="4225418" y="448473"/>
                </a:lnTo>
                <a:lnTo>
                  <a:pt x="4218114" y="447148"/>
                </a:lnTo>
                <a:lnTo>
                  <a:pt x="4216122" y="450957"/>
                </a:lnTo>
                <a:lnTo>
                  <a:pt x="4209981" y="450461"/>
                </a:lnTo>
                <a:close/>
              </a:path>
              <a:path w="4359909" h="1712595">
                <a:moveTo>
                  <a:pt x="4226912" y="450295"/>
                </a:moveTo>
                <a:lnTo>
                  <a:pt x="4234879" y="446982"/>
                </a:lnTo>
                <a:lnTo>
                  <a:pt x="4238863" y="448473"/>
                </a:lnTo>
                <a:lnTo>
                  <a:pt x="4238863" y="454270"/>
                </a:lnTo>
                <a:lnTo>
                  <a:pt x="4237369" y="454270"/>
                </a:lnTo>
                <a:lnTo>
                  <a:pt x="4237369" y="451951"/>
                </a:lnTo>
                <a:lnTo>
                  <a:pt x="4236871" y="450461"/>
                </a:lnTo>
                <a:lnTo>
                  <a:pt x="4234713" y="450295"/>
                </a:lnTo>
                <a:lnTo>
                  <a:pt x="4233385" y="450958"/>
                </a:lnTo>
                <a:lnTo>
                  <a:pt x="4233053" y="452448"/>
                </a:lnTo>
                <a:lnTo>
                  <a:pt x="4226912" y="450295"/>
                </a:lnTo>
                <a:close/>
              </a:path>
              <a:path w="4359909" h="1712595">
                <a:moveTo>
                  <a:pt x="4236871" y="454270"/>
                </a:moveTo>
                <a:lnTo>
                  <a:pt x="4237369" y="451951"/>
                </a:lnTo>
                <a:lnTo>
                  <a:pt x="4237369" y="454270"/>
                </a:lnTo>
                <a:lnTo>
                  <a:pt x="4236871" y="454270"/>
                </a:lnTo>
                <a:close/>
              </a:path>
              <a:path w="4359909" h="1712595">
                <a:moveTo>
                  <a:pt x="2439375" y="464208"/>
                </a:moveTo>
                <a:lnTo>
                  <a:pt x="2441201" y="456258"/>
                </a:lnTo>
                <a:lnTo>
                  <a:pt x="2446845" y="456755"/>
                </a:lnTo>
                <a:lnTo>
                  <a:pt x="2439375" y="464208"/>
                </a:lnTo>
                <a:close/>
              </a:path>
              <a:path w="4359909" h="1712595">
                <a:moveTo>
                  <a:pt x="3155618" y="460067"/>
                </a:moveTo>
                <a:lnTo>
                  <a:pt x="3155618" y="456258"/>
                </a:lnTo>
                <a:lnTo>
                  <a:pt x="3157278" y="456589"/>
                </a:lnTo>
                <a:lnTo>
                  <a:pt x="3157444" y="455595"/>
                </a:lnTo>
                <a:lnTo>
                  <a:pt x="3157610" y="454270"/>
                </a:lnTo>
                <a:lnTo>
                  <a:pt x="3161262" y="453608"/>
                </a:lnTo>
                <a:lnTo>
                  <a:pt x="3160266" y="463049"/>
                </a:lnTo>
                <a:lnTo>
                  <a:pt x="3155618" y="460067"/>
                </a:lnTo>
                <a:close/>
              </a:path>
              <a:path w="4359909" h="1712595">
                <a:moveTo>
                  <a:pt x="2792600" y="418593"/>
                </a:moveTo>
                <a:lnTo>
                  <a:pt x="2792600" y="416672"/>
                </a:lnTo>
                <a:lnTo>
                  <a:pt x="2796584" y="417997"/>
                </a:lnTo>
                <a:lnTo>
                  <a:pt x="2793459" y="419430"/>
                </a:lnTo>
                <a:lnTo>
                  <a:pt x="2792600" y="418593"/>
                </a:lnTo>
                <a:close/>
              </a:path>
              <a:path w="4359909" h="1712595">
                <a:moveTo>
                  <a:pt x="2789138" y="411987"/>
                </a:moveTo>
                <a:lnTo>
                  <a:pt x="2790774" y="408390"/>
                </a:lnTo>
                <a:lnTo>
                  <a:pt x="2795256" y="409053"/>
                </a:lnTo>
                <a:lnTo>
                  <a:pt x="2792600" y="416672"/>
                </a:lnTo>
                <a:lnTo>
                  <a:pt x="2792600" y="418593"/>
                </a:lnTo>
                <a:lnTo>
                  <a:pt x="2790504" y="416547"/>
                </a:lnTo>
                <a:lnTo>
                  <a:pt x="2789138" y="411987"/>
                </a:lnTo>
                <a:close/>
              </a:path>
              <a:path w="4359909" h="1712595">
                <a:moveTo>
                  <a:pt x="3795174" y="465864"/>
                </a:moveTo>
                <a:lnTo>
                  <a:pt x="3795174" y="462055"/>
                </a:lnTo>
                <a:lnTo>
                  <a:pt x="3798992" y="462055"/>
                </a:lnTo>
                <a:lnTo>
                  <a:pt x="3798992" y="465864"/>
                </a:lnTo>
                <a:lnTo>
                  <a:pt x="3795174" y="465864"/>
                </a:lnTo>
                <a:close/>
              </a:path>
              <a:path w="4359909" h="1712595">
                <a:moveTo>
                  <a:pt x="1428999" y="460067"/>
                </a:moveTo>
                <a:lnTo>
                  <a:pt x="1428999" y="456258"/>
                </a:lnTo>
                <a:lnTo>
                  <a:pt x="1432817" y="456258"/>
                </a:lnTo>
                <a:lnTo>
                  <a:pt x="1432817" y="460067"/>
                </a:lnTo>
                <a:lnTo>
                  <a:pt x="1428999" y="460067"/>
                </a:lnTo>
                <a:close/>
              </a:path>
              <a:path w="4359909" h="1712595">
                <a:moveTo>
                  <a:pt x="2921156" y="457197"/>
                </a:moveTo>
                <a:lnTo>
                  <a:pt x="2923233" y="458245"/>
                </a:lnTo>
                <a:lnTo>
                  <a:pt x="2924284" y="460318"/>
                </a:lnTo>
                <a:lnTo>
                  <a:pt x="2922549" y="458929"/>
                </a:lnTo>
                <a:lnTo>
                  <a:pt x="2921156" y="457197"/>
                </a:lnTo>
                <a:close/>
              </a:path>
              <a:path w="4359909" h="1712595">
                <a:moveTo>
                  <a:pt x="3355303" y="417997"/>
                </a:moveTo>
                <a:lnTo>
                  <a:pt x="3355303" y="414187"/>
                </a:lnTo>
                <a:lnTo>
                  <a:pt x="3359121" y="414187"/>
                </a:lnTo>
                <a:lnTo>
                  <a:pt x="3359121" y="417997"/>
                </a:lnTo>
                <a:lnTo>
                  <a:pt x="3355303" y="417997"/>
                </a:lnTo>
                <a:close/>
              </a:path>
              <a:path w="4359909" h="1712595">
                <a:moveTo>
                  <a:pt x="3487928" y="402593"/>
                </a:moveTo>
                <a:lnTo>
                  <a:pt x="3492060" y="413074"/>
                </a:lnTo>
                <a:lnTo>
                  <a:pt x="3491227" y="418742"/>
                </a:lnTo>
                <a:lnTo>
                  <a:pt x="3488745" y="416335"/>
                </a:lnTo>
                <a:lnTo>
                  <a:pt x="3487928" y="402593"/>
                </a:lnTo>
                <a:close/>
              </a:path>
              <a:path w="4359909" h="1712595">
                <a:moveTo>
                  <a:pt x="2654165" y="415512"/>
                </a:moveTo>
                <a:lnTo>
                  <a:pt x="2654331" y="412200"/>
                </a:lnTo>
                <a:lnTo>
                  <a:pt x="2656655" y="413028"/>
                </a:lnTo>
                <a:lnTo>
                  <a:pt x="2658315" y="414684"/>
                </a:lnTo>
                <a:lnTo>
                  <a:pt x="2658149" y="417997"/>
                </a:lnTo>
                <a:lnTo>
                  <a:pt x="2655825" y="417168"/>
                </a:lnTo>
                <a:lnTo>
                  <a:pt x="2654165" y="415512"/>
                </a:lnTo>
                <a:close/>
              </a:path>
              <a:path w="4359909" h="1712595">
                <a:moveTo>
                  <a:pt x="3618562" y="418659"/>
                </a:moveTo>
                <a:lnTo>
                  <a:pt x="3619558" y="409218"/>
                </a:lnTo>
                <a:lnTo>
                  <a:pt x="3624205" y="412200"/>
                </a:lnTo>
                <a:lnTo>
                  <a:pt x="3624869" y="415347"/>
                </a:lnTo>
                <a:lnTo>
                  <a:pt x="3622545" y="415512"/>
                </a:lnTo>
                <a:lnTo>
                  <a:pt x="3622379" y="417997"/>
                </a:lnTo>
                <a:lnTo>
                  <a:pt x="3618562" y="418659"/>
                </a:lnTo>
                <a:close/>
              </a:path>
              <a:path w="4359909" h="1712595">
                <a:moveTo>
                  <a:pt x="2548762" y="419819"/>
                </a:moveTo>
                <a:lnTo>
                  <a:pt x="2548762" y="416009"/>
                </a:lnTo>
                <a:lnTo>
                  <a:pt x="2552580" y="416009"/>
                </a:lnTo>
                <a:lnTo>
                  <a:pt x="2552580" y="419819"/>
                </a:lnTo>
                <a:lnTo>
                  <a:pt x="2548762" y="419819"/>
                </a:lnTo>
                <a:close/>
              </a:path>
              <a:path w="4359909" h="1712595">
                <a:moveTo>
                  <a:pt x="3560798" y="422562"/>
                </a:moveTo>
                <a:lnTo>
                  <a:pt x="3560798" y="417997"/>
                </a:lnTo>
                <a:lnTo>
                  <a:pt x="3563038" y="420326"/>
                </a:lnTo>
                <a:lnTo>
                  <a:pt x="3562291" y="422593"/>
                </a:lnTo>
                <a:lnTo>
                  <a:pt x="3560798" y="422562"/>
                </a:lnTo>
                <a:close/>
              </a:path>
              <a:path w="4359909" h="1712595">
                <a:moveTo>
                  <a:pt x="4216242" y="432966"/>
                </a:moveTo>
                <a:lnTo>
                  <a:pt x="4217782" y="429425"/>
                </a:lnTo>
                <a:lnTo>
                  <a:pt x="4219883" y="432779"/>
                </a:lnTo>
                <a:lnTo>
                  <a:pt x="4218156" y="434022"/>
                </a:lnTo>
                <a:lnTo>
                  <a:pt x="4216242" y="432966"/>
                </a:lnTo>
                <a:close/>
              </a:path>
              <a:path w="4359909" h="1712595">
                <a:moveTo>
                  <a:pt x="3785879" y="438462"/>
                </a:moveTo>
                <a:lnTo>
                  <a:pt x="3785879" y="435554"/>
                </a:lnTo>
                <a:lnTo>
                  <a:pt x="3791356" y="439032"/>
                </a:lnTo>
                <a:lnTo>
                  <a:pt x="3787798" y="441185"/>
                </a:lnTo>
                <a:lnTo>
                  <a:pt x="3785879" y="438462"/>
                </a:lnTo>
                <a:close/>
              </a:path>
              <a:path w="4359909" h="1712595">
                <a:moveTo>
                  <a:pt x="3781729" y="421806"/>
                </a:moveTo>
                <a:lnTo>
                  <a:pt x="3789530" y="422966"/>
                </a:lnTo>
                <a:lnTo>
                  <a:pt x="3785879" y="435554"/>
                </a:lnTo>
                <a:lnTo>
                  <a:pt x="3785879" y="438462"/>
                </a:lnTo>
                <a:lnTo>
                  <a:pt x="3784675" y="436755"/>
                </a:lnTo>
                <a:lnTo>
                  <a:pt x="3782486" y="429156"/>
                </a:lnTo>
                <a:lnTo>
                  <a:pt x="3781729" y="421806"/>
                </a:lnTo>
                <a:close/>
              </a:path>
              <a:path w="4359909" h="1712595">
                <a:moveTo>
                  <a:pt x="805716" y="928069"/>
                </a:moveTo>
                <a:lnTo>
                  <a:pt x="810524" y="927813"/>
                </a:lnTo>
                <a:lnTo>
                  <a:pt x="808611" y="931004"/>
                </a:lnTo>
                <a:lnTo>
                  <a:pt x="806043" y="930111"/>
                </a:lnTo>
                <a:lnTo>
                  <a:pt x="805716" y="928069"/>
                </a:lnTo>
                <a:close/>
              </a:path>
              <a:path w="4359909" h="1712595">
                <a:moveTo>
                  <a:pt x="3696078" y="425119"/>
                </a:moveTo>
                <a:lnTo>
                  <a:pt x="3699232" y="419819"/>
                </a:lnTo>
                <a:lnTo>
                  <a:pt x="3703216" y="418990"/>
                </a:lnTo>
                <a:lnTo>
                  <a:pt x="3704212" y="421144"/>
                </a:lnTo>
                <a:lnTo>
                  <a:pt x="3706868" y="421806"/>
                </a:lnTo>
                <a:lnTo>
                  <a:pt x="3707532" y="425119"/>
                </a:lnTo>
                <a:lnTo>
                  <a:pt x="3696078" y="425119"/>
                </a:lnTo>
                <a:close/>
              </a:path>
              <a:path w="4359909" h="1712595">
                <a:moveTo>
                  <a:pt x="3902642" y="424477"/>
                </a:moveTo>
                <a:lnTo>
                  <a:pt x="3902735" y="419819"/>
                </a:lnTo>
                <a:lnTo>
                  <a:pt x="3904882" y="422241"/>
                </a:lnTo>
                <a:lnTo>
                  <a:pt x="3904104" y="424539"/>
                </a:lnTo>
                <a:lnTo>
                  <a:pt x="3902642" y="424477"/>
                </a:lnTo>
                <a:close/>
              </a:path>
              <a:path w="4359909" h="1712595">
                <a:moveTo>
                  <a:pt x="1876506" y="968227"/>
                </a:moveTo>
                <a:lnTo>
                  <a:pt x="1878332" y="960277"/>
                </a:lnTo>
                <a:lnTo>
                  <a:pt x="1884142" y="960774"/>
                </a:lnTo>
                <a:lnTo>
                  <a:pt x="1876506" y="968227"/>
                </a:lnTo>
                <a:close/>
              </a:path>
              <a:path w="4359909" h="1712595">
                <a:moveTo>
                  <a:pt x="3687613" y="954645"/>
                </a:moveTo>
                <a:lnTo>
                  <a:pt x="3687613" y="948848"/>
                </a:lnTo>
                <a:lnTo>
                  <a:pt x="3691431" y="948848"/>
                </a:lnTo>
                <a:lnTo>
                  <a:pt x="3692095" y="952658"/>
                </a:lnTo>
                <a:lnTo>
                  <a:pt x="3691099" y="954811"/>
                </a:lnTo>
                <a:lnTo>
                  <a:pt x="3687613" y="954645"/>
                </a:lnTo>
                <a:close/>
              </a:path>
              <a:path w="4359909" h="1712595">
                <a:moveTo>
                  <a:pt x="3376218" y="961271"/>
                </a:moveTo>
                <a:lnTo>
                  <a:pt x="3376716" y="957627"/>
                </a:lnTo>
                <a:lnTo>
                  <a:pt x="3376716" y="954704"/>
                </a:lnTo>
                <a:lnTo>
                  <a:pt x="3378874" y="955473"/>
                </a:lnTo>
                <a:lnTo>
                  <a:pt x="3380367" y="956964"/>
                </a:lnTo>
                <a:lnTo>
                  <a:pt x="3380367" y="960442"/>
                </a:lnTo>
                <a:lnTo>
                  <a:pt x="3376716" y="961171"/>
                </a:lnTo>
                <a:lnTo>
                  <a:pt x="3376716" y="957627"/>
                </a:lnTo>
                <a:lnTo>
                  <a:pt x="3376550" y="954645"/>
                </a:lnTo>
                <a:lnTo>
                  <a:pt x="3376550" y="961204"/>
                </a:lnTo>
                <a:lnTo>
                  <a:pt x="3376218" y="961271"/>
                </a:lnTo>
                <a:close/>
              </a:path>
              <a:path w="4359909" h="1712595">
                <a:moveTo>
                  <a:pt x="209478" y="970215"/>
                </a:moveTo>
                <a:lnTo>
                  <a:pt x="211304" y="962264"/>
                </a:lnTo>
                <a:lnTo>
                  <a:pt x="217114" y="962596"/>
                </a:lnTo>
                <a:lnTo>
                  <a:pt x="209478" y="970215"/>
                </a:lnTo>
                <a:close/>
              </a:path>
              <a:path w="4359909" h="1712595">
                <a:moveTo>
                  <a:pt x="3201465" y="941498"/>
                </a:moveTo>
                <a:lnTo>
                  <a:pt x="3202282" y="938827"/>
                </a:lnTo>
                <a:lnTo>
                  <a:pt x="3203752" y="939262"/>
                </a:lnTo>
                <a:lnTo>
                  <a:pt x="3203589" y="945039"/>
                </a:lnTo>
                <a:lnTo>
                  <a:pt x="3201465" y="941498"/>
                </a:lnTo>
                <a:close/>
              </a:path>
              <a:path w="4359909" h="1712595">
                <a:moveTo>
                  <a:pt x="3312976" y="937419"/>
                </a:moveTo>
                <a:lnTo>
                  <a:pt x="3318121" y="936757"/>
                </a:lnTo>
                <a:lnTo>
                  <a:pt x="3319283" y="940070"/>
                </a:lnTo>
                <a:lnTo>
                  <a:pt x="3318785" y="945039"/>
                </a:lnTo>
                <a:lnTo>
                  <a:pt x="3313972" y="945519"/>
                </a:lnTo>
                <a:lnTo>
                  <a:pt x="3313972" y="941063"/>
                </a:lnTo>
                <a:lnTo>
                  <a:pt x="3312976" y="937419"/>
                </a:lnTo>
                <a:close/>
              </a:path>
              <a:path w="4359909" h="1712595">
                <a:moveTo>
                  <a:pt x="3313806" y="945535"/>
                </a:moveTo>
                <a:lnTo>
                  <a:pt x="3313972" y="941063"/>
                </a:lnTo>
                <a:lnTo>
                  <a:pt x="3313972" y="945519"/>
                </a:lnTo>
                <a:lnTo>
                  <a:pt x="3313806" y="945535"/>
                </a:lnTo>
                <a:close/>
              </a:path>
              <a:path w="4359909" h="1712595">
                <a:moveTo>
                  <a:pt x="3353179" y="952984"/>
                </a:moveTo>
                <a:lnTo>
                  <a:pt x="3354494" y="948103"/>
                </a:lnTo>
                <a:lnTo>
                  <a:pt x="3356711" y="943098"/>
                </a:lnTo>
                <a:lnTo>
                  <a:pt x="3356711" y="939346"/>
                </a:lnTo>
                <a:lnTo>
                  <a:pt x="3359256" y="939534"/>
                </a:lnTo>
                <a:lnTo>
                  <a:pt x="3360407" y="944562"/>
                </a:lnTo>
                <a:lnTo>
                  <a:pt x="3359504" y="951237"/>
                </a:lnTo>
                <a:lnTo>
                  <a:pt x="3357295" y="956467"/>
                </a:lnTo>
                <a:lnTo>
                  <a:pt x="3356711" y="955973"/>
                </a:lnTo>
                <a:lnTo>
                  <a:pt x="3356711" y="943098"/>
                </a:lnTo>
                <a:lnTo>
                  <a:pt x="3355303" y="939241"/>
                </a:lnTo>
                <a:lnTo>
                  <a:pt x="3355303" y="954781"/>
                </a:lnTo>
                <a:lnTo>
                  <a:pt x="3353179" y="952984"/>
                </a:lnTo>
                <a:close/>
              </a:path>
              <a:path w="4359909" h="1712595">
                <a:moveTo>
                  <a:pt x="866045" y="951609"/>
                </a:moveTo>
                <a:lnTo>
                  <a:pt x="868123" y="952658"/>
                </a:lnTo>
                <a:lnTo>
                  <a:pt x="869173" y="954731"/>
                </a:lnTo>
                <a:lnTo>
                  <a:pt x="867438" y="953341"/>
                </a:lnTo>
                <a:lnTo>
                  <a:pt x="866045" y="951609"/>
                </a:lnTo>
                <a:close/>
              </a:path>
              <a:path w="4359909" h="1712595">
                <a:moveTo>
                  <a:pt x="891195" y="962596"/>
                </a:moveTo>
                <a:lnTo>
                  <a:pt x="893187" y="954645"/>
                </a:lnTo>
                <a:lnTo>
                  <a:pt x="898831" y="954977"/>
                </a:lnTo>
                <a:lnTo>
                  <a:pt x="891195" y="962596"/>
                </a:lnTo>
                <a:close/>
              </a:path>
              <a:path w="4359909" h="1712595">
                <a:moveTo>
                  <a:pt x="2039650" y="974472"/>
                </a:moveTo>
                <a:lnTo>
                  <a:pt x="2039674" y="969883"/>
                </a:lnTo>
                <a:lnTo>
                  <a:pt x="2041844" y="972282"/>
                </a:lnTo>
                <a:lnTo>
                  <a:pt x="2041105" y="974542"/>
                </a:lnTo>
                <a:lnTo>
                  <a:pt x="2039650" y="974472"/>
                </a:lnTo>
                <a:close/>
              </a:path>
              <a:path w="4359909" h="1712595">
                <a:moveTo>
                  <a:pt x="2014682" y="966830"/>
                </a:moveTo>
                <a:lnTo>
                  <a:pt x="2014775" y="962264"/>
                </a:lnTo>
                <a:lnTo>
                  <a:pt x="2016923" y="964594"/>
                </a:lnTo>
                <a:lnTo>
                  <a:pt x="2016145" y="966861"/>
                </a:lnTo>
                <a:lnTo>
                  <a:pt x="2014682" y="966830"/>
                </a:lnTo>
                <a:close/>
              </a:path>
              <a:path w="4359909" h="1712595">
                <a:moveTo>
                  <a:pt x="783800" y="958620"/>
                </a:moveTo>
                <a:lnTo>
                  <a:pt x="785626" y="950670"/>
                </a:lnTo>
                <a:lnTo>
                  <a:pt x="791270" y="951167"/>
                </a:lnTo>
                <a:lnTo>
                  <a:pt x="783800" y="958620"/>
                </a:lnTo>
                <a:close/>
              </a:path>
              <a:path w="4359909" h="1712595">
                <a:moveTo>
                  <a:pt x="1568763" y="971540"/>
                </a:moveTo>
                <a:lnTo>
                  <a:pt x="1568763" y="967068"/>
                </a:lnTo>
                <a:lnTo>
                  <a:pt x="1569095" y="962264"/>
                </a:lnTo>
                <a:lnTo>
                  <a:pt x="1573410" y="962596"/>
                </a:lnTo>
                <a:lnTo>
                  <a:pt x="1573244" y="967068"/>
                </a:lnTo>
                <a:lnTo>
                  <a:pt x="1572913" y="971871"/>
                </a:lnTo>
                <a:lnTo>
                  <a:pt x="1568763" y="971540"/>
                </a:lnTo>
                <a:close/>
              </a:path>
              <a:path w="4359909" h="1712595">
                <a:moveTo>
                  <a:pt x="2768080" y="1017482"/>
                </a:moveTo>
                <a:lnTo>
                  <a:pt x="2769528" y="1013942"/>
                </a:lnTo>
                <a:lnTo>
                  <a:pt x="2771722" y="1017296"/>
                </a:lnTo>
                <a:lnTo>
                  <a:pt x="2770026" y="1018538"/>
                </a:lnTo>
                <a:lnTo>
                  <a:pt x="2768080" y="1017482"/>
                </a:lnTo>
                <a:close/>
              </a:path>
              <a:path w="4359909" h="1712595">
                <a:moveTo>
                  <a:pt x="3255544" y="1021892"/>
                </a:moveTo>
                <a:lnTo>
                  <a:pt x="3257369" y="1013942"/>
                </a:lnTo>
                <a:lnTo>
                  <a:pt x="3263179" y="1014439"/>
                </a:lnTo>
                <a:lnTo>
                  <a:pt x="3255544" y="1021892"/>
                </a:lnTo>
                <a:close/>
              </a:path>
              <a:path w="4359909" h="1712595">
                <a:moveTo>
                  <a:pt x="1568866" y="1017433"/>
                </a:moveTo>
                <a:lnTo>
                  <a:pt x="1571999" y="1015701"/>
                </a:lnTo>
                <a:lnTo>
                  <a:pt x="1576128" y="1015989"/>
                </a:lnTo>
                <a:lnTo>
                  <a:pt x="1576896" y="1019739"/>
                </a:lnTo>
                <a:lnTo>
                  <a:pt x="1575236" y="1018414"/>
                </a:lnTo>
                <a:lnTo>
                  <a:pt x="1571584" y="1016757"/>
                </a:lnTo>
                <a:lnTo>
                  <a:pt x="1571086" y="1019739"/>
                </a:lnTo>
                <a:lnTo>
                  <a:pt x="1568866" y="1017433"/>
                </a:lnTo>
                <a:close/>
              </a:path>
              <a:path w="4359909" h="1712595">
                <a:moveTo>
                  <a:pt x="2157028" y="1023880"/>
                </a:moveTo>
                <a:lnTo>
                  <a:pt x="2158854" y="1015929"/>
                </a:lnTo>
                <a:lnTo>
                  <a:pt x="2164497" y="1016260"/>
                </a:lnTo>
                <a:lnTo>
                  <a:pt x="2157028" y="1023880"/>
                </a:lnTo>
                <a:close/>
              </a:path>
              <a:path w="4359909" h="1712595">
                <a:moveTo>
                  <a:pt x="3162258" y="1017585"/>
                </a:moveTo>
                <a:lnTo>
                  <a:pt x="3166573" y="1011291"/>
                </a:lnTo>
                <a:lnTo>
                  <a:pt x="3167071" y="1010132"/>
                </a:lnTo>
                <a:lnTo>
                  <a:pt x="3171885" y="1010463"/>
                </a:lnTo>
                <a:lnTo>
                  <a:pt x="3167735" y="1016592"/>
                </a:lnTo>
                <a:lnTo>
                  <a:pt x="3167071" y="1017751"/>
                </a:lnTo>
                <a:lnTo>
                  <a:pt x="3162258" y="1017585"/>
                </a:lnTo>
                <a:close/>
              </a:path>
              <a:path w="4359909" h="1712595">
                <a:moveTo>
                  <a:pt x="770189" y="990919"/>
                </a:moveTo>
                <a:lnTo>
                  <a:pt x="771683" y="987441"/>
                </a:lnTo>
                <a:lnTo>
                  <a:pt x="773675" y="990588"/>
                </a:lnTo>
                <a:lnTo>
                  <a:pt x="775999" y="990919"/>
                </a:lnTo>
                <a:lnTo>
                  <a:pt x="774505" y="994397"/>
                </a:lnTo>
                <a:lnTo>
                  <a:pt x="772513" y="991250"/>
                </a:lnTo>
                <a:lnTo>
                  <a:pt x="770189" y="990919"/>
                </a:lnTo>
                <a:close/>
              </a:path>
              <a:path w="4359909" h="1712595">
                <a:moveTo>
                  <a:pt x="805213" y="1014107"/>
                </a:moveTo>
                <a:lnTo>
                  <a:pt x="807703" y="1012948"/>
                </a:lnTo>
                <a:lnTo>
                  <a:pt x="810525" y="1011788"/>
                </a:lnTo>
                <a:lnTo>
                  <a:pt x="813181" y="1010629"/>
                </a:lnTo>
                <a:lnTo>
                  <a:pt x="813513" y="1011126"/>
                </a:lnTo>
                <a:lnTo>
                  <a:pt x="813844" y="1011788"/>
                </a:lnTo>
                <a:lnTo>
                  <a:pt x="814011" y="1012285"/>
                </a:lnTo>
                <a:lnTo>
                  <a:pt x="811355" y="1013155"/>
                </a:lnTo>
                <a:lnTo>
                  <a:pt x="808865" y="1013776"/>
                </a:lnTo>
                <a:lnTo>
                  <a:pt x="806541" y="1014604"/>
                </a:lnTo>
                <a:lnTo>
                  <a:pt x="806209" y="1014439"/>
                </a:lnTo>
                <a:lnTo>
                  <a:pt x="805213" y="1014107"/>
                </a:lnTo>
                <a:close/>
              </a:path>
              <a:path w="4359909" h="1712595">
                <a:moveTo>
                  <a:pt x="804881" y="1006157"/>
                </a:moveTo>
                <a:lnTo>
                  <a:pt x="806375" y="1003507"/>
                </a:lnTo>
                <a:lnTo>
                  <a:pt x="810358" y="1006157"/>
                </a:lnTo>
                <a:lnTo>
                  <a:pt x="812682" y="1009469"/>
                </a:lnTo>
                <a:lnTo>
                  <a:pt x="811355" y="1009966"/>
                </a:lnTo>
                <a:lnTo>
                  <a:pt x="810027" y="1010298"/>
                </a:lnTo>
                <a:lnTo>
                  <a:pt x="809197" y="1010608"/>
                </a:lnTo>
                <a:lnTo>
                  <a:pt x="809197" y="1008973"/>
                </a:lnTo>
                <a:lnTo>
                  <a:pt x="806541" y="1005826"/>
                </a:lnTo>
                <a:lnTo>
                  <a:pt x="804881" y="1006157"/>
                </a:lnTo>
                <a:close/>
              </a:path>
              <a:path w="4359909" h="1712595">
                <a:moveTo>
                  <a:pt x="808699" y="1010795"/>
                </a:moveTo>
                <a:lnTo>
                  <a:pt x="809197" y="1008973"/>
                </a:lnTo>
                <a:lnTo>
                  <a:pt x="809197" y="1010608"/>
                </a:lnTo>
                <a:lnTo>
                  <a:pt x="808699" y="1010795"/>
                </a:lnTo>
                <a:close/>
              </a:path>
              <a:path w="4359909" h="1712595">
                <a:moveTo>
                  <a:pt x="795254" y="1008310"/>
                </a:moveTo>
                <a:lnTo>
                  <a:pt x="797079" y="1000857"/>
                </a:lnTo>
                <a:lnTo>
                  <a:pt x="805545" y="1006654"/>
                </a:lnTo>
                <a:lnTo>
                  <a:pt x="806541" y="1011623"/>
                </a:lnTo>
                <a:lnTo>
                  <a:pt x="805047" y="1011954"/>
                </a:lnTo>
                <a:lnTo>
                  <a:pt x="803719" y="1012451"/>
                </a:lnTo>
                <a:lnTo>
                  <a:pt x="802557" y="1012948"/>
                </a:lnTo>
                <a:lnTo>
                  <a:pt x="799901" y="1011457"/>
                </a:lnTo>
                <a:lnTo>
                  <a:pt x="797079" y="1009525"/>
                </a:lnTo>
                <a:lnTo>
                  <a:pt x="795254" y="1008310"/>
                </a:lnTo>
                <a:close/>
              </a:path>
              <a:path w="4359909" h="1712595">
                <a:moveTo>
                  <a:pt x="777824" y="994728"/>
                </a:moveTo>
                <a:lnTo>
                  <a:pt x="778820" y="982471"/>
                </a:lnTo>
                <a:lnTo>
                  <a:pt x="781808" y="979490"/>
                </a:lnTo>
                <a:lnTo>
                  <a:pt x="784630" y="982471"/>
                </a:lnTo>
                <a:lnTo>
                  <a:pt x="784796" y="987937"/>
                </a:lnTo>
                <a:lnTo>
                  <a:pt x="785626" y="992906"/>
                </a:lnTo>
                <a:lnTo>
                  <a:pt x="777824" y="994728"/>
                </a:lnTo>
                <a:close/>
              </a:path>
              <a:path w="4359909" h="1712595">
                <a:moveTo>
                  <a:pt x="651839" y="965411"/>
                </a:moveTo>
                <a:lnTo>
                  <a:pt x="653001" y="964086"/>
                </a:lnTo>
                <a:lnTo>
                  <a:pt x="653831" y="963424"/>
                </a:lnTo>
                <a:lnTo>
                  <a:pt x="651839" y="965411"/>
                </a:lnTo>
                <a:close/>
              </a:path>
              <a:path w="4359909" h="1712595">
                <a:moveTo>
                  <a:pt x="1275958" y="710503"/>
                </a:moveTo>
                <a:lnTo>
                  <a:pt x="1277286" y="703547"/>
                </a:lnTo>
                <a:lnTo>
                  <a:pt x="1284423" y="702056"/>
                </a:lnTo>
                <a:lnTo>
                  <a:pt x="1286582" y="705700"/>
                </a:lnTo>
                <a:lnTo>
                  <a:pt x="1286913" y="711166"/>
                </a:lnTo>
                <a:lnTo>
                  <a:pt x="1280274" y="711994"/>
                </a:lnTo>
                <a:lnTo>
                  <a:pt x="1275958" y="710503"/>
                </a:lnTo>
                <a:close/>
              </a:path>
              <a:path w="4359909" h="1712595">
                <a:moveTo>
                  <a:pt x="3213216" y="950836"/>
                </a:moveTo>
                <a:lnTo>
                  <a:pt x="3214876" y="945204"/>
                </a:lnTo>
                <a:lnTo>
                  <a:pt x="3216038" y="948682"/>
                </a:lnTo>
                <a:lnTo>
                  <a:pt x="3220852" y="948848"/>
                </a:lnTo>
                <a:lnTo>
                  <a:pt x="3222678" y="955473"/>
                </a:lnTo>
                <a:lnTo>
                  <a:pt x="3214710" y="952161"/>
                </a:lnTo>
                <a:lnTo>
                  <a:pt x="3213216" y="950836"/>
                </a:lnTo>
                <a:close/>
              </a:path>
              <a:path w="4359909" h="1712595">
                <a:moveTo>
                  <a:pt x="1638226" y="1009084"/>
                </a:moveTo>
                <a:lnTo>
                  <a:pt x="1640304" y="1010132"/>
                </a:lnTo>
                <a:lnTo>
                  <a:pt x="1641354" y="1012205"/>
                </a:lnTo>
                <a:lnTo>
                  <a:pt x="1639619" y="1010815"/>
                </a:lnTo>
                <a:lnTo>
                  <a:pt x="1638226" y="1009084"/>
                </a:lnTo>
                <a:close/>
              </a:path>
              <a:path w="4359909" h="1712595">
                <a:moveTo>
                  <a:pt x="2037848" y="987109"/>
                </a:moveTo>
                <a:lnTo>
                  <a:pt x="2038844" y="984293"/>
                </a:lnTo>
                <a:lnTo>
                  <a:pt x="2040670" y="982306"/>
                </a:lnTo>
                <a:lnTo>
                  <a:pt x="2041666" y="979490"/>
                </a:lnTo>
                <a:lnTo>
                  <a:pt x="2046313" y="980650"/>
                </a:lnTo>
                <a:lnTo>
                  <a:pt x="2042662" y="989097"/>
                </a:lnTo>
                <a:lnTo>
                  <a:pt x="2037848" y="987109"/>
                </a:lnTo>
                <a:close/>
              </a:path>
              <a:path w="4359909" h="1712595">
                <a:moveTo>
                  <a:pt x="2237844" y="996664"/>
                </a:moveTo>
                <a:lnTo>
                  <a:pt x="2239525" y="994894"/>
                </a:lnTo>
                <a:lnTo>
                  <a:pt x="2241765" y="997223"/>
                </a:lnTo>
                <a:lnTo>
                  <a:pt x="2239898" y="997627"/>
                </a:lnTo>
                <a:lnTo>
                  <a:pt x="2237844" y="996664"/>
                </a:lnTo>
                <a:close/>
              </a:path>
              <a:path w="4359909" h="1712595">
                <a:moveTo>
                  <a:pt x="1698898" y="998538"/>
                </a:moveTo>
                <a:lnTo>
                  <a:pt x="1701720" y="992906"/>
                </a:lnTo>
                <a:lnTo>
                  <a:pt x="1707529" y="992906"/>
                </a:lnTo>
                <a:lnTo>
                  <a:pt x="1710351" y="998538"/>
                </a:lnTo>
                <a:lnTo>
                  <a:pt x="1698898" y="998538"/>
                </a:lnTo>
                <a:close/>
              </a:path>
              <a:path w="4359909" h="1712595">
                <a:moveTo>
                  <a:pt x="1784216" y="992906"/>
                </a:moveTo>
                <a:lnTo>
                  <a:pt x="1786457" y="995305"/>
                </a:lnTo>
                <a:lnTo>
                  <a:pt x="1785710" y="997565"/>
                </a:lnTo>
                <a:lnTo>
                  <a:pt x="1784216" y="997495"/>
                </a:lnTo>
                <a:lnTo>
                  <a:pt x="1784216" y="992906"/>
                </a:lnTo>
                <a:close/>
              </a:path>
              <a:path w="4359909" h="1712595">
                <a:moveTo>
                  <a:pt x="1720643" y="991913"/>
                </a:moveTo>
                <a:lnTo>
                  <a:pt x="1721141" y="988269"/>
                </a:lnTo>
                <a:lnTo>
                  <a:pt x="1721141" y="985346"/>
                </a:lnTo>
                <a:lnTo>
                  <a:pt x="1723298" y="986115"/>
                </a:lnTo>
                <a:lnTo>
                  <a:pt x="1724793" y="987606"/>
                </a:lnTo>
                <a:lnTo>
                  <a:pt x="1724793" y="991084"/>
                </a:lnTo>
                <a:lnTo>
                  <a:pt x="1721141" y="991813"/>
                </a:lnTo>
                <a:lnTo>
                  <a:pt x="1721141" y="988269"/>
                </a:lnTo>
                <a:lnTo>
                  <a:pt x="1720975" y="985287"/>
                </a:lnTo>
                <a:lnTo>
                  <a:pt x="1720975" y="991846"/>
                </a:lnTo>
                <a:lnTo>
                  <a:pt x="1720643" y="991913"/>
                </a:lnTo>
                <a:close/>
              </a:path>
              <a:path w="4359909" h="1712595">
                <a:moveTo>
                  <a:pt x="962238" y="948848"/>
                </a:moveTo>
                <a:lnTo>
                  <a:pt x="962238" y="945039"/>
                </a:lnTo>
                <a:lnTo>
                  <a:pt x="966056" y="945039"/>
                </a:lnTo>
                <a:lnTo>
                  <a:pt x="966056" y="948848"/>
                </a:lnTo>
                <a:lnTo>
                  <a:pt x="962238" y="948848"/>
                </a:lnTo>
                <a:close/>
              </a:path>
              <a:path w="4359909" h="1712595">
                <a:moveTo>
                  <a:pt x="847042" y="927813"/>
                </a:moveTo>
                <a:lnTo>
                  <a:pt x="849532" y="928972"/>
                </a:lnTo>
                <a:lnTo>
                  <a:pt x="850528" y="931954"/>
                </a:lnTo>
                <a:lnTo>
                  <a:pt x="850860" y="935432"/>
                </a:lnTo>
                <a:lnTo>
                  <a:pt x="847374" y="936624"/>
                </a:lnTo>
                <a:lnTo>
                  <a:pt x="847374" y="931125"/>
                </a:lnTo>
                <a:lnTo>
                  <a:pt x="847042" y="927813"/>
                </a:lnTo>
                <a:close/>
              </a:path>
              <a:path w="4359909" h="1712595">
                <a:moveTo>
                  <a:pt x="845050" y="937419"/>
                </a:moveTo>
                <a:lnTo>
                  <a:pt x="847374" y="931125"/>
                </a:lnTo>
                <a:lnTo>
                  <a:pt x="847374" y="936624"/>
                </a:lnTo>
                <a:lnTo>
                  <a:pt x="845050" y="937419"/>
                </a:lnTo>
                <a:close/>
              </a:path>
              <a:path w="4359909" h="1712595">
                <a:moveTo>
                  <a:pt x="2498799" y="1000857"/>
                </a:moveTo>
                <a:lnTo>
                  <a:pt x="2500625" y="992906"/>
                </a:lnTo>
                <a:lnTo>
                  <a:pt x="2506435" y="993238"/>
                </a:lnTo>
                <a:lnTo>
                  <a:pt x="2498799" y="1000857"/>
                </a:lnTo>
                <a:close/>
              </a:path>
              <a:path w="4359909" h="1712595">
                <a:moveTo>
                  <a:pt x="2494385" y="985593"/>
                </a:moveTo>
                <a:lnTo>
                  <a:pt x="2495646" y="982637"/>
                </a:lnTo>
                <a:lnTo>
                  <a:pt x="2496808" y="981312"/>
                </a:lnTo>
                <a:lnTo>
                  <a:pt x="2501289" y="983797"/>
                </a:lnTo>
                <a:lnTo>
                  <a:pt x="2501289" y="988931"/>
                </a:lnTo>
                <a:lnTo>
                  <a:pt x="2496808" y="990919"/>
                </a:lnTo>
                <a:lnTo>
                  <a:pt x="2494816" y="990698"/>
                </a:lnTo>
                <a:lnTo>
                  <a:pt x="2494816" y="985618"/>
                </a:lnTo>
                <a:lnTo>
                  <a:pt x="2494385" y="985593"/>
                </a:lnTo>
                <a:close/>
              </a:path>
              <a:path w="4359909" h="1712595">
                <a:moveTo>
                  <a:pt x="2494034" y="986415"/>
                </a:moveTo>
                <a:lnTo>
                  <a:pt x="2494385" y="985593"/>
                </a:lnTo>
                <a:lnTo>
                  <a:pt x="2494816" y="985618"/>
                </a:lnTo>
                <a:lnTo>
                  <a:pt x="2494034" y="986415"/>
                </a:lnTo>
                <a:close/>
              </a:path>
              <a:path w="4359909" h="1712595">
                <a:moveTo>
                  <a:pt x="2492326" y="990422"/>
                </a:moveTo>
                <a:lnTo>
                  <a:pt x="2494034" y="986415"/>
                </a:lnTo>
                <a:lnTo>
                  <a:pt x="2494816" y="985618"/>
                </a:lnTo>
                <a:lnTo>
                  <a:pt x="2494816" y="990698"/>
                </a:lnTo>
                <a:lnTo>
                  <a:pt x="2492326" y="990422"/>
                </a:lnTo>
                <a:close/>
              </a:path>
              <a:path w="4359909" h="1712595">
                <a:moveTo>
                  <a:pt x="2487346" y="993238"/>
                </a:moveTo>
                <a:lnTo>
                  <a:pt x="2489172" y="985287"/>
                </a:lnTo>
                <a:lnTo>
                  <a:pt x="2494385" y="985593"/>
                </a:lnTo>
                <a:lnTo>
                  <a:pt x="2494034" y="986415"/>
                </a:lnTo>
                <a:lnTo>
                  <a:pt x="2487346" y="993238"/>
                </a:lnTo>
                <a:close/>
              </a:path>
              <a:path w="4359909" h="1712595">
                <a:moveTo>
                  <a:pt x="3050713" y="936426"/>
                </a:moveTo>
                <a:lnTo>
                  <a:pt x="3053867" y="933444"/>
                </a:lnTo>
                <a:lnTo>
                  <a:pt x="3058017" y="933776"/>
                </a:lnTo>
                <a:lnTo>
                  <a:pt x="3058017" y="938248"/>
                </a:lnTo>
                <a:lnTo>
                  <a:pt x="3057685" y="943051"/>
                </a:lnTo>
                <a:lnTo>
                  <a:pt x="3051045" y="944376"/>
                </a:lnTo>
                <a:lnTo>
                  <a:pt x="3050713" y="936426"/>
                </a:lnTo>
                <a:close/>
              </a:path>
              <a:path w="4359909" h="1712595">
                <a:moveTo>
                  <a:pt x="1498432" y="975556"/>
                </a:moveTo>
                <a:lnTo>
                  <a:pt x="1500043" y="973693"/>
                </a:lnTo>
                <a:lnTo>
                  <a:pt x="1502307" y="976115"/>
                </a:lnTo>
                <a:lnTo>
                  <a:pt x="1500479" y="976550"/>
                </a:lnTo>
                <a:lnTo>
                  <a:pt x="1498432" y="975556"/>
                </a:lnTo>
                <a:close/>
              </a:path>
              <a:path w="4359909" h="1712595">
                <a:moveTo>
                  <a:pt x="1895927" y="975680"/>
                </a:moveTo>
                <a:lnTo>
                  <a:pt x="1896425" y="975763"/>
                </a:lnTo>
                <a:lnTo>
                  <a:pt x="1896591" y="975846"/>
                </a:lnTo>
                <a:lnTo>
                  <a:pt x="1896259" y="975791"/>
                </a:lnTo>
                <a:lnTo>
                  <a:pt x="1895927" y="975680"/>
                </a:lnTo>
                <a:close/>
              </a:path>
              <a:path w="4359909" h="1712595">
                <a:moveTo>
                  <a:pt x="1428502" y="958952"/>
                </a:moveTo>
                <a:lnTo>
                  <a:pt x="1429000" y="954645"/>
                </a:lnTo>
                <a:lnTo>
                  <a:pt x="1434810" y="952658"/>
                </a:lnTo>
                <a:lnTo>
                  <a:pt x="1432319" y="958786"/>
                </a:lnTo>
                <a:lnTo>
                  <a:pt x="1432319" y="962190"/>
                </a:lnTo>
                <a:lnTo>
                  <a:pt x="1429498" y="961767"/>
                </a:lnTo>
                <a:lnTo>
                  <a:pt x="1428502" y="958952"/>
                </a:lnTo>
                <a:close/>
              </a:path>
              <a:path w="4359909" h="1712595">
                <a:moveTo>
                  <a:pt x="1432319" y="962190"/>
                </a:moveTo>
                <a:lnTo>
                  <a:pt x="1432319" y="958786"/>
                </a:lnTo>
                <a:lnTo>
                  <a:pt x="1432818" y="962264"/>
                </a:lnTo>
                <a:lnTo>
                  <a:pt x="1432319" y="962190"/>
                </a:lnTo>
                <a:close/>
              </a:path>
              <a:path w="4359909" h="1712595">
                <a:moveTo>
                  <a:pt x="3069802" y="947854"/>
                </a:moveTo>
                <a:lnTo>
                  <a:pt x="3077935" y="947689"/>
                </a:lnTo>
                <a:lnTo>
                  <a:pt x="3080757" y="950670"/>
                </a:lnTo>
                <a:lnTo>
                  <a:pt x="3080923" y="956302"/>
                </a:lnTo>
                <a:lnTo>
                  <a:pt x="3072956" y="956633"/>
                </a:lnTo>
                <a:lnTo>
                  <a:pt x="3071130" y="954480"/>
                </a:lnTo>
                <a:lnTo>
                  <a:pt x="3069802" y="947854"/>
                </a:lnTo>
                <a:close/>
              </a:path>
              <a:path w="4359909" h="1712595">
                <a:moveTo>
                  <a:pt x="3407258" y="1023880"/>
                </a:moveTo>
                <a:lnTo>
                  <a:pt x="3409084" y="1015929"/>
                </a:lnTo>
                <a:lnTo>
                  <a:pt x="3414893" y="1016260"/>
                </a:lnTo>
                <a:lnTo>
                  <a:pt x="3407258" y="1023880"/>
                </a:lnTo>
                <a:close/>
              </a:path>
              <a:path w="4359909" h="1712595">
                <a:moveTo>
                  <a:pt x="2557892" y="947192"/>
                </a:moveTo>
                <a:lnTo>
                  <a:pt x="2558223" y="943051"/>
                </a:lnTo>
                <a:lnTo>
                  <a:pt x="2564033" y="943051"/>
                </a:lnTo>
                <a:lnTo>
                  <a:pt x="2564033" y="948848"/>
                </a:lnTo>
                <a:lnTo>
                  <a:pt x="2559717" y="949179"/>
                </a:lnTo>
                <a:lnTo>
                  <a:pt x="2557892" y="947192"/>
                </a:lnTo>
                <a:close/>
              </a:path>
              <a:path w="4359909" h="1712595">
                <a:moveTo>
                  <a:pt x="852852" y="949179"/>
                </a:moveTo>
                <a:lnTo>
                  <a:pt x="854678" y="941229"/>
                </a:lnTo>
                <a:lnTo>
                  <a:pt x="860487" y="941560"/>
                </a:lnTo>
                <a:lnTo>
                  <a:pt x="852852" y="949179"/>
                </a:lnTo>
                <a:close/>
              </a:path>
              <a:path w="4359909" h="1712595">
                <a:moveTo>
                  <a:pt x="778820" y="942057"/>
                </a:moveTo>
                <a:lnTo>
                  <a:pt x="780812" y="943713"/>
                </a:lnTo>
                <a:lnTo>
                  <a:pt x="781145" y="944045"/>
                </a:lnTo>
                <a:lnTo>
                  <a:pt x="780812" y="944045"/>
                </a:lnTo>
                <a:lnTo>
                  <a:pt x="779816" y="943051"/>
                </a:lnTo>
                <a:lnTo>
                  <a:pt x="779318" y="942720"/>
                </a:lnTo>
                <a:lnTo>
                  <a:pt x="779152" y="942388"/>
                </a:lnTo>
                <a:lnTo>
                  <a:pt x="778820" y="942057"/>
                </a:lnTo>
                <a:close/>
              </a:path>
              <a:path w="4359909" h="1712595">
                <a:moveTo>
                  <a:pt x="846876" y="995888"/>
                </a:moveTo>
                <a:lnTo>
                  <a:pt x="846876" y="995225"/>
                </a:lnTo>
                <a:lnTo>
                  <a:pt x="847042" y="994728"/>
                </a:lnTo>
                <a:lnTo>
                  <a:pt x="847706" y="994894"/>
                </a:lnTo>
                <a:lnTo>
                  <a:pt x="848204" y="995059"/>
                </a:lnTo>
                <a:lnTo>
                  <a:pt x="848536" y="995225"/>
                </a:lnTo>
                <a:lnTo>
                  <a:pt x="848038" y="995391"/>
                </a:lnTo>
                <a:lnTo>
                  <a:pt x="847374" y="995722"/>
                </a:lnTo>
                <a:lnTo>
                  <a:pt x="846876" y="995888"/>
                </a:lnTo>
                <a:close/>
              </a:path>
              <a:path w="4359909" h="1712595">
                <a:moveTo>
                  <a:pt x="824257" y="984363"/>
                </a:moveTo>
                <a:lnTo>
                  <a:pt x="825961" y="981312"/>
                </a:lnTo>
                <a:lnTo>
                  <a:pt x="827945" y="983571"/>
                </a:lnTo>
                <a:lnTo>
                  <a:pt x="826148" y="984852"/>
                </a:lnTo>
                <a:lnTo>
                  <a:pt x="824257" y="984363"/>
                </a:lnTo>
                <a:close/>
              </a:path>
              <a:path w="4359909" h="1712595">
                <a:moveTo>
                  <a:pt x="1273468" y="945039"/>
                </a:moveTo>
                <a:lnTo>
                  <a:pt x="1277452" y="944542"/>
                </a:lnTo>
                <a:lnTo>
                  <a:pt x="1278946" y="946529"/>
                </a:lnTo>
                <a:lnTo>
                  <a:pt x="1279278" y="950008"/>
                </a:lnTo>
                <a:lnTo>
                  <a:pt x="1276124" y="949676"/>
                </a:lnTo>
                <a:lnTo>
                  <a:pt x="1274464" y="949345"/>
                </a:lnTo>
                <a:lnTo>
                  <a:pt x="1273966" y="948020"/>
                </a:lnTo>
                <a:lnTo>
                  <a:pt x="1273800" y="946529"/>
                </a:lnTo>
                <a:lnTo>
                  <a:pt x="1273468" y="945039"/>
                </a:lnTo>
                <a:close/>
              </a:path>
              <a:path w="4359909" h="1712595">
                <a:moveTo>
                  <a:pt x="2565859" y="952161"/>
                </a:moveTo>
                <a:lnTo>
                  <a:pt x="2566025" y="948848"/>
                </a:lnTo>
                <a:lnTo>
                  <a:pt x="2570009" y="947854"/>
                </a:lnTo>
                <a:lnTo>
                  <a:pt x="2569677" y="951498"/>
                </a:lnTo>
                <a:lnTo>
                  <a:pt x="2569677" y="954586"/>
                </a:lnTo>
                <a:lnTo>
                  <a:pt x="2567519" y="953817"/>
                </a:lnTo>
                <a:lnTo>
                  <a:pt x="2565859" y="952161"/>
                </a:lnTo>
                <a:close/>
              </a:path>
              <a:path w="4359909" h="1712595">
                <a:moveTo>
                  <a:pt x="2569677" y="954586"/>
                </a:moveTo>
                <a:lnTo>
                  <a:pt x="2569677" y="951498"/>
                </a:lnTo>
                <a:lnTo>
                  <a:pt x="2569843" y="954645"/>
                </a:lnTo>
                <a:lnTo>
                  <a:pt x="2569677" y="954586"/>
                </a:lnTo>
                <a:close/>
              </a:path>
              <a:path w="4359909" h="1712595">
                <a:moveTo>
                  <a:pt x="758902" y="1004418"/>
                </a:moveTo>
                <a:lnTo>
                  <a:pt x="758902" y="997875"/>
                </a:lnTo>
                <a:lnTo>
                  <a:pt x="762554" y="998703"/>
                </a:lnTo>
                <a:lnTo>
                  <a:pt x="760230" y="1006488"/>
                </a:lnTo>
                <a:lnTo>
                  <a:pt x="758902" y="1004418"/>
                </a:lnTo>
                <a:close/>
              </a:path>
              <a:path w="4359909" h="1712595">
                <a:moveTo>
                  <a:pt x="754918" y="998206"/>
                </a:moveTo>
                <a:lnTo>
                  <a:pt x="754918" y="992906"/>
                </a:lnTo>
                <a:lnTo>
                  <a:pt x="761060" y="991250"/>
                </a:lnTo>
                <a:lnTo>
                  <a:pt x="758902" y="997875"/>
                </a:lnTo>
                <a:lnTo>
                  <a:pt x="758902" y="1004418"/>
                </a:lnTo>
                <a:lnTo>
                  <a:pt x="754918" y="998206"/>
                </a:lnTo>
                <a:close/>
              </a:path>
              <a:path w="4359909" h="1712595">
                <a:moveTo>
                  <a:pt x="1488092" y="711994"/>
                </a:moveTo>
                <a:lnTo>
                  <a:pt x="1488590" y="708350"/>
                </a:lnTo>
                <a:lnTo>
                  <a:pt x="1488590" y="705424"/>
                </a:lnTo>
                <a:lnTo>
                  <a:pt x="1490914" y="706197"/>
                </a:lnTo>
                <a:lnTo>
                  <a:pt x="1492408" y="707853"/>
                </a:lnTo>
                <a:lnTo>
                  <a:pt x="1492242" y="711166"/>
                </a:lnTo>
                <a:lnTo>
                  <a:pt x="1488590" y="711895"/>
                </a:lnTo>
                <a:lnTo>
                  <a:pt x="1488590" y="708350"/>
                </a:lnTo>
                <a:lnTo>
                  <a:pt x="1488424" y="705369"/>
                </a:lnTo>
                <a:lnTo>
                  <a:pt x="1488424" y="711928"/>
                </a:lnTo>
                <a:lnTo>
                  <a:pt x="1488092" y="711994"/>
                </a:lnTo>
                <a:close/>
              </a:path>
              <a:path w="4359909" h="1712595">
                <a:moveTo>
                  <a:pt x="3442613" y="708516"/>
                </a:moveTo>
                <a:lnTo>
                  <a:pt x="3443633" y="704155"/>
                </a:lnTo>
                <a:lnTo>
                  <a:pt x="3444439" y="705700"/>
                </a:lnTo>
                <a:lnTo>
                  <a:pt x="3449419" y="703547"/>
                </a:lnTo>
                <a:lnTo>
                  <a:pt x="3449419" y="707356"/>
                </a:lnTo>
                <a:lnTo>
                  <a:pt x="3449585" y="709344"/>
                </a:lnTo>
                <a:lnTo>
                  <a:pt x="3444605" y="710503"/>
                </a:lnTo>
                <a:lnTo>
                  <a:pt x="3442613" y="708516"/>
                </a:lnTo>
                <a:close/>
              </a:path>
              <a:path w="4359909" h="1712595">
                <a:moveTo>
                  <a:pt x="3443315" y="703547"/>
                </a:moveTo>
                <a:lnTo>
                  <a:pt x="3443775" y="703547"/>
                </a:lnTo>
                <a:lnTo>
                  <a:pt x="3443633" y="704155"/>
                </a:lnTo>
                <a:lnTo>
                  <a:pt x="3443315" y="703547"/>
                </a:lnTo>
                <a:close/>
              </a:path>
              <a:path w="4359909" h="1712595">
                <a:moveTo>
                  <a:pt x="3437966" y="703547"/>
                </a:moveTo>
                <a:lnTo>
                  <a:pt x="3440289" y="697750"/>
                </a:lnTo>
                <a:lnTo>
                  <a:pt x="3443315" y="703547"/>
                </a:lnTo>
                <a:lnTo>
                  <a:pt x="3437966" y="703547"/>
                </a:lnTo>
                <a:close/>
              </a:path>
              <a:path w="4359909" h="1712595">
                <a:moveTo>
                  <a:pt x="2856200" y="710314"/>
                </a:moveTo>
                <a:lnTo>
                  <a:pt x="2857834" y="707356"/>
                </a:lnTo>
                <a:lnTo>
                  <a:pt x="2859841" y="709522"/>
                </a:lnTo>
                <a:lnTo>
                  <a:pt x="2858083" y="710772"/>
                </a:lnTo>
                <a:lnTo>
                  <a:pt x="2856200" y="710314"/>
                </a:lnTo>
                <a:close/>
              </a:path>
              <a:path w="4359909" h="1712595">
                <a:moveTo>
                  <a:pt x="3701058" y="699737"/>
                </a:moveTo>
                <a:lnTo>
                  <a:pt x="3701556" y="692615"/>
                </a:lnTo>
                <a:lnTo>
                  <a:pt x="3705872" y="705369"/>
                </a:lnTo>
                <a:lnTo>
                  <a:pt x="3701224" y="703610"/>
                </a:lnTo>
                <a:lnTo>
                  <a:pt x="3701224" y="702884"/>
                </a:lnTo>
                <a:lnTo>
                  <a:pt x="3701058" y="699737"/>
                </a:lnTo>
                <a:close/>
              </a:path>
              <a:path w="4359909" h="1712595">
                <a:moveTo>
                  <a:pt x="3697904" y="708019"/>
                </a:moveTo>
                <a:lnTo>
                  <a:pt x="3701224" y="702884"/>
                </a:lnTo>
                <a:lnTo>
                  <a:pt x="3701224" y="703610"/>
                </a:lnTo>
                <a:lnTo>
                  <a:pt x="3701058" y="703547"/>
                </a:lnTo>
                <a:lnTo>
                  <a:pt x="3697904" y="708019"/>
                </a:lnTo>
                <a:close/>
              </a:path>
              <a:path w="4359909" h="1712595">
                <a:moveTo>
                  <a:pt x="726700" y="702884"/>
                </a:moveTo>
                <a:lnTo>
                  <a:pt x="728692" y="700731"/>
                </a:lnTo>
                <a:lnTo>
                  <a:pt x="728028" y="701559"/>
                </a:lnTo>
                <a:lnTo>
                  <a:pt x="726700" y="702884"/>
                </a:lnTo>
                <a:close/>
              </a:path>
              <a:path w="4359909" h="1712595">
                <a:moveTo>
                  <a:pt x="2807871" y="701062"/>
                </a:moveTo>
                <a:lnTo>
                  <a:pt x="2808037" y="697750"/>
                </a:lnTo>
                <a:lnTo>
                  <a:pt x="2812021" y="696921"/>
                </a:lnTo>
                <a:lnTo>
                  <a:pt x="2811689" y="700565"/>
                </a:lnTo>
                <a:lnTo>
                  <a:pt x="2811689" y="703487"/>
                </a:lnTo>
                <a:lnTo>
                  <a:pt x="2809531" y="702719"/>
                </a:lnTo>
                <a:lnTo>
                  <a:pt x="2807871" y="701062"/>
                </a:lnTo>
                <a:close/>
              </a:path>
              <a:path w="4359909" h="1712595">
                <a:moveTo>
                  <a:pt x="2811689" y="703487"/>
                </a:moveTo>
                <a:lnTo>
                  <a:pt x="2811689" y="700565"/>
                </a:lnTo>
                <a:lnTo>
                  <a:pt x="2811855" y="703547"/>
                </a:lnTo>
                <a:lnTo>
                  <a:pt x="2811689" y="703487"/>
                </a:lnTo>
                <a:close/>
              </a:path>
              <a:path w="4359909" h="1712595">
                <a:moveTo>
                  <a:pt x="353059" y="736342"/>
                </a:moveTo>
                <a:lnTo>
                  <a:pt x="353390" y="732201"/>
                </a:lnTo>
                <a:lnTo>
                  <a:pt x="357540" y="731870"/>
                </a:lnTo>
                <a:lnTo>
                  <a:pt x="359532" y="733857"/>
                </a:lnTo>
                <a:lnTo>
                  <a:pt x="359200" y="737998"/>
                </a:lnTo>
                <a:lnTo>
                  <a:pt x="355050" y="738329"/>
                </a:lnTo>
                <a:lnTo>
                  <a:pt x="353059" y="736342"/>
                </a:lnTo>
                <a:close/>
              </a:path>
              <a:path w="4359909" h="1712595">
                <a:moveTo>
                  <a:pt x="466346" y="732802"/>
                </a:moveTo>
                <a:lnTo>
                  <a:pt x="468587" y="730379"/>
                </a:lnTo>
                <a:lnTo>
                  <a:pt x="470268" y="732242"/>
                </a:lnTo>
                <a:lnTo>
                  <a:pt x="468214" y="733236"/>
                </a:lnTo>
                <a:lnTo>
                  <a:pt x="466346" y="732802"/>
                </a:lnTo>
                <a:close/>
              </a:path>
              <a:path w="4359909" h="1712595">
                <a:moveTo>
                  <a:pt x="3604951" y="686321"/>
                </a:moveTo>
                <a:lnTo>
                  <a:pt x="3607191" y="688650"/>
                </a:lnTo>
                <a:lnTo>
                  <a:pt x="3606445" y="690917"/>
                </a:lnTo>
                <a:lnTo>
                  <a:pt x="3604951" y="690886"/>
                </a:lnTo>
                <a:lnTo>
                  <a:pt x="3604951" y="686321"/>
                </a:lnTo>
                <a:close/>
              </a:path>
              <a:path w="4359909" h="1712595">
                <a:moveTo>
                  <a:pt x="194041" y="738088"/>
                </a:moveTo>
                <a:lnTo>
                  <a:pt x="194041" y="736011"/>
                </a:lnTo>
                <a:lnTo>
                  <a:pt x="199685" y="738826"/>
                </a:lnTo>
                <a:lnTo>
                  <a:pt x="194041" y="738088"/>
                </a:lnTo>
                <a:close/>
              </a:path>
              <a:path w="4359909" h="1712595">
                <a:moveTo>
                  <a:pt x="189559" y="737501"/>
                </a:moveTo>
                <a:lnTo>
                  <a:pt x="192050" y="732201"/>
                </a:lnTo>
                <a:lnTo>
                  <a:pt x="193543" y="728723"/>
                </a:lnTo>
                <a:lnTo>
                  <a:pt x="194207" y="733361"/>
                </a:lnTo>
                <a:lnTo>
                  <a:pt x="194041" y="736011"/>
                </a:lnTo>
                <a:lnTo>
                  <a:pt x="194041" y="738088"/>
                </a:lnTo>
                <a:lnTo>
                  <a:pt x="189559" y="737501"/>
                </a:lnTo>
                <a:close/>
              </a:path>
              <a:path w="4359909" h="1712595">
                <a:moveTo>
                  <a:pt x="3687281" y="690627"/>
                </a:moveTo>
                <a:lnTo>
                  <a:pt x="3691431" y="686321"/>
                </a:lnTo>
                <a:lnTo>
                  <a:pt x="3694585" y="688971"/>
                </a:lnTo>
                <a:lnTo>
                  <a:pt x="3696411" y="692781"/>
                </a:lnTo>
                <a:lnTo>
                  <a:pt x="3697241" y="697750"/>
                </a:lnTo>
                <a:lnTo>
                  <a:pt x="3690767" y="698247"/>
                </a:lnTo>
                <a:lnTo>
                  <a:pt x="3687281" y="690627"/>
                </a:lnTo>
                <a:close/>
              </a:path>
              <a:path w="4359909" h="1712595">
                <a:moveTo>
                  <a:pt x="3386343" y="702479"/>
                </a:moveTo>
                <a:lnTo>
                  <a:pt x="3386343" y="697418"/>
                </a:lnTo>
                <a:lnTo>
                  <a:pt x="3391821" y="695762"/>
                </a:lnTo>
                <a:lnTo>
                  <a:pt x="3389995" y="702884"/>
                </a:lnTo>
                <a:lnTo>
                  <a:pt x="3386343" y="702479"/>
                </a:lnTo>
                <a:close/>
              </a:path>
              <a:path w="4359909" h="1712595">
                <a:moveTo>
                  <a:pt x="3382193" y="693774"/>
                </a:moveTo>
                <a:lnTo>
                  <a:pt x="3386841" y="693112"/>
                </a:lnTo>
                <a:lnTo>
                  <a:pt x="3386343" y="697418"/>
                </a:lnTo>
                <a:lnTo>
                  <a:pt x="3386343" y="702479"/>
                </a:lnTo>
                <a:lnTo>
                  <a:pt x="3382525" y="702056"/>
                </a:lnTo>
                <a:lnTo>
                  <a:pt x="3382193" y="693774"/>
                </a:lnTo>
                <a:close/>
              </a:path>
              <a:path w="4359909" h="1712595">
                <a:moveTo>
                  <a:pt x="2861818" y="698081"/>
                </a:moveTo>
                <a:lnTo>
                  <a:pt x="2863643" y="690130"/>
                </a:lnTo>
                <a:lnTo>
                  <a:pt x="2869453" y="690462"/>
                </a:lnTo>
                <a:lnTo>
                  <a:pt x="2861818" y="698081"/>
                </a:lnTo>
                <a:close/>
              </a:path>
              <a:path w="4359909" h="1712595">
                <a:moveTo>
                  <a:pt x="437547" y="703215"/>
                </a:moveTo>
                <a:lnTo>
                  <a:pt x="437879" y="697750"/>
                </a:lnTo>
                <a:lnTo>
                  <a:pt x="441697" y="699075"/>
                </a:lnTo>
                <a:lnTo>
                  <a:pt x="443024" y="702884"/>
                </a:lnTo>
                <a:lnTo>
                  <a:pt x="443688" y="707356"/>
                </a:lnTo>
                <a:lnTo>
                  <a:pt x="437713" y="708184"/>
                </a:lnTo>
                <a:lnTo>
                  <a:pt x="437547" y="703215"/>
                </a:lnTo>
                <a:close/>
              </a:path>
              <a:path w="4359909" h="1712595">
                <a:moveTo>
                  <a:pt x="3564781" y="701890"/>
                </a:moveTo>
                <a:lnTo>
                  <a:pt x="3566607" y="693940"/>
                </a:lnTo>
                <a:lnTo>
                  <a:pt x="3572417" y="694271"/>
                </a:lnTo>
                <a:lnTo>
                  <a:pt x="3564781" y="701890"/>
                </a:lnTo>
                <a:close/>
              </a:path>
              <a:path w="4359909" h="1712595">
                <a:moveTo>
                  <a:pt x="649349" y="711497"/>
                </a:moveTo>
                <a:lnTo>
                  <a:pt x="651175" y="703547"/>
                </a:lnTo>
                <a:lnTo>
                  <a:pt x="656818" y="703878"/>
                </a:lnTo>
                <a:lnTo>
                  <a:pt x="649349" y="711497"/>
                </a:lnTo>
                <a:close/>
              </a:path>
              <a:path w="4359909" h="1712595">
                <a:moveTo>
                  <a:pt x="1260355" y="690959"/>
                </a:moveTo>
                <a:lnTo>
                  <a:pt x="1266828" y="689137"/>
                </a:lnTo>
                <a:lnTo>
                  <a:pt x="1269484" y="691952"/>
                </a:lnTo>
                <a:lnTo>
                  <a:pt x="1267824" y="694768"/>
                </a:lnTo>
                <a:lnTo>
                  <a:pt x="1267824" y="699361"/>
                </a:lnTo>
                <a:lnTo>
                  <a:pt x="1261849" y="697750"/>
                </a:lnTo>
                <a:lnTo>
                  <a:pt x="1260355" y="690959"/>
                </a:lnTo>
                <a:close/>
              </a:path>
              <a:path w="4359909" h="1712595">
                <a:moveTo>
                  <a:pt x="1267824" y="699361"/>
                </a:moveTo>
                <a:lnTo>
                  <a:pt x="1267824" y="694768"/>
                </a:lnTo>
                <a:lnTo>
                  <a:pt x="1267990" y="699406"/>
                </a:lnTo>
                <a:lnTo>
                  <a:pt x="1267824" y="699361"/>
                </a:lnTo>
                <a:close/>
              </a:path>
              <a:path w="4359909" h="1712595">
                <a:moveTo>
                  <a:pt x="249813" y="713319"/>
                </a:moveTo>
                <a:lnTo>
                  <a:pt x="251639" y="705369"/>
                </a:lnTo>
                <a:lnTo>
                  <a:pt x="257449" y="705866"/>
                </a:lnTo>
                <a:lnTo>
                  <a:pt x="249813" y="713319"/>
                </a:lnTo>
                <a:close/>
              </a:path>
              <a:path w="4359909" h="1712595">
                <a:moveTo>
                  <a:pt x="1277950" y="694768"/>
                </a:moveTo>
                <a:lnTo>
                  <a:pt x="1279942" y="692781"/>
                </a:lnTo>
                <a:lnTo>
                  <a:pt x="1284921" y="693940"/>
                </a:lnTo>
                <a:lnTo>
                  <a:pt x="1284921" y="699737"/>
                </a:lnTo>
                <a:lnTo>
                  <a:pt x="1279112" y="699737"/>
                </a:lnTo>
                <a:lnTo>
                  <a:pt x="1277950" y="694768"/>
                </a:lnTo>
                <a:close/>
              </a:path>
              <a:path w="4359909" h="1712595">
                <a:moveTo>
                  <a:pt x="1866786" y="698529"/>
                </a:moveTo>
                <a:lnTo>
                  <a:pt x="1866879" y="693940"/>
                </a:lnTo>
                <a:lnTo>
                  <a:pt x="1869026" y="696339"/>
                </a:lnTo>
                <a:lnTo>
                  <a:pt x="1868248" y="698598"/>
                </a:lnTo>
                <a:lnTo>
                  <a:pt x="1866786" y="698529"/>
                </a:lnTo>
                <a:close/>
              </a:path>
              <a:path w="4359909" h="1712595">
                <a:moveTo>
                  <a:pt x="3871861" y="695265"/>
                </a:moveTo>
                <a:lnTo>
                  <a:pt x="3872027" y="691952"/>
                </a:lnTo>
                <a:lnTo>
                  <a:pt x="3876011" y="691124"/>
                </a:lnTo>
                <a:lnTo>
                  <a:pt x="3875679" y="694768"/>
                </a:lnTo>
                <a:lnTo>
                  <a:pt x="3875679" y="697690"/>
                </a:lnTo>
                <a:lnTo>
                  <a:pt x="3873521" y="696921"/>
                </a:lnTo>
                <a:lnTo>
                  <a:pt x="3871861" y="695265"/>
                </a:lnTo>
                <a:close/>
              </a:path>
              <a:path w="4359909" h="1712595">
                <a:moveTo>
                  <a:pt x="3875679" y="697690"/>
                </a:moveTo>
                <a:lnTo>
                  <a:pt x="3875679" y="694768"/>
                </a:lnTo>
                <a:lnTo>
                  <a:pt x="3875845" y="697750"/>
                </a:lnTo>
                <a:lnTo>
                  <a:pt x="3875679" y="697690"/>
                </a:lnTo>
                <a:close/>
              </a:path>
              <a:path w="4359909" h="1712595">
                <a:moveTo>
                  <a:pt x="1770107" y="697087"/>
                </a:moveTo>
                <a:lnTo>
                  <a:pt x="1771103" y="692946"/>
                </a:lnTo>
                <a:lnTo>
                  <a:pt x="1771103" y="690193"/>
                </a:lnTo>
                <a:lnTo>
                  <a:pt x="1773427" y="690627"/>
                </a:lnTo>
                <a:lnTo>
                  <a:pt x="1772431" y="694934"/>
                </a:lnTo>
                <a:lnTo>
                  <a:pt x="1772431" y="697667"/>
                </a:lnTo>
                <a:lnTo>
                  <a:pt x="1771103" y="697335"/>
                </a:lnTo>
                <a:lnTo>
                  <a:pt x="1771103" y="692946"/>
                </a:lnTo>
                <a:lnTo>
                  <a:pt x="1770771" y="690130"/>
                </a:lnTo>
                <a:lnTo>
                  <a:pt x="1770771" y="697253"/>
                </a:lnTo>
                <a:lnTo>
                  <a:pt x="1770107" y="697087"/>
                </a:lnTo>
                <a:close/>
              </a:path>
              <a:path w="4359909" h="1712595">
                <a:moveTo>
                  <a:pt x="1772431" y="697667"/>
                </a:moveTo>
                <a:lnTo>
                  <a:pt x="1772431" y="694934"/>
                </a:lnTo>
                <a:lnTo>
                  <a:pt x="1772763" y="697750"/>
                </a:lnTo>
                <a:lnTo>
                  <a:pt x="1772431" y="697667"/>
                </a:lnTo>
                <a:close/>
              </a:path>
              <a:path w="4359909" h="1712595">
                <a:moveTo>
                  <a:pt x="3848913" y="691704"/>
                </a:moveTo>
                <a:lnTo>
                  <a:pt x="3850049" y="688402"/>
                </a:lnTo>
                <a:lnTo>
                  <a:pt x="3854764" y="688143"/>
                </a:lnTo>
                <a:lnTo>
                  <a:pt x="3854764" y="695762"/>
                </a:lnTo>
                <a:lnTo>
                  <a:pt x="3850703" y="695131"/>
                </a:lnTo>
                <a:lnTo>
                  <a:pt x="3848913" y="691704"/>
                </a:lnTo>
                <a:close/>
              </a:path>
              <a:path w="4359909" h="1712595">
                <a:moveTo>
                  <a:pt x="1920659" y="882098"/>
                </a:moveTo>
                <a:lnTo>
                  <a:pt x="1922651" y="874148"/>
                </a:lnTo>
                <a:lnTo>
                  <a:pt x="1928295" y="874479"/>
                </a:lnTo>
                <a:lnTo>
                  <a:pt x="1920659" y="882098"/>
                </a:lnTo>
                <a:close/>
              </a:path>
              <a:path w="4359909" h="1712595">
                <a:moveTo>
                  <a:pt x="3972119" y="882926"/>
                </a:moveTo>
                <a:lnTo>
                  <a:pt x="3972451" y="881600"/>
                </a:lnTo>
                <a:lnTo>
                  <a:pt x="3972782" y="880442"/>
                </a:lnTo>
                <a:lnTo>
                  <a:pt x="3972782" y="879945"/>
                </a:lnTo>
                <a:lnTo>
                  <a:pt x="3972949" y="879779"/>
                </a:lnTo>
                <a:lnTo>
                  <a:pt x="3976102" y="879283"/>
                </a:lnTo>
                <a:lnTo>
                  <a:pt x="3975770" y="880276"/>
                </a:lnTo>
                <a:lnTo>
                  <a:pt x="3975770" y="880442"/>
                </a:lnTo>
                <a:lnTo>
                  <a:pt x="3975604" y="880773"/>
                </a:lnTo>
                <a:lnTo>
                  <a:pt x="3974940" y="882595"/>
                </a:lnTo>
                <a:lnTo>
                  <a:pt x="3974110" y="885080"/>
                </a:lnTo>
                <a:lnTo>
                  <a:pt x="3973115" y="884583"/>
                </a:lnTo>
                <a:lnTo>
                  <a:pt x="3972450" y="883920"/>
                </a:lnTo>
                <a:lnTo>
                  <a:pt x="3972119" y="882926"/>
                </a:lnTo>
                <a:close/>
              </a:path>
              <a:path w="4359909" h="1712595">
                <a:moveTo>
                  <a:pt x="3971621" y="880773"/>
                </a:moveTo>
                <a:lnTo>
                  <a:pt x="3971787" y="879779"/>
                </a:lnTo>
                <a:lnTo>
                  <a:pt x="3972451" y="879779"/>
                </a:lnTo>
                <a:lnTo>
                  <a:pt x="3972616" y="879614"/>
                </a:lnTo>
                <a:lnTo>
                  <a:pt x="3972616" y="879945"/>
                </a:lnTo>
                <a:lnTo>
                  <a:pt x="3971952" y="881933"/>
                </a:lnTo>
                <a:lnTo>
                  <a:pt x="3971952" y="881270"/>
                </a:lnTo>
                <a:lnTo>
                  <a:pt x="3971621" y="880773"/>
                </a:lnTo>
                <a:close/>
              </a:path>
              <a:path w="4359909" h="1712595">
                <a:moveTo>
                  <a:pt x="2122336" y="868351"/>
                </a:moveTo>
                <a:lnTo>
                  <a:pt x="2125656" y="870007"/>
                </a:lnTo>
                <a:lnTo>
                  <a:pt x="2127316" y="874976"/>
                </a:lnTo>
                <a:lnTo>
                  <a:pt x="2124162" y="877957"/>
                </a:lnTo>
                <a:lnTo>
                  <a:pt x="2123332" y="878026"/>
                </a:lnTo>
                <a:lnTo>
                  <a:pt x="2123332" y="871167"/>
                </a:lnTo>
                <a:lnTo>
                  <a:pt x="2122336" y="868351"/>
                </a:lnTo>
                <a:close/>
              </a:path>
              <a:path w="4359909" h="1712595">
                <a:moveTo>
                  <a:pt x="2120178" y="878289"/>
                </a:moveTo>
                <a:lnTo>
                  <a:pt x="2123332" y="871167"/>
                </a:lnTo>
                <a:lnTo>
                  <a:pt x="2123332" y="878026"/>
                </a:lnTo>
                <a:lnTo>
                  <a:pt x="2120178" y="878289"/>
                </a:lnTo>
                <a:close/>
              </a:path>
              <a:path w="4359909" h="1712595">
                <a:moveTo>
                  <a:pt x="3400950" y="878454"/>
                </a:moveTo>
                <a:lnTo>
                  <a:pt x="3401448" y="874148"/>
                </a:lnTo>
                <a:lnTo>
                  <a:pt x="3407258" y="872160"/>
                </a:lnTo>
                <a:lnTo>
                  <a:pt x="3404768" y="878289"/>
                </a:lnTo>
                <a:lnTo>
                  <a:pt x="3404768" y="881692"/>
                </a:lnTo>
                <a:lnTo>
                  <a:pt x="3401946" y="881270"/>
                </a:lnTo>
                <a:lnTo>
                  <a:pt x="3400950" y="878454"/>
                </a:lnTo>
                <a:close/>
              </a:path>
              <a:path w="4359909" h="1712595">
                <a:moveTo>
                  <a:pt x="3404768" y="881692"/>
                </a:moveTo>
                <a:lnTo>
                  <a:pt x="3404768" y="878289"/>
                </a:lnTo>
                <a:lnTo>
                  <a:pt x="3405266" y="881767"/>
                </a:lnTo>
                <a:lnTo>
                  <a:pt x="3404768" y="881692"/>
                </a:lnTo>
                <a:close/>
              </a:path>
              <a:path w="4359909" h="1712595">
                <a:moveTo>
                  <a:pt x="2573637" y="882523"/>
                </a:moveTo>
                <a:lnTo>
                  <a:pt x="2573660" y="877957"/>
                </a:lnTo>
                <a:lnTo>
                  <a:pt x="2575831" y="880287"/>
                </a:lnTo>
                <a:lnTo>
                  <a:pt x="2575092" y="882554"/>
                </a:lnTo>
                <a:lnTo>
                  <a:pt x="2573637" y="882523"/>
                </a:lnTo>
                <a:close/>
              </a:path>
              <a:path w="4359909" h="1712595">
                <a:moveTo>
                  <a:pt x="568513" y="728392"/>
                </a:moveTo>
                <a:lnTo>
                  <a:pt x="569176" y="725907"/>
                </a:lnTo>
                <a:lnTo>
                  <a:pt x="580298" y="729220"/>
                </a:lnTo>
                <a:lnTo>
                  <a:pt x="578140" y="736011"/>
                </a:lnTo>
                <a:lnTo>
                  <a:pt x="572330" y="736735"/>
                </a:lnTo>
                <a:lnTo>
                  <a:pt x="572330" y="730379"/>
                </a:lnTo>
                <a:lnTo>
                  <a:pt x="568513" y="728392"/>
                </a:lnTo>
                <a:close/>
              </a:path>
              <a:path w="4359909" h="1712595">
                <a:moveTo>
                  <a:pt x="571500" y="736839"/>
                </a:moveTo>
                <a:lnTo>
                  <a:pt x="572330" y="730379"/>
                </a:lnTo>
                <a:lnTo>
                  <a:pt x="572330" y="736735"/>
                </a:lnTo>
                <a:lnTo>
                  <a:pt x="571500" y="736839"/>
                </a:lnTo>
                <a:close/>
              </a:path>
              <a:path w="4359909" h="1712595">
                <a:moveTo>
                  <a:pt x="3785215" y="1012285"/>
                </a:moveTo>
                <a:lnTo>
                  <a:pt x="3785547" y="1008144"/>
                </a:lnTo>
                <a:lnTo>
                  <a:pt x="3787373" y="1010298"/>
                </a:lnTo>
                <a:lnTo>
                  <a:pt x="3792684" y="1008807"/>
                </a:lnTo>
                <a:lnTo>
                  <a:pt x="3791357" y="1013942"/>
                </a:lnTo>
                <a:lnTo>
                  <a:pt x="3787207" y="1014273"/>
                </a:lnTo>
                <a:lnTo>
                  <a:pt x="3785215" y="1012285"/>
                </a:lnTo>
                <a:close/>
              </a:path>
              <a:path w="4359909" h="1712595">
                <a:moveTo>
                  <a:pt x="3810611" y="967818"/>
                </a:moveTo>
                <a:lnTo>
                  <a:pt x="3810611" y="964086"/>
                </a:lnTo>
                <a:lnTo>
                  <a:pt x="3814429" y="964086"/>
                </a:lnTo>
                <a:lnTo>
                  <a:pt x="3813101" y="968890"/>
                </a:lnTo>
                <a:lnTo>
                  <a:pt x="3810611" y="967818"/>
                </a:lnTo>
                <a:close/>
              </a:path>
              <a:path w="4359909" h="1712595">
                <a:moveTo>
                  <a:pt x="3804635" y="965246"/>
                </a:moveTo>
                <a:lnTo>
                  <a:pt x="3806793" y="960277"/>
                </a:lnTo>
                <a:lnTo>
                  <a:pt x="3811939" y="958786"/>
                </a:lnTo>
                <a:lnTo>
                  <a:pt x="3810611" y="964086"/>
                </a:lnTo>
                <a:lnTo>
                  <a:pt x="3810611" y="967818"/>
                </a:lnTo>
                <a:lnTo>
                  <a:pt x="3804635" y="965246"/>
                </a:lnTo>
                <a:close/>
              </a:path>
              <a:path w="4359909" h="1712595">
                <a:moveTo>
                  <a:pt x="2809840" y="968745"/>
                </a:moveTo>
                <a:lnTo>
                  <a:pt x="2809863" y="964086"/>
                </a:lnTo>
                <a:lnTo>
                  <a:pt x="2812034" y="966509"/>
                </a:lnTo>
                <a:lnTo>
                  <a:pt x="2811295" y="968807"/>
                </a:lnTo>
                <a:lnTo>
                  <a:pt x="2809840" y="968745"/>
                </a:lnTo>
                <a:close/>
              </a:path>
              <a:path w="4359909" h="1712595">
                <a:moveTo>
                  <a:pt x="2628437" y="973527"/>
                </a:moveTo>
                <a:lnTo>
                  <a:pt x="2629433" y="967399"/>
                </a:lnTo>
                <a:lnTo>
                  <a:pt x="2629433" y="962264"/>
                </a:lnTo>
                <a:lnTo>
                  <a:pt x="2633417" y="963755"/>
                </a:lnTo>
                <a:lnTo>
                  <a:pt x="2636902" y="970215"/>
                </a:lnTo>
                <a:lnTo>
                  <a:pt x="2633250" y="973693"/>
                </a:lnTo>
                <a:lnTo>
                  <a:pt x="2628437" y="973527"/>
                </a:lnTo>
                <a:close/>
              </a:path>
              <a:path w="4359909" h="1712595">
                <a:moveTo>
                  <a:pt x="2221764" y="1007316"/>
                </a:moveTo>
                <a:lnTo>
                  <a:pt x="2222262" y="1000525"/>
                </a:lnTo>
                <a:lnTo>
                  <a:pt x="2225747" y="1003341"/>
                </a:lnTo>
                <a:lnTo>
                  <a:pt x="2232221" y="1009138"/>
                </a:lnTo>
                <a:lnTo>
                  <a:pt x="2228071" y="1013942"/>
                </a:lnTo>
                <a:lnTo>
                  <a:pt x="2223590" y="1011954"/>
                </a:lnTo>
                <a:lnTo>
                  <a:pt x="2221764" y="1007316"/>
                </a:lnTo>
                <a:close/>
              </a:path>
              <a:path w="4359909" h="1712595">
                <a:moveTo>
                  <a:pt x="514234" y="746114"/>
                </a:moveTo>
                <a:lnTo>
                  <a:pt x="514732" y="741808"/>
                </a:lnTo>
                <a:lnTo>
                  <a:pt x="518052" y="742305"/>
                </a:lnTo>
                <a:lnTo>
                  <a:pt x="519214" y="745120"/>
                </a:lnTo>
                <a:lnTo>
                  <a:pt x="518550" y="749427"/>
                </a:lnTo>
                <a:lnTo>
                  <a:pt x="515230" y="748930"/>
                </a:lnTo>
                <a:lnTo>
                  <a:pt x="514234" y="746114"/>
                </a:lnTo>
                <a:close/>
              </a:path>
              <a:path w="4359909" h="1712595">
                <a:moveTo>
                  <a:pt x="278530" y="745617"/>
                </a:moveTo>
                <a:lnTo>
                  <a:pt x="279857" y="742305"/>
                </a:lnTo>
                <a:lnTo>
                  <a:pt x="282015" y="745452"/>
                </a:lnTo>
                <a:lnTo>
                  <a:pt x="284339" y="745617"/>
                </a:lnTo>
                <a:lnTo>
                  <a:pt x="282846" y="749096"/>
                </a:lnTo>
                <a:lnTo>
                  <a:pt x="280854" y="745949"/>
                </a:lnTo>
                <a:lnTo>
                  <a:pt x="278530" y="745617"/>
                </a:lnTo>
                <a:close/>
              </a:path>
              <a:path w="4359909" h="1712595">
                <a:moveTo>
                  <a:pt x="388082" y="745949"/>
                </a:moveTo>
                <a:lnTo>
                  <a:pt x="389908" y="737998"/>
                </a:lnTo>
                <a:lnTo>
                  <a:pt x="395718" y="738329"/>
                </a:lnTo>
                <a:lnTo>
                  <a:pt x="388082" y="745949"/>
                </a:lnTo>
                <a:close/>
              </a:path>
              <a:path w="4359909" h="1712595">
                <a:moveTo>
                  <a:pt x="668106" y="747004"/>
                </a:moveTo>
                <a:lnTo>
                  <a:pt x="668106" y="745949"/>
                </a:lnTo>
                <a:lnTo>
                  <a:pt x="674247" y="745452"/>
                </a:lnTo>
                <a:lnTo>
                  <a:pt x="674081" y="751414"/>
                </a:lnTo>
                <a:lnTo>
                  <a:pt x="668311" y="747206"/>
                </a:lnTo>
                <a:lnTo>
                  <a:pt x="668106" y="747004"/>
                </a:lnTo>
                <a:close/>
              </a:path>
              <a:path w="4359909" h="1712595">
                <a:moveTo>
                  <a:pt x="658810" y="726570"/>
                </a:moveTo>
                <a:lnTo>
                  <a:pt x="662374" y="730941"/>
                </a:lnTo>
                <a:lnTo>
                  <a:pt x="663292" y="735824"/>
                </a:lnTo>
                <a:lnTo>
                  <a:pt x="664833" y="738938"/>
                </a:lnTo>
                <a:lnTo>
                  <a:pt x="670263" y="737998"/>
                </a:lnTo>
                <a:lnTo>
                  <a:pt x="668106" y="745949"/>
                </a:lnTo>
                <a:lnTo>
                  <a:pt x="668106" y="747004"/>
                </a:lnTo>
                <a:lnTo>
                  <a:pt x="663271" y="742222"/>
                </a:lnTo>
                <a:lnTo>
                  <a:pt x="659819" y="735622"/>
                </a:lnTo>
                <a:lnTo>
                  <a:pt x="658810" y="726570"/>
                </a:lnTo>
                <a:close/>
              </a:path>
              <a:path w="4359909" h="1712595">
                <a:moveTo>
                  <a:pt x="3589680" y="1017751"/>
                </a:moveTo>
                <a:lnTo>
                  <a:pt x="3589680" y="1013942"/>
                </a:lnTo>
                <a:lnTo>
                  <a:pt x="3597315" y="1013942"/>
                </a:lnTo>
                <a:lnTo>
                  <a:pt x="3597315" y="1017751"/>
                </a:lnTo>
                <a:lnTo>
                  <a:pt x="3589680" y="1017751"/>
                </a:lnTo>
                <a:close/>
              </a:path>
              <a:path w="4359909" h="1712595">
                <a:moveTo>
                  <a:pt x="322683" y="808889"/>
                </a:moveTo>
                <a:lnTo>
                  <a:pt x="327164" y="808889"/>
                </a:lnTo>
                <a:lnTo>
                  <a:pt x="328326" y="812201"/>
                </a:lnTo>
                <a:lnTo>
                  <a:pt x="334136" y="810876"/>
                </a:lnTo>
                <a:lnTo>
                  <a:pt x="334136" y="822305"/>
                </a:lnTo>
                <a:lnTo>
                  <a:pt x="325895" y="816967"/>
                </a:lnTo>
                <a:lnTo>
                  <a:pt x="322683" y="808889"/>
                </a:lnTo>
                <a:close/>
              </a:path>
              <a:path w="4359909" h="1712595">
                <a:moveTo>
                  <a:pt x="324675" y="816177"/>
                </a:moveTo>
                <a:lnTo>
                  <a:pt x="325895" y="816967"/>
                </a:lnTo>
                <a:lnTo>
                  <a:pt x="326832" y="819324"/>
                </a:lnTo>
                <a:lnTo>
                  <a:pt x="324675" y="816177"/>
                </a:lnTo>
                <a:close/>
              </a:path>
              <a:path w="4359909" h="1712595">
                <a:moveTo>
                  <a:pt x="124492" y="822636"/>
                </a:moveTo>
                <a:lnTo>
                  <a:pt x="124657" y="822471"/>
                </a:lnTo>
                <a:lnTo>
                  <a:pt x="124657" y="822636"/>
                </a:lnTo>
                <a:lnTo>
                  <a:pt x="124492" y="822636"/>
                </a:lnTo>
                <a:close/>
              </a:path>
              <a:path w="4359909" h="1712595">
                <a:moveTo>
                  <a:pt x="293800" y="797460"/>
                </a:moveTo>
                <a:lnTo>
                  <a:pt x="300009" y="799839"/>
                </a:lnTo>
                <a:lnTo>
                  <a:pt x="304756" y="803692"/>
                </a:lnTo>
                <a:lnTo>
                  <a:pt x="307386" y="809689"/>
                </a:lnTo>
                <a:lnTo>
                  <a:pt x="307245" y="818496"/>
                </a:lnTo>
                <a:lnTo>
                  <a:pt x="301177" y="815977"/>
                </a:lnTo>
                <a:lnTo>
                  <a:pt x="298780" y="809779"/>
                </a:lnTo>
                <a:lnTo>
                  <a:pt x="297255" y="802680"/>
                </a:lnTo>
                <a:lnTo>
                  <a:pt x="293800" y="797460"/>
                </a:lnTo>
                <a:close/>
              </a:path>
              <a:path w="4359909" h="1712595">
                <a:moveTo>
                  <a:pt x="292639" y="816011"/>
                </a:moveTo>
                <a:lnTo>
                  <a:pt x="293800" y="814686"/>
                </a:lnTo>
                <a:lnTo>
                  <a:pt x="294631" y="813858"/>
                </a:lnTo>
                <a:lnTo>
                  <a:pt x="292639" y="816011"/>
                </a:lnTo>
                <a:close/>
              </a:path>
              <a:path w="4359909" h="1712595">
                <a:moveTo>
                  <a:pt x="727862" y="785866"/>
                </a:moveTo>
                <a:lnTo>
                  <a:pt x="727862" y="780069"/>
                </a:lnTo>
                <a:lnTo>
                  <a:pt x="732177" y="779738"/>
                </a:lnTo>
                <a:lnTo>
                  <a:pt x="734003" y="781725"/>
                </a:lnTo>
                <a:lnTo>
                  <a:pt x="733671" y="785866"/>
                </a:lnTo>
                <a:lnTo>
                  <a:pt x="727862" y="785866"/>
                </a:lnTo>
                <a:close/>
              </a:path>
              <a:path w="4359909" h="1712595">
                <a:moveTo>
                  <a:pt x="3386392" y="197416"/>
                </a:moveTo>
                <a:lnTo>
                  <a:pt x="3388003" y="195553"/>
                </a:lnTo>
                <a:lnTo>
                  <a:pt x="3390267" y="197975"/>
                </a:lnTo>
                <a:lnTo>
                  <a:pt x="3388439" y="198410"/>
                </a:lnTo>
                <a:lnTo>
                  <a:pt x="3386392" y="197416"/>
                </a:lnTo>
                <a:close/>
              </a:path>
              <a:path w="4359909" h="1712595">
                <a:moveTo>
                  <a:pt x="3393813" y="176505"/>
                </a:moveTo>
                <a:lnTo>
                  <a:pt x="3397962" y="176174"/>
                </a:lnTo>
                <a:lnTo>
                  <a:pt x="3394808" y="182940"/>
                </a:lnTo>
                <a:lnTo>
                  <a:pt x="3394808" y="179321"/>
                </a:lnTo>
                <a:lnTo>
                  <a:pt x="3393813" y="176505"/>
                </a:lnTo>
                <a:close/>
              </a:path>
              <a:path w="4359909" h="1712595">
                <a:moveTo>
                  <a:pt x="3394642" y="186204"/>
                </a:moveTo>
                <a:lnTo>
                  <a:pt x="3394642" y="183296"/>
                </a:lnTo>
                <a:lnTo>
                  <a:pt x="3395804" y="186111"/>
                </a:lnTo>
                <a:lnTo>
                  <a:pt x="3394642" y="186204"/>
                </a:lnTo>
                <a:close/>
              </a:path>
              <a:path w="4359909" h="1712595">
                <a:moveTo>
                  <a:pt x="3391655" y="186443"/>
                </a:moveTo>
                <a:lnTo>
                  <a:pt x="3394808" y="179321"/>
                </a:lnTo>
                <a:lnTo>
                  <a:pt x="3394808" y="182940"/>
                </a:lnTo>
                <a:lnTo>
                  <a:pt x="3394642" y="183296"/>
                </a:lnTo>
                <a:lnTo>
                  <a:pt x="3394642" y="186204"/>
                </a:lnTo>
                <a:lnTo>
                  <a:pt x="3391655" y="186443"/>
                </a:lnTo>
                <a:close/>
              </a:path>
              <a:path w="4359909" h="1712595">
                <a:moveTo>
                  <a:pt x="3170391" y="185449"/>
                </a:moveTo>
                <a:lnTo>
                  <a:pt x="3171221" y="182468"/>
                </a:lnTo>
                <a:lnTo>
                  <a:pt x="3172881" y="180314"/>
                </a:lnTo>
                <a:lnTo>
                  <a:pt x="3176035" y="179983"/>
                </a:lnTo>
                <a:lnTo>
                  <a:pt x="3176699" y="192902"/>
                </a:lnTo>
                <a:lnTo>
                  <a:pt x="3171055" y="189921"/>
                </a:lnTo>
                <a:lnTo>
                  <a:pt x="3170391" y="185449"/>
                </a:lnTo>
                <a:close/>
              </a:path>
              <a:path w="4359909" h="1712595">
                <a:moveTo>
                  <a:pt x="2696990" y="196359"/>
                </a:moveTo>
                <a:lnTo>
                  <a:pt x="2696990" y="193234"/>
                </a:lnTo>
                <a:lnTo>
                  <a:pt x="2702302" y="191743"/>
                </a:lnTo>
                <a:lnTo>
                  <a:pt x="2701804" y="197871"/>
                </a:lnTo>
                <a:lnTo>
                  <a:pt x="2696990" y="196359"/>
                </a:lnTo>
                <a:close/>
              </a:path>
              <a:path w="4359909" h="1712595">
                <a:moveTo>
                  <a:pt x="2692841" y="195056"/>
                </a:moveTo>
                <a:lnTo>
                  <a:pt x="2694666" y="187933"/>
                </a:lnTo>
                <a:lnTo>
                  <a:pt x="2698484" y="187933"/>
                </a:lnTo>
                <a:lnTo>
                  <a:pt x="2696990" y="193234"/>
                </a:lnTo>
                <a:lnTo>
                  <a:pt x="2696990" y="196359"/>
                </a:lnTo>
                <a:lnTo>
                  <a:pt x="2692841" y="195056"/>
                </a:lnTo>
                <a:close/>
              </a:path>
              <a:path w="4359909" h="1712595">
                <a:moveTo>
                  <a:pt x="2781977" y="188927"/>
                </a:moveTo>
                <a:lnTo>
                  <a:pt x="2784964" y="184124"/>
                </a:lnTo>
                <a:lnTo>
                  <a:pt x="2788118" y="183627"/>
                </a:lnTo>
                <a:lnTo>
                  <a:pt x="2788284" y="185946"/>
                </a:lnTo>
                <a:lnTo>
                  <a:pt x="2790774" y="186111"/>
                </a:lnTo>
                <a:lnTo>
                  <a:pt x="2791438" y="189755"/>
                </a:lnTo>
                <a:lnTo>
                  <a:pt x="2781977" y="188927"/>
                </a:lnTo>
                <a:close/>
              </a:path>
              <a:path w="4359909" h="1712595">
                <a:moveTo>
                  <a:pt x="3205581" y="195884"/>
                </a:moveTo>
                <a:lnTo>
                  <a:pt x="3207407" y="187933"/>
                </a:lnTo>
                <a:lnTo>
                  <a:pt x="3213216" y="188430"/>
                </a:lnTo>
                <a:lnTo>
                  <a:pt x="3205581" y="195884"/>
                </a:lnTo>
                <a:close/>
              </a:path>
              <a:path w="4359909" h="1712595">
                <a:moveTo>
                  <a:pt x="2829118" y="184124"/>
                </a:moveTo>
                <a:lnTo>
                  <a:pt x="2829118" y="178327"/>
                </a:lnTo>
                <a:lnTo>
                  <a:pt x="2832936" y="178327"/>
                </a:lnTo>
                <a:lnTo>
                  <a:pt x="2833599" y="182302"/>
                </a:lnTo>
                <a:lnTo>
                  <a:pt x="2832603" y="184455"/>
                </a:lnTo>
                <a:lnTo>
                  <a:pt x="2829118" y="184124"/>
                </a:lnTo>
                <a:close/>
              </a:path>
              <a:path w="4359909" h="1712595">
                <a:moveTo>
                  <a:pt x="2554406" y="224373"/>
                </a:moveTo>
                <a:lnTo>
                  <a:pt x="2557062" y="218907"/>
                </a:lnTo>
                <a:lnTo>
                  <a:pt x="2561211" y="227685"/>
                </a:lnTo>
                <a:lnTo>
                  <a:pt x="2560215" y="231992"/>
                </a:lnTo>
                <a:lnTo>
                  <a:pt x="2558389" y="232276"/>
                </a:lnTo>
                <a:lnTo>
                  <a:pt x="2558389" y="224869"/>
                </a:lnTo>
                <a:lnTo>
                  <a:pt x="2554406" y="224373"/>
                </a:lnTo>
                <a:close/>
              </a:path>
              <a:path w="4359909" h="1712595">
                <a:moveTo>
                  <a:pt x="2554904" y="232820"/>
                </a:moveTo>
                <a:lnTo>
                  <a:pt x="2558389" y="224869"/>
                </a:lnTo>
                <a:lnTo>
                  <a:pt x="2558389" y="232276"/>
                </a:lnTo>
                <a:lnTo>
                  <a:pt x="2554904" y="232820"/>
                </a:lnTo>
                <a:close/>
              </a:path>
              <a:path w="4359909" h="1712595">
                <a:moveTo>
                  <a:pt x="3057353" y="195666"/>
                </a:moveTo>
                <a:lnTo>
                  <a:pt x="3057353" y="195221"/>
                </a:lnTo>
                <a:lnTo>
                  <a:pt x="3063494" y="195718"/>
                </a:lnTo>
                <a:lnTo>
                  <a:pt x="3059796" y="196896"/>
                </a:lnTo>
                <a:lnTo>
                  <a:pt x="3057353" y="195666"/>
                </a:lnTo>
                <a:close/>
              </a:path>
              <a:path w="4359909" h="1712595">
                <a:moveTo>
                  <a:pt x="3052337" y="190431"/>
                </a:moveTo>
                <a:lnTo>
                  <a:pt x="3053867" y="186111"/>
                </a:lnTo>
                <a:lnTo>
                  <a:pt x="3061004" y="185283"/>
                </a:lnTo>
                <a:lnTo>
                  <a:pt x="3057353" y="195221"/>
                </a:lnTo>
                <a:lnTo>
                  <a:pt x="3057353" y="195666"/>
                </a:lnTo>
                <a:lnTo>
                  <a:pt x="3055195" y="194579"/>
                </a:lnTo>
                <a:lnTo>
                  <a:pt x="3052337" y="190431"/>
                </a:lnTo>
                <a:close/>
              </a:path>
              <a:path w="4359909" h="1712595">
                <a:moveTo>
                  <a:pt x="3545527" y="178327"/>
                </a:moveTo>
                <a:lnTo>
                  <a:pt x="3550340" y="177996"/>
                </a:lnTo>
                <a:lnTo>
                  <a:pt x="3551502" y="181308"/>
                </a:lnTo>
                <a:lnTo>
                  <a:pt x="3555154" y="182136"/>
                </a:lnTo>
                <a:lnTo>
                  <a:pt x="3552088" y="191730"/>
                </a:lnTo>
                <a:lnTo>
                  <a:pt x="3550797" y="198886"/>
                </a:lnTo>
                <a:lnTo>
                  <a:pt x="3550797" y="211289"/>
                </a:lnTo>
                <a:lnTo>
                  <a:pt x="3548258" y="207558"/>
                </a:lnTo>
                <a:lnTo>
                  <a:pt x="3547041" y="198844"/>
                </a:lnTo>
                <a:lnTo>
                  <a:pt x="3546976" y="188982"/>
                </a:lnTo>
                <a:lnTo>
                  <a:pt x="3545527" y="178327"/>
                </a:lnTo>
                <a:close/>
              </a:path>
              <a:path w="4359909" h="1712595">
                <a:moveTo>
                  <a:pt x="3550797" y="211289"/>
                </a:moveTo>
                <a:lnTo>
                  <a:pt x="3550797" y="198886"/>
                </a:lnTo>
                <a:lnTo>
                  <a:pt x="3551186" y="205824"/>
                </a:lnTo>
                <a:lnTo>
                  <a:pt x="3553162" y="214766"/>
                </a:lnTo>
                <a:lnTo>
                  <a:pt x="3550797" y="211289"/>
                </a:lnTo>
                <a:close/>
              </a:path>
              <a:path w="4359909" h="1712595">
                <a:moveTo>
                  <a:pt x="3537891" y="203668"/>
                </a:moveTo>
                <a:lnTo>
                  <a:pt x="3539717" y="195553"/>
                </a:lnTo>
                <a:lnTo>
                  <a:pt x="3545527" y="196049"/>
                </a:lnTo>
                <a:lnTo>
                  <a:pt x="3537891" y="203668"/>
                </a:lnTo>
                <a:close/>
              </a:path>
              <a:path w="4359909" h="1712595">
                <a:moveTo>
                  <a:pt x="2742637" y="193234"/>
                </a:moveTo>
                <a:lnTo>
                  <a:pt x="2742637" y="189755"/>
                </a:lnTo>
                <a:lnTo>
                  <a:pt x="2746621" y="188927"/>
                </a:lnTo>
                <a:lnTo>
                  <a:pt x="2746289" y="192571"/>
                </a:lnTo>
                <a:lnTo>
                  <a:pt x="2746289" y="195493"/>
                </a:lnTo>
                <a:lnTo>
                  <a:pt x="2744131" y="194724"/>
                </a:lnTo>
                <a:lnTo>
                  <a:pt x="2742637" y="193234"/>
                </a:lnTo>
                <a:close/>
              </a:path>
              <a:path w="4359909" h="1712595">
                <a:moveTo>
                  <a:pt x="2746289" y="195493"/>
                </a:moveTo>
                <a:lnTo>
                  <a:pt x="2746289" y="192571"/>
                </a:lnTo>
                <a:lnTo>
                  <a:pt x="2746455" y="195553"/>
                </a:lnTo>
                <a:lnTo>
                  <a:pt x="2746289" y="195493"/>
                </a:lnTo>
                <a:close/>
              </a:path>
              <a:path w="4359909" h="1712595">
                <a:moveTo>
                  <a:pt x="2865303" y="186940"/>
                </a:moveTo>
                <a:lnTo>
                  <a:pt x="2865635" y="182136"/>
                </a:lnTo>
                <a:lnTo>
                  <a:pt x="2872109" y="180314"/>
                </a:lnTo>
                <a:lnTo>
                  <a:pt x="2868623" y="188099"/>
                </a:lnTo>
                <a:lnTo>
                  <a:pt x="2868623" y="191256"/>
                </a:lnTo>
                <a:lnTo>
                  <a:pt x="2866631" y="190087"/>
                </a:lnTo>
                <a:lnTo>
                  <a:pt x="2865303" y="186940"/>
                </a:lnTo>
                <a:close/>
              </a:path>
              <a:path w="4359909" h="1712595">
                <a:moveTo>
                  <a:pt x="2868623" y="191256"/>
                </a:moveTo>
                <a:lnTo>
                  <a:pt x="2868623" y="188099"/>
                </a:lnTo>
                <a:lnTo>
                  <a:pt x="2869453" y="191743"/>
                </a:lnTo>
                <a:lnTo>
                  <a:pt x="2868623" y="191256"/>
                </a:lnTo>
                <a:close/>
              </a:path>
              <a:path w="4359909" h="1712595">
                <a:moveTo>
                  <a:pt x="3132522" y="188712"/>
                </a:moveTo>
                <a:lnTo>
                  <a:pt x="3132546" y="184124"/>
                </a:lnTo>
                <a:lnTo>
                  <a:pt x="3134716" y="186523"/>
                </a:lnTo>
                <a:lnTo>
                  <a:pt x="3133977" y="188782"/>
                </a:lnTo>
                <a:lnTo>
                  <a:pt x="3132522" y="188712"/>
                </a:lnTo>
                <a:close/>
              </a:path>
              <a:path w="4359909" h="1712595">
                <a:moveTo>
                  <a:pt x="3304344" y="208803"/>
                </a:moveTo>
                <a:lnTo>
                  <a:pt x="3305506" y="202675"/>
                </a:lnTo>
                <a:lnTo>
                  <a:pt x="3305506" y="197540"/>
                </a:lnTo>
                <a:lnTo>
                  <a:pt x="3309490" y="199031"/>
                </a:lnTo>
                <a:lnTo>
                  <a:pt x="3312976" y="205325"/>
                </a:lnTo>
                <a:lnTo>
                  <a:pt x="3309324" y="208969"/>
                </a:lnTo>
                <a:lnTo>
                  <a:pt x="3304344" y="208803"/>
                </a:lnTo>
                <a:close/>
              </a:path>
              <a:path w="4359909" h="1712595">
                <a:moveTo>
                  <a:pt x="2577644" y="201681"/>
                </a:moveTo>
                <a:lnTo>
                  <a:pt x="2579470" y="193731"/>
                </a:lnTo>
                <a:lnTo>
                  <a:pt x="2585114" y="194062"/>
                </a:lnTo>
                <a:lnTo>
                  <a:pt x="2577644" y="201681"/>
                </a:lnTo>
                <a:close/>
              </a:path>
              <a:path w="4359909" h="1712595">
                <a:moveTo>
                  <a:pt x="2988633" y="226526"/>
                </a:moveTo>
                <a:lnTo>
                  <a:pt x="2990459" y="218575"/>
                </a:lnTo>
                <a:lnTo>
                  <a:pt x="2996269" y="219072"/>
                </a:lnTo>
                <a:lnTo>
                  <a:pt x="2988633" y="226526"/>
                </a:lnTo>
                <a:close/>
              </a:path>
              <a:path w="4359909" h="1712595">
                <a:moveTo>
                  <a:pt x="2905971" y="228513"/>
                </a:moveTo>
                <a:lnTo>
                  <a:pt x="2907796" y="220563"/>
                </a:lnTo>
                <a:lnTo>
                  <a:pt x="2913606" y="220894"/>
                </a:lnTo>
                <a:lnTo>
                  <a:pt x="2905971" y="228513"/>
                </a:lnTo>
                <a:close/>
              </a:path>
              <a:path w="4359909" h="1712595">
                <a:moveTo>
                  <a:pt x="2725374" y="207147"/>
                </a:moveTo>
                <a:lnTo>
                  <a:pt x="2731350" y="209466"/>
                </a:lnTo>
                <a:lnTo>
                  <a:pt x="2734006" y="215097"/>
                </a:lnTo>
                <a:lnTo>
                  <a:pt x="2733010" y="224373"/>
                </a:lnTo>
                <a:lnTo>
                  <a:pt x="2730520" y="218575"/>
                </a:lnTo>
                <a:lnTo>
                  <a:pt x="2726702" y="214103"/>
                </a:lnTo>
                <a:lnTo>
                  <a:pt x="2725374" y="207147"/>
                </a:lnTo>
                <a:close/>
              </a:path>
              <a:path w="4359909" h="1712595">
                <a:moveTo>
                  <a:pt x="2802912" y="221878"/>
                </a:moveTo>
                <a:lnTo>
                  <a:pt x="2804219" y="216753"/>
                </a:lnTo>
                <a:lnTo>
                  <a:pt x="2806273" y="221132"/>
                </a:lnTo>
                <a:lnTo>
                  <a:pt x="2804717" y="223089"/>
                </a:lnTo>
                <a:lnTo>
                  <a:pt x="2802912" y="221878"/>
                </a:lnTo>
                <a:close/>
              </a:path>
              <a:path w="4359909" h="1712595">
                <a:moveTo>
                  <a:pt x="3222844" y="218575"/>
                </a:moveTo>
                <a:lnTo>
                  <a:pt x="3224172" y="215263"/>
                </a:lnTo>
                <a:lnTo>
                  <a:pt x="3226330" y="218410"/>
                </a:lnTo>
                <a:lnTo>
                  <a:pt x="3228653" y="218575"/>
                </a:lnTo>
                <a:lnTo>
                  <a:pt x="3227159" y="222054"/>
                </a:lnTo>
                <a:lnTo>
                  <a:pt x="3225168" y="218907"/>
                </a:lnTo>
                <a:lnTo>
                  <a:pt x="3222844" y="218575"/>
                </a:lnTo>
                <a:close/>
              </a:path>
              <a:path w="4359909" h="1712595">
                <a:moveTo>
                  <a:pt x="3937175" y="466781"/>
                </a:moveTo>
                <a:lnTo>
                  <a:pt x="3939253" y="467852"/>
                </a:lnTo>
                <a:lnTo>
                  <a:pt x="3940303" y="469855"/>
                </a:lnTo>
                <a:lnTo>
                  <a:pt x="3938568" y="468473"/>
                </a:lnTo>
                <a:lnTo>
                  <a:pt x="3937175" y="466781"/>
                </a:lnTo>
                <a:close/>
              </a:path>
              <a:path w="4359909" h="1712595">
                <a:moveTo>
                  <a:pt x="3005458" y="197975"/>
                </a:moveTo>
                <a:lnTo>
                  <a:pt x="3007722" y="195553"/>
                </a:lnTo>
                <a:lnTo>
                  <a:pt x="3009333" y="197416"/>
                </a:lnTo>
                <a:lnTo>
                  <a:pt x="3007286" y="198410"/>
                </a:lnTo>
                <a:lnTo>
                  <a:pt x="3005458" y="197975"/>
                </a:lnTo>
                <a:close/>
              </a:path>
              <a:path w="4359909" h="1712595">
                <a:moveTo>
                  <a:pt x="3055029" y="229507"/>
                </a:moveTo>
                <a:lnTo>
                  <a:pt x="3056025" y="225201"/>
                </a:lnTo>
                <a:lnTo>
                  <a:pt x="3056025" y="222434"/>
                </a:lnTo>
                <a:lnTo>
                  <a:pt x="3060174" y="223047"/>
                </a:lnTo>
                <a:lnTo>
                  <a:pt x="3060174" y="227520"/>
                </a:lnTo>
                <a:lnTo>
                  <a:pt x="3057519" y="230004"/>
                </a:lnTo>
                <a:lnTo>
                  <a:pt x="3056025" y="229706"/>
                </a:lnTo>
                <a:lnTo>
                  <a:pt x="3056025" y="225201"/>
                </a:lnTo>
                <a:lnTo>
                  <a:pt x="3055693" y="222385"/>
                </a:lnTo>
                <a:lnTo>
                  <a:pt x="3055693" y="229640"/>
                </a:lnTo>
                <a:lnTo>
                  <a:pt x="3055029" y="229507"/>
                </a:lnTo>
                <a:close/>
              </a:path>
              <a:path w="4359909" h="1712595">
                <a:moveTo>
                  <a:pt x="3655079" y="236132"/>
                </a:moveTo>
                <a:lnTo>
                  <a:pt x="3656905" y="228182"/>
                </a:lnTo>
                <a:lnTo>
                  <a:pt x="3662715" y="228679"/>
                </a:lnTo>
                <a:lnTo>
                  <a:pt x="3655079" y="236132"/>
                </a:lnTo>
                <a:close/>
              </a:path>
              <a:path w="4359909" h="1712595">
                <a:moveTo>
                  <a:pt x="3267163" y="236132"/>
                </a:moveTo>
                <a:lnTo>
                  <a:pt x="3268989" y="228182"/>
                </a:lnTo>
                <a:lnTo>
                  <a:pt x="3274633" y="228679"/>
                </a:lnTo>
                <a:lnTo>
                  <a:pt x="3267163" y="236132"/>
                </a:lnTo>
                <a:close/>
              </a:path>
              <a:path w="4359909" h="1712595">
                <a:moveTo>
                  <a:pt x="2845717" y="183692"/>
                </a:moveTo>
                <a:lnTo>
                  <a:pt x="2845717" y="181639"/>
                </a:lnTo>
                <a:lnTo>
                  <a:pt x="2850198" y="182136"/>
                </a:lnTo>
                <a:lnTo>
                  <a:pt x="2847542" y="187271"/>
                </a:lnTo>
                <a:lnTo>
                  <a:pt x="2845717" y="183692"/>
                </a:lnTo>
                <a:close/>
              </a:path>
              <a:path w="4359909" h="1712595">
                <a:moveTo>
                  <a:pt x="2842563" y="174517"/>
                </a:moveTo>
                <a:lnTo>
                  <a:pt x="2849036" y="173192"/>
                </a:lnTo>
                <a:lnTo>
                  <a:pt x="2845717" y="181639"/>
                </a:lnTo>
                <a:lnTo>
                  <a:pt x="2845717" y="183692"/>
                </a:lnTo>
                <a:lnTo>
                  <a:pt x="2842895" y="178161"/>
                </a:lnTo>
                <a:lnTo>
                  <a:pt x="2842563" y="174517"/>
                </a:lnTo>
                <a:close/>
              </a:path>
              <a:path w="4359909" h="1712595">
                <a:moveTo>
                  <a:pt x="3965152" y="140392"/>
                </a:moveTo>
                <a:lnTo>
                  <a:pt x="3969961" y="140066"/>
                </a:lnTo>
                <a:lnTo>
                  <a:pt x="3968047" y="143280"/>
                </a:lnTo>
                <a:lnTo>
                  <a:pt x="3965479" y="142426"/>
                </a:lnTo>
                <a:lnTo>
                  <a:pt x="3965152" y="140392"/>
                </a:lnTo>
                <a:close/>
              </a:path>
              <a:path w="4359909" h="1712595">
                <a:moveTo>
                  <a:pt x="3837709" y="127333"/>
                </a:moveTo>
                <a:lnTo>
                  <a:pt x="3838658" y="125353"/>
                </a:lnTo>
                <a:lnTo>
                  <a:pt x="3841319" y="128637"/>
                </a:lnTo>
                <a:lnTo>
                  <a:pt x="3838565" y="129965"/>
                </a:lnTo>
                <a:lnTo>
                  <a:pt x="3837709" y="127333"/>
                </a:lnTo>
                <a:close/>
              </a:path>
              <a:path w="4359909" h="1712595">
                <a:moveTo>
                  <a:pt x="2334968" y="217250"/>
                </a:moveTo>
                <a:lnTo>
                  <a:pt x="2335466" y="212944"/>
                </a:lnTo>
                <a:lnTo>
                  <a:pt x="2338786" y="213441"/>
                </a:lnTo>
                <a:lnTo>
                  <a:pt x="2339782" y="216257"/>
                </a:lnTo>
                <a:lnTo>
                  <a:pt x="2339284" y="220563"/>
                </a:lnTo>
                <a:lnTo>
                  <a:pt x="2335964" y="220066"/>
                </a:lnTo>
                <a:lnTo>
                  <a:pt x="2334968" y="217250"/>
                </a:lnTo>
                <a:close/>
              </a:path>
              <a:path w="4359909" h="1712595">
                <a:moveTo>
                  <a:pt x="3614578" y="122840"/>
                </a:moveTo>
                <a:lnTo>
                  <a:pt x="3614578" y="119030"/>
                </a:lnTo>
                <a:lnTo>
                  <a:pt x="3618396" y="119030"/>
                </a:lnTo>
                <a:lnTo>
                  <a:pt x="3618396" y="122840"/>
                </a:lnTo>
                <a:lnTo>
                  <a:pt x="3614578" y="122840"/>
                </a:lnTo>
                <a:close/>
              </a:path>
              <a:path w="4359909" h="1712595">
                <a:moveTo>
                  <a:pt x="3664541" y="134269"/>
                </a:moveTo>
                <a:lnTo>
                  <a:pt x="3669165" y="132392"/>
                </a:lnTo>
                <a:lnTo>
                  <a:pt x="3672280" y="134414"/>
                </a:lnTo>
                <a:lnTo>
                  <a:pt x="3673434" y="138764"/>
                </a:lnTo>
                <a:lnTo>
                  <a:pt x="3672176" y="143875"/>
                </a:lnTo>
                <a:lnTo>
                  <a:pt x="3667694" y="144238"/>
                </a:lnTo>
                <a:lnTo>
                  <a:pt x="3667694" y="136919"/>
                </a:lnTo>
                <a:lnTo>
                  <a:pt x="3664541" y="134269"/>
                </a:lnTo>
                <a:close/>
              </a:path>
              <a:path w="4359909" h="1712595">
                <a:moveTo>
                  <a:pt x="3666034" y="144372"/>
                </a:moveTo>
                <a:lnTo>
                  <a:pt x="3667694" y="136919"/>
                </a:lnTo>
                <a:lnTo>
                  <a:pt x="3667694" y="144238"/>
                </a:lnTo>
                <a:lnTo>
                  <a:pt x="3666034" y="144372"/>
                </a:lnTo>
                <a:close/>
              </a:path>
              <a:path w="4359909" h="1712595">
                <a:moveTo>
                  <a:pt x="4202633" y="143024"/>
                </a:moveTo>
                <a:lnTo>
                  <a:pt x="4204337" y="140066"/>
                </a:lnTo>
                <a:lnTo>
                  <a:pt x="4206321" y="142232"/>
                </a:lnTo>
                <a:lnTo>
                  <a:pt x="4204524" y="143482"/>
                </a:lnTo>
                <a:lnTo>
                  <a:pt x="4202633" y="143024"/>
                </a:lnTo>
                <a:close/>
              </a:path>
              <a:path w="4359909" h="1712595">
                <a:moveTo>
                  <a:pt x="4315716" y="121184"/>
                </a:moveTo>
                <a:lnTo>
                  <a:pt x="4317542" y="113233"/>
                </a:lnTo>
                <a:lnTo>
                  <a:pt x="4323351" y="113565"/>
                </a:lnTo>
                <a:lnTo>
                  <a:pt x="4315716" y="121184"/>
                </a:lnTo>
                <a:close/>
              </a:path>
              <a:path w="4359909" h="1712595">
                <a:moveTo>
                  <a:pt x="4313890" y="115387"/>
                </a:moveTo>
                <a:lnTo>
                  <a:pt x="4315716" y="107436"/>
                </a:lnTo>
                <a:lnTo>
                  <a:pt x="4321359" y="107933"/>
                </a:lnTo>
                <a:lnTo>
                  <a:pt x="4313890" y="115387"/>
                </a:lnTo>
                <a:close/>
              </a:path>
              <a:path w="4359909" h="1712595">
                <a:moveTo>
                  <a:pt x="4323663" y="107454"/>
                </a:moveTo>
                <a:lnTo>
                  <a:pt x="4325343" y="105614"/>
                </a:lnTo>
                <a:lnTo>
                  <a:pt x="4327584" y="107967"/>
                </a:lnTo>
                <a:lnTo>
                  <a:pt x="4325717" y="108409"/>
                </a:lnTo>
                <a:lnTo>
                  <a:pt x="4323663" y="107454"/>
                </a:lnTo>
                <a:close/>
              </a:path>
              <a:path w="4359909" h="1712595">
                <a:moveTo>
                  <a:pt x="3396302" y="172596"/>
                </a:moveTo>
                <a:lnTo>
                  <a:pt x="3396302" y="167064"/>
                </a:lnTo>
                <a:lnTo>
                  <a:pt x="3397630" y="172695"/>
                </a:lnTo>
                <a:lnTo>
                  <a:pt x="3396302" y="172596"/>
                </a:lnTo>
                <a:close/>
              </a:path>
              <a:path w="4359909" h="1712595">
                <a:moveTo>
                  <a:pt x="3391820" y="157291"/>
                </a:moveTo>
                <a:lnTo>
                  <a:pt x="3397132" y="159113"/>
                </a:lnTo>
                <a:lnTo>
                  <a:pt x="3396302" y="167064"/>
                </a:lnTo>
                <a:lnTo>
                  <a:pt x="3396302" y="172596"/>
                </a:lnTo>
                <a:lnTo>
                  <a:pt x="3394144" y="172434"/>
                </a:lnTo>
                <a:lnTo>
                  <a:pt x="3394144" y="162095"/>
                </a:lnTo>
                <a:lnTo>
                  <a:pt x="3391820" y="157291"/>
                </a:lnTo>
                <a:close/>
              </a:path>
              <a:path w="4359909" h="1712595">
                <a:moveTo>
                  <a:pt x="3390991" y="172198"/>
                </a:moveTo>
                <a:lnTo>
                  <a:pt x="3394144" y="162095"/>
                </a:lnTo>
                <a:lnTo>
                  <a:pt x="3394144" y="172434"/>
                </a:lnTo>
                <a:lnTo>
                  <a:pt x="3390991" y="172198"/>
                </a:lnTo>
                <a:close/>
              </a:path>
              <a:path w="4359909" h="1712595">
                <a:moveTo>
                  <a:pt x="3960001" y="118699"/>
                </a:moveTo>
                <a:lnTo>
                  <a:pt x="3960001" y="114227"/>
                </a:lnTo>
                <a:lnTo>
                  <a:pt x="3960333" y="109424"/>
                </a:lnTo>
                <a:lnTo>
                  <a:pt x="3966807" y="107436"/>
                </a:lnTo>
                <a:lnTo>
                  <a:pt x="3963321" y="115387"/>
                </a:lnTo>
                <a:lnTo>
                  <a:pt x="3963321" y="118964"/>
                </a:lnTo>
                <a:lnTo>
                  <a:pt x="3960001" y="118699"/>
                </a:lnTo>
                <a:close/>
              </a:path>
              <a:path w="4359909" h="1712595">
                <a:moveTo>
                  <a:pt x="3963321" y="118964"/>
                </a:moveTo>
                <a:lnTo>
                  <a:pt x="3963321" y="115387"/>
                </a:lnTo>
                <a:lnTo>
                  <a:pt x="3964151" y="119030"/>
                </a:lnTo>
                <a:lnTo>
                  <a:pt x="3963321" y="118964"/>
                </a:lnTo>
                <a:close/>
              </a:path>
              <a:path w="4359909" h="1712595">
                <a:moveTo>
                  <a:pt x="4019742" y="108376"/>
                </a:moveTo>
                <a:lnTo>
                  <a:pt x="4021749" y="109424"/>
                </a:lnTo>
                <a:lnTo>
                  <a:pt x="4022823" y="111497"/>
                </a:lnTo>
                <a:lnTo>
                  <a:pt x="4021127" y="110107"/>
                </a:lnTo>
                <a:lnTo>
                  <a:pt x="4019742" y="108376"/>
                </a:lnTo>
                <a:close/>
              </a:path>
              <a:path w="4359909" h="1712595">
                <a:moveTo>
                  <a:pt x="3531916" y="123668"/>
                </a:moveTo>
                <a:lnTo>
                  <a:pt x="3539717" y="124662"/>
                </a:lnTo>
                <a:lnTo>
                  <a:pt x="3540381" y="129134"/>
                </a:lnTo>
                <a:lnTo>
                  <a:pt x="3539551" y="132115"/>
                </a:lnTo>
                <a:lnTo>
                  <a:pt x="3537891" y="134269"/>
                </a:lnTo>
                <a:lnTo>
                  <a:pt x="3533575" y="132612"/>
                </a:lnTo>
                <a:lnTo>
                  <a:pt x="3531916" y="123668"/>
                </a:lnTo>
                <a:close/>
              </a:path>
              <a:path w="4359909" h="1712595">
                <a:moveTo>
                  <a:pt x="2237117" y="231163"/>
                </a:moveTo>
                <a:lnTo>
                  <a:pt x="2237201" y="231329"/>
                </a:lnTo>
                <a:lnTo>
                  <a:pt x="2237699" y="231992"/>
                </a:lnTo>
                <a:lnTo>
                  <a:pt x="2238197" y="232985"/>
                </a:lnTo>
                <a:lnTo>
                  <a:pt x="2238529" y="233482"/>
                </a:lnTo>
                <a:lnTo>
                  <a:pt x="2238529" y="233814"/>
                </a:lnTo>
                <a:lnTo>
                  <a:pt x="2238197" y="233482"/>
                </a:lnTo>
                <a:lnTo>
                  <a:pt x="2237367" y="231826"/>
                </a:lnTo>
                <a:lnTo>
                  <a:pt x="2237117" y="231163"/>
                </a:lnTo>
                <a:close/>
              </a:path>
              <a:path w="4359909" h="1712595">
                <a:moveTo>
                  <a:pt x="2236869" y="230501"/>
                </a:moveTo>
                <a:lnTo>
                  <a:pt x="2237117" y="231163"/>
                </a:lnTo>
                <a:lnTo>
                  <a:pt x="2237035" y="230998"/>
                </a:lnTo>
                <a:lnTo>
                  <a:pt x="2236869" y="230501"/>
                </a:lnTo>
                <a:close/>
              </a:path>
              <a:path w="4359909" h="1712595">
                <a:moveTo>
                  <a:pt x="2214626" y="239942"/>
                </a:moveTo>
                <a:lnTo>
                  <a:pt x="2216452" y="231992"/>
                </a:lnTo>
                <a:lnTo>
                  <a:pt x="2222096" y="232489"/>
                </a:lnTo>
                <a:lnTo>
                  <a:pt x="2214626" y="239942"/>
                </a:lnTo>
                <a:close/>
              </a:path>
              <a:path w="4359909" h="1712595">
                <a:moveTo>
                  <a:pt x="2285005" y="238720"/>
                </a:moveTo>
                <a:lnTo>
                  <a:pt x="2285005" y="237954"/>
                </a:lnTo>
                <a:lnTo>
                  <a:pt x="2289487" y="239776"/>
                </a:lnTo>
                <a:lnTo>
                  <a:pt x="2286502" y="240894"/>
                </a:lnTo>
                <a:lnTo>
                  <a:pt x="2285005" y="238720"/>
                </a:lnTo>
                <a:close/>
              </a:path>
              <a:path w="4359909" h="1712595">
                <a:moveTo>
                  <a:pt x="2283208" y="232137"/>
                </a:moveTo>
                <a:lnTo>
                  <a:pt x="2283678" y="226360"/>
                </a:lnTo>
                <a:lnTo>
                  <a:pt x="2287827" y="228679"/>
                </a:lnTo>
                <a:lnTo>
                  <a:pt x="2285005" y="237954"/>
                </a:lnTo>
                <a:lnTo>
                  <a:pt x="2285005" y="238720"/>
                </a:lnTo>
                <a:lnTo>
                  <a:pt x="2284279" y="237665"/>
                </a:lnTo>
                <a:lnTo>
                  <a:pt x="2283208" y="232137"/>
                </a:lnTo>
                <a:close/>
              </a:path>
              <a:path w="4359909" h="1712595">
                <a:moveTo>
                  <a:pt x="3981580" y="247727"/>
                </a:moveTo>
                <a:lnTo>
                  <a:pt x="3983406" y="239776"/>
                </a:lnTo>
                <a:lnTo>
                  <a:pt x="3989215" y="240108"/>
                </a:lnTo>
                <a:lnTo>
                  <a:pt x="3981580" y="247727"/>
                </a:lnTo>
                <a:close/>
              </a:path>
              <a:path w="4359909" h="1712595">
                <a:moveTo>
                  <a:pt x="2433400" y="211122"/>
                </a:moveTo>
                <a:lnTo>
                  <a:pt x="2440371" y="209300"/>
                </a:lnTo>
                <a:lnTo>
                  <a:pt x="2436055" y="218575"/>
                </a:lnTo>
                <a:lnTo>
                  <a:pt x="2436055" y="222164"/>
                </a:lnTo>
                <a:lnTo>
                  <a:pt x="2435724" y="222054"/>
                </a:lnTo>
                <a:lnTo>
                  <a:pt x="2435724" y="217250"/>
                </a:lnTo>
                <a:lnTo>
                  <a:pt x="2433400" y="211122"/>
                </a:lnTo>
                <a:close/>
              </a:path>
              <a:path w="4359909" h="1712595">
                <a:moveTo>
                  <a:pt x="2436055" y="222164"/>
                </a:moveTo>
                <a:lnTo>
                  <a:pt x="2436055" y="218575"/>
                </a:lnTo>
                <a:lnTo>
                  <a:pt x="2437217" y="222551"/>
                </a:lnTo>
                <a:lnTo>
                  <a:pt x="2436055" y="222164"/>
                </a:lnTo>
                <a:close/>
              </a:path>
              <a:path w="4359909" h="1712595">
                <a:moveTo>
                  <a:pt x="2427590" y="222716"/>
                </a:moveTo>
                <a:lnTo>
                  <a:pt x="2435724" y="217250"/>
                </a:lnTo>
                <a:lnTo>
                  <a:pt x="2435724" y="222054"/>
                </a:lnTo>
                <a:lnTo>
                  <a:pt x="2435391" y="220563"/>
                </a:lnTo>
                <a:lnTo>
                  <a:pt x="2433400" y="220563"/>
                </a:lnTo>
                <a:lnTo>
                  <a:pt x="2433400" y="226360"/>
                </a:lnTo>
                <a:lnTo>
                  <a:pt x="2427590" y="222716"/>
                </a:lnTo>
                <a:close/>
              </a:path>
              <a:path w="4359909" h="1712595">
                <a:moveTo>
                  <a:pt x="4148731" y="165242"/>
                </a:moveTo>
                <a:lnTo>
                  <a:pt x="4150557" y="157291"/>
                </a:lnTo>
                <a:lnTo>
                  <a:pt x="4156200" y="157623"/>
                </a:lnTo>
                <a:lnTo>
                  <a:pt x="4148731" y="165242"/>
                </a:lnTo>
                <a:close/>
              </a:path>
              <a:path w="4359909" h="1712595">
                <a:moveTo>
                  <a:pt x="4101756" y="232489"/>
                </a:moveTo>
                <a:lnTo>
                  <a:pt x="4104412" y="226360"/>
                </a:lnTo>
                <a:lnTo>
                  <a:pt x="4108893" y="226194"/>
                </a:lnTo>
                <a:lnTo>
                  <a:pt x="4110055" y="229507"/>
                </a:lnTo>
                <a:lnTo>
                  <a:pt x="4115865" y="228182"/>
                </a:lnTo>
                <a:lnTo>
                  <a:pt x="4115865" y="231163"/>
                </a:lnTo>
                <a:lnTo>
                  <a:pt x="4101756" y="232489"/>
                </a:lnTo>
                <a:close/>
              </a:path>
              <a:path w="4359909" h="1712595">
                <a:moveTo>
                  <a:pt x="3551336" y="235801"/>
                </a:moveTo>
                <a:lnTo>
                  <a:pt x="3551336" y="231992"/>
                </a:lnTo>
                <a:lnTo>
                  <a:pt x="3555154" y="231992"/>
                </a:lnTo>
                <a:lnTo>
                  <a:pt x="3555154" y="235801"/>
                </a:lnTo>
                <a:lnTo>
                  <a:pt x="3551336" y="235801"/>
                </a:lnTo>
                <a:close/>
              </a:path>
              <a:path w="4359909" h="1712595">
                <a:moveTo>
                  <a:pt x="2801563" y="233648"/>
                </a:moveTo>
                <a:lnTo>
                  <a:pt x="2802227" y="233648"/>
                </a:lnTo>
                <a:lnTo>
                  <a:pt x="2803057" y="233814"/>
                </a:lnTo>
                <a:lnTo>
                  <a:pt x="2808701" y="234642"/>
                </a:lnTo>
                <a:lnTo>
                  <a:pt x="2801563" y="233648"/>
                </a:lnTo>
                <a:close/>
              </a:path>
              <a:path w="4359909" h="1712595">
                <a:moveTo>
                  <a:pt x="2722719" y="240770"/>
                </a:moveTo>
                <a:lnTo>
                  <a:pt x="2730686" y="231660"/>
                </a:lnTo>
                <a:lnTo>
                  <a:pt x="2731184" y="226360"/>
                </a:lnTo>
                <a:lnTo>
                  <a:pt x="2736164" y="229507"/>
                </a:lnTo>
                <a:lnTo>
                  <a:pt x="2728362" y="236298"/>
                </a:lnTo>
                <a:lnTo>
                  <a:pt x="2728362" y="242647"/>
                </a:lnTo>
                <a:lnTo>
                  <a:pt x="2722719" y="240770"/>
                </a:lnTo>
                <a:close/>
              </a:path>
              <a:path w="4359909" h="1712595">
                <a:moveTo>
                  <a:pt x="2728362" y="242647"/>
                </a:moveTo>
                <a:lnTo>
                  <a:pt x="2728362" y="236298"/>
                </a:lnTo>
                <a:lnTo>
                  <a:pt x="2731184" y="243586"/>
                </a:lnTo>
                <a:lnTo>
                  <a:pt x="2728362" y="242647"/>
                </a:lnTo>
                <a:close/>
              </a:path>
              <a:path w="4359909" h="1712595">
                <a:moveTo>
                  <a:pt x="3628189" y="241930"/>
                </a:moveTo>
                <a:lnTo>
                  <a:pt x="3630015" y="233979"/>
                </a:lnTo>
                <a:lnTo>
                  <a:pt x="3635825" y="234310"/>
                </a:lnTo>
                <a:lnTo>
                  <a:pt x="3628189" y="241930"/>
                </a:lnTo>
                <a:close/>
              </a:path>
              <a:path w="4359909" h="1712595">
                <a:moveTo>
                  <a:pt x="3816255" y="7726"/>
                </a:moveTo>
                <a:lnTo>
                  <a:pt x="3816753" y="6235"/>
                </a:lnTo>
                <a:lnTo>
                  <a:pt x="3818247" y="5904"/>
                </a:lnTo>
                <a:lnTo>
                  <a:pt x="3818247" y="3916"/>
                </a:lnTo>
                <a:lnTo>
                  <a:pt x="3819741" y="4413"/>
                </a:lnTo>
                <a:lnTo>
                  <a:pt x="3820072" y="5902"/>
                </a:lnTo>
                <a:lnTo>
                  <a:pt x="3822064" y="5904"/>
                </a:lnTo>
                <a:lnTo>
                  <a:pt x="3821732" y="7394"/>
                </a:lnTo>
                <a:lnTo>
                  <a:pt x="3820072" y="7726"/>
                </a:lnTo>
                <a:lnTo>
                  <a:pt x="3820072" y="9713"/>
                </a:lnTo>
                <a:lnTo>
                  <a:pt x="3818579" y="9216"/>
                </a:lnTo>
                <a:lnTo>
                  <a:pt x="3818247" y="7726"/>
                </a:lnTo>
                <a:lnTo>
                  <a:pt x="3816255" y="7726"/>
                </a:lnTo>
                <a:close/>
              </a:path>
              <a:path w="4359909" h="1712595">
                <a:moveTo>
                  <a:pt x="3820072" y="9713"/>
                </a:moveTo>
                <a:lnTo>
                  <a:pt x="3820072" y="7726"/>
                </a:lnTo>
                <a:lnTo>
                  <a:pt x="3820073" y="9713"/>
                </a:lnTo>
                <a:close/>
              </a:path>
              <a:path w="4359909" h="1712595">
                <a:moveTo>
                  <a:pt x="3759652" y="9547"/>
                </a:moveTo>
                <a:lnTo>
                  <a:pt x="3762474" y="3916"/>
                </a:lnTo>
                <a:lnTo>
                  <a:pt x="3768284" y="3916"/>
                </a:lnTo>
                <a:lnTo>
                  <a:pt x="3771106" y="9547"/>
                </a:lnTo>
                <a:lnTo>
                  <a:pt x="3759652" y="9547"/>
                </a:lnTo>
                <a:close/>
              </a:path>
              <a:path w="4359909" h="1712595">
                <a:moveTo>
                  <a:pt x="3295215" y="138906"/>
                </a:moveTo>
                <a:lnTo>
                  <a:pt x="3301689" y="138409"/>
                </a:lnTo>
                <a:lnTo>
                  <a:pt x="3301689" y="139569"/>
                </a:lnTo>
                <a:lnTo>
                  <a:pt x="3301855" y="140563"/>
                </a:lnTo>
                <a:lnTo>
                  <a:pt x="3301523" y="142053"/>
                </a:lnTo>
                <a:lnTo>
                  <a:pt x="3298701" y="141722"/>
                </a:lnTo>
                <a:lnTo>
                  <a:pt x="3296543" y="140728"/>
                </a:lnTo>
                <a:lnTo>
                  <a:pt x="3295215" y="138906"/>
                </a:lnTo>
                <a:close/>
              </a:path>
              <a:path w="4359909" h="1712595">
                <a:moveTo>
                  <a:pt x="3940746" y="109092"/>
                </a:moveTo>
                <a:lnTo>
                  <a:pt x="3940913" y="104620"/>
                </a:lnTo>
                <a:lnTo>
                  <a:pt x="3941245" y="99817"/>
                </a:lnTo>
                <a:lnTo>
                  <a:pt x="3947884" y="98492"/>
                </a:lnTo>
                <a:lnTo>
                  <a:pt x="3948050" y="106608"/>
                </a:lnTo>
                <a:lnTo>
                  <a:pt x="3945062" y="109424"/>
                </a:lnTo>
                <a:lnTo>
                  <a:pt x="3940746" y="109092"/>
                </a:lnTo>
                <a:close/>
              </a:path>
              <a:path w="4359909" h="1712595">
                <a:moveTo>
                  <a:pt x="3902735" y="9713"/>
                </a:moveTo>
                <a:lnTo>
                  <a:pt x="3902735" y="3916"/>
                </a:lnTo>
                <a:lnTo>
                  <a:pt x="3906553" y="3916"/>
                </a:lnTo>
                <a:lnTo>
                  <a:pt x="3907217" y="7891"/>
                </a:lnTo>
                <a:lnTo>
                  <a:pt x="3906221" y="10044"/>
                </a:lnTo>
                <a:lnTo>
                  <a:pt x="3902735" y="9713"/>
                </a:lnTo>
                <a:close/>
              </a:path>
              <a:path w="4359909" h="1712595">
                <a:moveTo>
                  <a:pt x="3473059" y="130337"/>
                </a:moveTo>
                <a:lnTo>
                  <a:pt x="3474483" y="128637"/>
                </a:lnTo>
                <a:lnTo>
                  <a:pt x="3476187" y="127216"/>
                </a:lnTo>
                <a:lnTo>
                  <a:pt x="3474670" y="128823"/>
                </a:lnTo>
                <a:lnTo>
                  <a:pt x="3473059" y="130337"/>
                </a:lnTo>
                <a:close/>
              </a:path>
              <a:path w="4359909" h="1712595">
                <a:moveTo>
                  <a:pt x="4198527" y="138244"/>
                </a:moveTo>
                <a:lnTo>
                  <a:pt x="4198527" y="132447"/>
                </a:lnTo>
                <a:lnTo>
                  <a:pt x="4202677" y="132115"/>
                </a:lnTo>
                <a:lnTo>
                  <a:pt x="4204669" y="133937"/>
                </a:lnTo>
                <a:lnTo>
                  <a:pt x="4204337" y="138244"/>
                </a:lnTo>
                <a:lnTo>
                  <a:pt x="4198527" y="138244"/>
                </a:lnTo>
                <a:close/>
              </a:path>
              <a:path w="4359909" h="1712595">
                <a:moveTo>
                  <a:pt x="3167072" y="148513"/>
                </a:moveTo>
                <a:lnTo>
                  <a:pt x="3169063" y="148347"/>
                </a:lnTo>
                <a:lnTo>
                  <a:pt x="3168399" y="149341"/>
                </a:lnTo>
                <a:lnTo>
                  <a:pt x="3167238" y="149838"/>
                </a:lnTo>
                <a:lnTo>
                  <a:pt x="3167072" y="148513"/>
                </a:lnTo>
                <a:close/>
              </a:path>
              <a:path w="4359909" h="1712595">
                <a:moveTo>
                  <a:pt x="3247742" y="145863"/>
                </a:moveTo>
                <a:lnTo>
                  <a:pt x="3247742" y="144372"/>
                </a:lnTo>
                <a:lnTo>
                  <a:pt x="3248074" y="143378"/>
                </a:lnTo>
                <a:lnTo>
                  <a:pt x="3248240" y="142385"/>
                </a:lnTo>
                <a:lnTo>
                  <a:pt x="3253718" y="142053"/>
                </a:lnTo>
                <a:lnTo>
                  <a:pt x="3252888" y="143544"/>
                </a:lnTo>
                <a:lnTo>
                  <a:pt x="3251062" y="144869"/>
                </a:lnTo>
                <a:lnTo>
                  <a:pt x="3247742" y="145863"/>
                </a:lnTo>
                <a:close/>
              </a:path>
              <a:path w="4359909" h="1712595">
                <a:moveTo>
                  <a:pt x="3067644" y="155966"/>
                </a:moveTo>
                <a:lnTo>
                  <a:pt x="3071462" y="155635"/>
                </a:lnTo>
                <a:lnTo>
                  <a:pt x="3073121" y="158948"/>
                </a:lnTo>
                <a:lnTo>
                  <a:pt x="3073786" y="163089"/>
                </a:lnTo>
                <a:lnTo>
                  <a:pt x="3074948" y="166898"/>
                </a:lnTo>
                <a:lnTo>
                  <a:pt x="3071794" y="163917"/>
                </a:lnTo>
                <a:lnTo>
                  <a:pt x="3068806" y="160935"/>
                </a:lnTo>
                <a:lnTo>
                  <a:pt x="3067644" y="155966"/>
                </a:lnTo>
                <a:close/>
              </a:path>
              <a:path w="4359909" h="1712595">
                <a:moveTo>
                  <a:pt x="3735561" y="138927"/>
                </a:moveTo>
                <a:lnTo>
                  <a:pt x="3735584" y="134269"/>
                </a:lnTo>
                <a:lnTo>
                  <a:pt x="3737755" y="136691"/>
                </a:lnTo>
                <a:lnTo>
                  <a:pt x="3737016" y="138989"/>
                </a:lnTo>
                <a:lnTo>
                  <a:pt x="3735561" y="138927"/>
                </a:lnTo>
                <a:close/>
              </a:path>
              <a:path w="4359909" h="1712595">
                <a:moveTo>
                  <a:pt x="3925439" y="133559"/>
                </a:moveTo>
                <a:lnTo>
                  <a:pt x="3927011" y="132240"/>
                </a:lnTo>
                <a:lnTo>
                  <a:pt x="3928894" y="133839"/>
                </a:lnTo>
                <a:lnTo>
                  <a:pt x="3927633" y="138078"/>
                </a:lnTo>
                <a:lnTo>
                  <a:pt x="3925439" y="133559"/>
                </a:lnTo>
                <a:close/>
              </a:path>
              <a:path w="4359909" h="1712595">
                <a:moveTo>
                  <a:pt x="3666367" y="312489"/>
                </a:moveTo>
                <a:lnTo>
                  <a:pt x="3666367" y="308679"/>
                </a:lnTo>
                <a:lnTo>
                  <a:pt x="3672176" y="308679"/>
                </a:lnTo>
                <a:lnTo>
                  <a:pt x="3671180" y="310170"/>
                </a:lnTo>
                <a:lnTo>
                  <a:pt x="3670184" y="311826"/>
                </a:lnTo>
                <a:lnTo>
                  <a:pt x="3670184" y="314476"/>
                </a:lnTo>
                <a:lnTo>
                  <a:pt x="3668690" y="313980"/>
                </a:lnTo>
                <a:lnTo>
                  <a:pt x="3668358" y="312489"/>
                </a:lnTo>
                <a:lnTo>
                  <a:pt x="3666367" y="312489"/>
                </a:lnTo>
                <a:close/>
              </a:path>
              <a:path w="4359909" h="1712595">
                <a:moveTo>
                  <a:pt x="4354059" y="289632"/>
                </a:moveTo>
                <a:lnTo>
                  <a:pt x="4355553" y="286153"/>
                </a:lnTo>
                <a:lnTo>
                  <a:pt x="4357545" y="289300"/>
                </a:lnTo>
                <a:lnTo>
                  <a:pt x="4359869" y="289632"/>
                </a:lnTo>
                <a:lnTo>
                  <a:pt x="4358375" y="292944"/>
                </a:lnTo>
                <a:lnTo>
                  <a:pt x="4356383" y="289797"/>
                </a:lnTo>
                <a:lnTo>
                  <a:pt x="4354059" y="289632"/>
                </a:lnTo>
                <a:close/>
              </a:path>
              <a:path w="4359909" h="1712595">
                <a:moveTo>
                  <a:pt x="3286252" y="281847"/>
                </a:moveTo>
                <a:lnTo>
                  <a:pt x="3291231" y="282509"/>
                </a:lnTo>
                <a:lnTo>
                  <a:pt x="3292725" y="286982"/>
                </a:lnTo>
                <a:lnTo>
                  <a:pt x="3293887" y="291454"/>
                </a:lnTo>
                <a:lnTo>
                  <a:pt x="3288908" y="290791"/>
                </a:lnTo>
                <a:lnTo>
                  <a:pt x="3287414" y="286319"/>
                </a:lnTo>
                <a:lnTo>
                  <a:pt x="3286252" y="281847"/>
                </a:lnTo>
                <a:close/>
              </a:path>
              <a:path w="4359909" h="1712595">
                <a:moveTo>
                  <a:pt x="3422695" y="318617"/>
                </a:moveTo>
                <a:lnTo>
                  <a:pt x="3424521" y="310667"/>
                </a:lnTo>
                <a:lnTo>
                  <a:pt x="3430330" y="310998"/>
                </a:lnTo>
                <a:lnTo>
                  <a:pt x="3422695" y="318617"/>
                </a:lnTo>
                <a:close/>
              </a:path>
              <a:path w="4359909" h="1712595">
                <a:moveTo>
                  <a:pt x="3408881" y="309135"/>
                </a:moveTo>
                <a:lnTo>
                  <a:pt x="3410577" y="307893"/>
                </a:lnTo>
                <a:lnTo>
                  <a:pt x="3412523" y="308949"/>
                </a:lnTo>
                <a:lnTo>
                  <a:pt x="3411075" y="312489"/>
                </a:lnTo>
                <a:lnTo>
                  <a:pt x="3408881" y="309135"/>
                </a:lnTo>
                <a:close/>
              </a:path>
              <a:path w="4359909" h="1712595">
                <a:moveTo>
                  <a:pt x="3804303" y="106"/>
                </a:moveTo>
                <a:lnTo>
                  <a:pt x="3813035" y="0"/>
                </a:lnTo>
                <a:lnTo>
                  <a:pt x="3812271" y="2591"/>
                </a:lnTo>
                <a:lnTo>
                  <a:pt x="3805798" y="4247"/>
                </a:lnTo>
                <a:lnTo>
                  <a:pt x="3804303" y="106"/>
                </a:lnTo>
                <a:close/>
              </a:path>
              <a:path w="4359909" h="1712595">
                <a:moveTo>
                  <a:pt x="2491828" y="235172"/>
                </a:moveTo>
                <a:lnTo>
                  <a:pt x="2491828" y="231826"/>
                </a:lnTo>
                <a:lnTo>
                  <a:pt x="2494982" y="231992"/>
                </a:lnTo>
                <a:lnTo>
                  <a:pt x="2494152" y="236795"/>
                </a:lnTo>
                <a:lnTo>
                  <a:pt x="2491828" y="235172"/>
                </a:lnTo>
                <a:close/>
              </a:path>
              <a:path w="4359909" h="1712595">
                <a:moveTo>
                  <a:pt x="2487512" y="232157"/>
                </a:moveTo>
                <a:lnTo>
                  <a:pt x="2489172" y="228182"/>
                </a:lnTo>
                <a:lnTo>
                  <a:pt x="2493488" y="227188"/>
                </a:lnTo>
                <a:lnTo>
                  <a:pt x="2491828" y="231826"/>
                </a:lnTo>
                <a:lnTo>
                  <a:pt x="2491828" y="235172"/>
                </a:lnTo>
                <a:lnTo>
                  <a:pt x="2487512" y="232157"/>
                </a:lnTo>
                <a:close/>
              </a:path>
              <a:path w="4359909" h="1712595">
                <a:moveTo>
                  <a:pt x="4144747" y="251536"/>
                </a:moveTo>
                <a:lnTo>
                  <a:pt x="4146573" y="243586"/>
                </a:lnTo>
                <a:lnTo>
                  <a:pt x="4152383" y="243917"/>
                </a:lnTo>
                <a:lnTo>
                  <a:pt x="4144747" y="251536"/>
                </a:lnTo>
                <a:close/>
              </a:path>
              <a:path w="4359909" h="1712595">
                <a:moveTo>
                  <a:pt x="2214804" y="221298"/>
                </a:moveTo>
                <a:lnTo>
                  <a:pt x="2216452" y="225036"/>
                </a:lnTo>
                <a:lnTo>
                  <a:pt x="2216784" y="226029"/>
                </a:lnTo>
                <a:lnTo>
                  <a:pt x="2216452" y="225531"/>
                </a:lnTo>
                <a:lnTo>
                  <a:pt x="2215788" y="223876"/>
                </a:lnTo>
                <a:lnTo>
                  <a:pt x="2214804" y="221298"/>
                </a:lnTo>
                <a:close/>
              </a:path>
              <a:path w="4359909" h="1712595">
                <a:moveTo>
                  <a:pt x="2214294" y="219900"/>
                </a:moveTo>
                <a:lnTo>
                  <a:pt x="2214294" y="219735"/>
                </a:lnTo>
                <a:lnTo>
                  <a:pt x="2214460" y="220397"/>
                </a:lnTo>
                <a:lnTo>
                  <a:pt x="2214804" y="221298"/>
                </a:lnTo>
                <a:lnTo>
                  <a:pt x="2214626" y="220894"/>
                </a:lnTo>
                <a:lnTo>
                  <a:pt x="2214294" y="219900"/>
                </a:lnTo>
                <a:close/>
              </a:path>
              <a:path w="4359909" h="1712595">
                <a:moveTo>
                  <a:pt x="3059676" y="251536"/>
                </a:moveTo>
                <a:lnTo>
                  <a:pt x="3061502" y="243586"/>
                </a:lnTo>
                <a:lnTo>
                  <a:pt x="3067312" y="243917"/>
                </a:lnTo>
                <a:lnTo>
                  <a:pt x="3059676" y="251536"/>
                </a:lnTo>
                <a:close/>
              </a:path>
              <a:path w="4359909" h="1712595">
                <a:moveTo>
                  <a:pt x="3949259" y="260542"/>
                </a:moveTo>
                <a:lnTo>
                  <a:pt x="3950706" y="257002"/>
                </a:lnTo>
                <a:lnTo>
                  <a:pt x="3952900" y="260356"/>
                </a:lnTo>
                <a:lnTo>
                  <a:pt x="3951204" y="261598"/>
                </a:lnTo>
                <a:lnTo>
                  <a:pt x="3949259" y="260542"/>
                </a:lnTo>
                <a:close/>
              </a:path>
              <a:path w="4359909" h="1712595">
                <a:moveTo>
                  <a:pt x="4053619" y="258493"/>
                </a:moveTo>
                <a:lnTo>
                  <a:pt x="4054283" y="257996"/>
                </a:lnTo>
                <a:lnTo>
                  <a:pt x="4054947" y="257168"/>
                </a:lnTo>
                <a:lnTo>
                  <a:pt x="4057105" y="257499"/>
                </a:lnTo>
                <a:lnTo>
                  <a:pt x="4055777" y="257996"/>
                </a:lnTo>
                <a:lnTo>
                  <a:pt x="4053619" y="258493"/>
                </a:lnTo>
                <a:close/>
              </a:path>
              <a:path w="4359909" h="1712595">
                <a:moveTo>
                  <a:pt x="4054449" y="257002"/>
                </a:moveTo>
                <a:lnTo>
                  <a:pt x="4054947" y="257095"/>
                </a:lnTo>
                <a:lnTo>
                  <a:pt x="4054449" y="257002"/>
                </a:lnTo>
                <a:close/>
              </a:path>
              <a:path w="4359909" h="1712595">
                <a:moveTo>
                  <a:pt x="4050281" y="258913"/>
                </a:moveTo>
                <a:lnTo>
                  <a:pt x="4053453" y="258327"/>
                </a:lnTo>
                <a:lnTo>
                  <a:pt x="4053121" y="258658"/>
                </a:lnTo>
                <a:lnTo>
                  <a:pt x="4052789" y="258824"/>
                </a:lnTo>
                <a:lnTo>
                  <a:pt x="4050281" y="258913"/>
                </a:lnTo>
                <a:close/>
              </a:path>
              <a:path w="4359909" h="1712595">
                <a:moveTo>
                  <a:pt x="4040340" y="259321"/>
                </a:moveTo>
                <a:lnTo>
                  <a:pt x="4050281" y="258913"/>
                </a:lnTo>
                <a:lnTo>
                  <a:pt x="4048971" y="259155"/>
                </a:lnTo>
                <a:lnTo>
                  <a:pt x="4040340" y="259321"/>
                </a:lnTo>
                <a:close/>
              </a:path>
              <a:path w="4359909" h="1712595">
                <a:moveTo>
                  <a:pt x="3781729" y="228182"/>
                </a:moveTo>
                <a:lnTo>
                  <a:pt x="3781729" y="224373"/>
                </a:lnTo>
                <a:lnTo>
                  <a:pt x="3785547" y="224373"/>
                </a:lnTo>
                <a:lnTo>
                  <a:pt x="3785547" y="228182"/>
                </a:lnTo>
                <a:lnTo>
                  <a:pt x="3781729" y="228182"/>
                </a:lnTo>
                <a:close/>
              </a:path>
              <a:path w="4359909" h="1712595">
                <a:moveTo>
                  <a:pt x="3902735" y="236132"/>
                </a:moveTo>
                <a:lnTo>
                  <a:pt x="3904727" y="228182"/>
                </a:lnTo>
                <a:lnTo>
                  <a:pt x="3910370" y="228679"/>
                </a:lnTo>
                <a:lnTo>
                  <a:pt x="3902735" y="236132"/>
                </a:lnTo>
                <a:close/>
              </a:path>
              <a:path w="4359909" h="1712595">
                <a:moveTo>
                  <a:pt x="2251826" y="240902"/>
                </a:moveTo>
                <a:lnTo>
                  <a:pt x="2252970" y="235801"/>
                </a:lnTo>
                <a:lnTo>
                  <a:pt x="2255140" y="241601"/>
                </a:lnTo>
                <a:lnTo>
                  <a:pt x="2253654" y="243068"/>
                </a:lnTo>
                <a:lnTo>
                  <a:pt x="2251826" y="240902"/>
                </a:lnTo>
                <a:close/>
              </a:path>
              <a:path w="4359909" h="1712595">
                <a:moveTo>
                  <a:pt x="2220270" y="228182"/>
                </a:moveTo>
                <a:lnTo>
                  <a:pt x="2220270" y="222385"/>
                </a:lnTo>
                <a:lnTo>
                  <a:pt x="2224087" y="222385"/>
                </a:lnTo>
                <a:lnTo>
                  <a:pt x="2224752" y="226360"/>
                </a:lnTo>
                <a:lnTo>
                  <a:pt x="2223755" y="228513"/>
                </a:lnTo>
                <a:lnTo>
                  <a:pt x="2220270" y="228182"/>
                </a:lnTo>
                <a:close/>
              </a:path>
              <a:path w="4359909" h="1712595">
                <a:moveTo>
                  <a:pt x="3587688" y="210956"/>
                </a:moveTo>
                <a:lnTo>
                  <a:pt x="3594667" y="209991"/>
                </a:lnTo>
                <a:lnTo>
                  <a:pt x="3598954" y="214165"/>
                </a:lnTo>
                <a:lnTo>
                  <a:pt x="3600969" y="221042"/>
                </a:lnTo>
                <a:lnTo>
                  <a:pt x="3601133" y="228182"/>
                </a:lnTo>
                <a:lnTo>
                  <a:pt x="3595323" y="229286"/>
                </a:lnTo>
                <a:lnTo>
                  <a:pt x="3595323" y="222385"/>
                </a:lnTo>
                <a:lnTo>
                  <a:pt x="3594161" y="217250"/>
                </a:lnTo>
                <a:lnTo>
                  <a:pt x="3591505" y="213441"/>
                </a:lnTo>
                <a:lnTo>
                  <a:pt x="3587688" y="210956"/>
                </a:lnTo>
                <a:close/>
              </a:path>
              <a:path w="4359909" h="1712595">
                <a:moveTo>
                  <a:pt x="3587688" y="224373"/>
                </a:moveTo>
                <a:lnTo>
                  <a:pt x="3588186" y="219900"/>
                </a:lnTo>
                <a:lnTo>
                  <a:pt x="3592834" y="219900"/>
                </a:lnTo>
                <a:lnTo>
                  <a:pt x="3595323" y="222385"/>
                </a:lnTo>
                <a:lnTo>
                  <a:pt x="3595323" y="229286"/>
                </a:lnTo>
                <a:lnTo>
                  <a:pt x="3594161" y="229507"/>
                </a:lnTo>
                <a:lnTo>
                  <a:pt x="3590842" y="226857"/>
                </a:lnTo>
                <a:lnTo>
                  <a:pt x="3587688" y="224373"/>
                </a:lnTo>
                <a:close/>
              </a:path>
              <a:path w="4359909" h="1712595">
                <a:moveTo>
                  <a:pt x="4051959" y="186443"/>
                </a:moveTo>
                <a:lnTo>
                  <a:pt x="4052457" y="182136"/>
                </a:lnTo>
                <a:lnTo>
                  <a:pt x="4055943" y="182633"/>
                </a:lnTo>
                <a:lnTo>
                  <a:pt x="4056939" y="185449"/>
                </a:lnTo>
                <a:lnTo>
                  <a:pt x="4056275" y="189755"/>
                </a:lnTo>
                <a:lnTo>
                  <a:pt x="4052955" y="189258"/>
                </a:lnTo>
                <a:lnTo>
                  <a:pt x="4051959" y="186443"/>
                </a:lnTo>
                <a:close/>
              </a:path>
              <a:path w="4359909" h="1712595">
                <a:moveTo>
                  <a:pt x="2613996" y="217085"/>
                </a:moveTo>
                <a:lnTo>
                  <a:pt x="2615988" y="208969"/>
                </a:lnTo>
                <a:lnTo>
                  <a:pt x="2621631" y="209466"/>
                </a:lnTo>
                <a:lnTo>
                  <a:pt x="2613996" y="217085"/>
                </a:lnTo>
                <a:close/>
              </a:path>
              <a:path w="4359909" h="1712595">
                <a:moveTo>
                  <a:pt x="2550422" y="211226"/>
                </a:moveTo>
                <a:lnTo>
                  <a:pt x="2550422" y="208472"/>
                </a:lnTo>
                <a:lnTo>
                  <a:pt x="2554406" y="208969"/>
                </a:lnTo>
                <a:lnTo>
                  <a:pt x="2551086" y="215263"/>
                </a:lnTo>
                <a:lnTo>
                  <a:pt x="2550422" y="211226"/>
                </a:lnTo>
                <a:close/>
              </a:path>
              <a:path w="4359909" h="1712595">
                <a:moveTo>
                  <a:pt x="2548596" y="201350"/>
                </a:moveTo>
                <a:lnTo>
                  <a:pt x="2553908" y="200522"/>
                </a:lnTo>
                <a:lnTo>
                  <a:pt x="2550422" y="208472"/>
                </a:lnTo>
                <a:lnTo>
                  <a:pt x="2550422" y="211226"/>
                </a:lnTo>
                <a:lnTo>
                  <a:pt x="2549260" y="204165"/>
                </a:lnTo>
                <a:lnTo>
                  <a:pt x="2548596" y="201350"/>
                </a:lnTo>
                <a:close/>
              </a:path>
              <a:path w="4359909" h="1712595">
                <a:moveTo>
                  <a:pt x="2525524" y="218079"/>
                </a:moveTo>
                <a:lnTo>
                  <a:pt x="2525690" y="214766"/>
                </a:lnTo>
                <a:lnTo>
                  <a:pt x="2529839" y="213938"/>
                </a:lnTo>
                <a:lnTo>
                  <a:pt x="2529341" y="217582"/>
                </a:lnTo>
                <a:lnTo>
                  <a:pt x="2529341" y="220504"/>
                </a:lnTo>
                <a:lnTo>
                  <a:pt x="2527183" y="219735"/>
                </a:lnTo>
                <a:lnTo>
                  <a:pt x="2525524" y="218079"/>
                </a:lnTo>
                <a:close/>
              </a:path>
              <a:path w="4359909" h="1712595">
                <a:moveTo>
                  <a:pt x="2529341" y="220504"/>
                </a:moveTo>
                <a:lnTo>
                  <a:pt x="2529341" y="217582"/>
                </a:lnTo>
                <a:lnTo>
                  <a:pt x="2529507" y="220563"/>
                </a:lnTo>
                <a:lnTo>
                  <a:pt x="2529341" y="220504"/>
                </a:lnTo>
                <a:close/>
              </a:path>
              <a:path w="4359909" h="1712595">
                <a:moveTo>
                  <a:pt x="4104412" y="7891"/>
                </a:moveTo>
                <a:lnTo>
                  <a:pt x="4104412" y="5075"/>
                </a:lnTo>
                <a:lnTo>
                  <a:pt x="4105740" y="5075"/>
                </a:lnTo>
                <a:lnTo>
                  <a:pt x="4106901" y="5241"/>
                </a:lnTo>
                <a:lnTo>
                  <a:pt x="4108229" y="5241"/>
                </a:lnTo>
                <a:lnTo>
                  <a:pt x="4108229" y="7891"/>
                </a:lnTo>
                <a:lnTo>
                  <a:pt x="4104412" y="7891"/>
                </a:lnTo>
                <a:close/>
              </a:path>
              <a:path w="4359909" h="1712595">
                <a:moveTo>
                  <a:pt x="3316866" y="211735"/>
                </a:moveTo>
                <a:lnTo>
                  <a:pt x="3316960" y="207147"/>
                </a:lnTo>
                <a:lnTo>
                  <a:pt x="3319107" y="209546"/>
                </a:lnTo>
                <a:lnTo>
                  <a:pt x="3318329" y="211805"/>
                </a:lnTo>
                <a:lnTo>
                  <a:pt x="3316866" y="211735"/>
                </a:lnTo>
                <a:close/>
              </a:path>
              <a:path w="4359909" h="1712595">
                <a:moveTo>
                  <a:pt x="2881072" y="207478"/>
                </a:moveTo>
                <a:lnTo>
                  <a:pt x="2882898" y="199528"/>
                </a:lnTo>
                <a:lnTo>
                  <a:pt x="2888708" y="199859"/>
                </a:lnTo>
                <a:lnTo>
                  <a:pt x="2881072" y="207478"/>
                </a:lnTo>
                <a:close/>
              </a:path>
              <a:path w="4359909" h="1712595">
                <a:moveTo>
                  <a:pt x="3983406" y="314808"/>
                </a:moveTo>
                <a:lnTo>
                  <a:pt x="3985232" y="306857"/>
                </a:lnTo>
                <a:lnTo>
                  <a:pt x="3991041" y="307189"/>
                </a:lnTo>
                <a:lnTo>
                  <a:pt x="3983406" y="314808"/>
                </a:lnTo>
                <a:close/>
              </a:path>
              <a:path w="4359909" h="1712595">
                <a:moveTo>
                  <a:pt x="3329907" y="159776"/>
                </a:moveTo>
                <a:lnTo>
                  <a:pt x="3330405" y="155470"/>
                </a:lnTo>
                <a:lnTo>
                  <a:pt x="3333724" y="155966"/>
                </a:lnTo>
                <a:lnTo>
                  <a:pt x="3334720" y="158782"/>
                </a:lnTo>
                <a:lnTo>
                  <a:pt x="3334222" y="163089"/>
                </a:lnTo>
                <a:lnTo>
                  <a:pt x="3330903" y="162592"/>
                </a:lnTo>
                <a:lnTo>
                  <a:pt x="3329907" y="159776"/>
                </a:lnTo>
                <a:close/>
              </a:path>
              <a:path w="4359909" h="1712595">
                <a:moveTo>
                  <a:pt x="3126736" y="161101"/>
                </a:moveTo>
                <a:lnTo>
                  <a:pt x="3127008" y="159339"/>
                </a:lnTo>
                <a:lnTo>
                  <a:pt x="3127355" y="158993"/>
                </a:lnTo>
                <a:lnTo>
                  <a:pt x="3130222" y="159445"/>
                </a:lnTo>
                <a:lnTo>
                  <a:pt x="3132546" y="159113"/>
                </a:lnTo>
                <a:lnTo>
                  <a:pt x="3133874" y="165573"/>
                </a:lnTo>
                <a:lnTo>
                  <a:pt x="3126736" y="161101"/>
                </a:lnTo>
                <a:close/>
              </a:path>
              <a:path w="4359909" h="1712595">
                <a:moveTo>
                  <a:pt x="3124910" y="161432"/>
                </a:moveTo>
                <a:lnTo>
                  <a:pt x="3126736" y="153482"/>
                </a:lnTo>
                <a:lnTo>
                  <a:pt x="3132546" y="153813"/>
                </a:lnTo>
                <a:lnTo>
                  <a:pt x="3127355" y="158993"/>
                </a:lnTo>
                <a:lnTo>
                  <a:pt x="3127068" y="158948"/>
                </a:lnTo>
                <a:lnTo>
                  <a:pt x="3127008" y="159339"/>
                </a:lnTo>
                <a:lnTo>
                  <a:pt x="3124910" y="161432"/>
                </a:lnTo>
                <a:close/>
              </a:path>
              <a:path w="4359909" h="1712595">
                <a:moveTo>
                  <a:pt x="3127008" y="159339"/>
                </a:moveTo>
                <a:lnTo>
                  <a:pt x="3127068" y="158948"/>
                </a:lnTo>
                <a:lnTo>
                  <a:pt x="3127355" y="158993"/>
                </a:lnTo>
                <a:lnTo>
                  <a:pt x="3127008" y="159339"/>
                </a:lnTo>
                <a:close/>
              </a:path>
              <a:path w="4359909" h="1712595">
                <a:moveTo>
                  <a:pt x="3098020" y="164911"/>
                </a:moveTo>
                <a:lnTo>
                  <a:pt x="3102572" y="168265"/>
                </a:lnTo>
                <a:lnTo>
                  <a:pt x="3102439" y="170998"/>
                </a:lnTo>
                <a:lnTo>
                  <a:pt x="3100097" y="170687"/>
                </a:lnTo>
                <a:lnTo>
                  <a:pt x="3098020" y="164911"/>
                </a:lnTo>
                <a:close/>
              </a:path>
              <a:path w="4359909" h="1712595">
                <a:moveTo>
                  <a:pt x="4223807" y="5779"/>
                </a:moveTo>
                <a:lnTo>
                  <a:pt x="4225418" y="3916"/>
                </a:lnTo>
                <a:lnTo>
                  <a:pt x="4227682" y="6338"/>
                </a:lnTo>
                <a:lnTo>
                  <a:pt x="4225854" y="6773"/>
                </a:lnTo>
                <a:lnTo>
                  <a:pt x="4223807" y="5779"/>
                </a:lnTo>
                <a:close/>
              </a:path>
              <a:path w="4359909" h="1712595">
                <a:moveTo>
                  <a:pt x="4271604" y="172488"/>
                </a:moveTo>
                <a:lnTo>
                  <a:pt x="4273456" y="167193"/>
                </a:lnTo>
                <a:lnTo>
                  <a:pt x="4277206" y="162923"/>
                </a:lnTo>
                <a:lnTo>
                  <a:pt x="4281522" y="164414"/>
                </a:lnTo>
                <a:lnTo>
                  <a:pt x="4278036" y="173689"/>
                </a:lnTo>
                <a:lnTo>
                  <a:pt x="4278036" y="178048"/>
                </a:lnTo>
                <a:lnTo>
                  <a:pt x="4273051" y="176852"/>
                </a:lnTo>
                <a:lnTo>
                  <a:pt x="4271604" y="172488"/>
                </a:lnTo>
                <a:close/>
              </a:path>
              <a:path w="4359909" h="1712595">
                <a:moveTo>
                  <a:pt x="4278036" y="178048"/>
                </a:moveTo>
                <a:lnTo>
                  <a:pt x="4278036" y="173689"/>
                </a:lnTo>
                <a:lnTo>
                  <a:pt x="4279198" y="178327"/>
                </a:lnTo>
                <a:lnTo>
                  <a:pt x="4278036" y="178048"/>
                </a:lnTo>
                <a:close/>
              </a:path>
              <a:path w="4359909" h="1712595">
                <a:moveTo>
                  <a:pt x="4248397" y="182985"/>
                </a:moveTo>
                <a:lnTo>
                  <a:pt x="4248490" y="178327"/>
                </a:lnTo>
                <a:lnTo>
                  <a:pt x="4250638" y="180749"/>
                </a:lnTo>
                <a:lnTo>
                  <a:pt x="4249860" y="183047"/>
                </a:lnTo>
                <a:lnTo>
                  <a:pt x="4248397" y="182985"/>
                </a:lnTo>
                <a:close/>
              </a:path>
              <a:path w="4359909" h="1712595">
                <a:moveTo>
                  <a:pt x="4075032" y="194890"/>
                </a:moveTo>
                <a:lnTo>
                  <a:pt x="4075530" y="189921"/>
                </a:lnTo>
                <a:lnTo>
                  <a:pt x="4078352" y="191577"/>
                </a:lnTo>
                <a:lnTo>
                  <a:pt x="4082999" y="191412"/>
                </a:lnTo>
                <a:lnTo>
                  <a:pt x="4081339" y="197540"/>
                </a:lnTo>
                <a:lnTo>
                  <a:pt x="4076194" y="198203"/>
                </a:lnTo>
                <a:lnTo>
                  <a:pt x="4075032" y="194890"/>
                </a:lnTo>
                <a:close/>
              </a:path>
              <a:path w="4359909" h="1712595">
                <a:moveTo>
                  <a:pt x="2986641" y="168886"/>
                </a:moveTo>
                <a:lnTo>
                  <a:pt x="2989629" y="162757"/>
                </a:lnTo>
                <a:lnTo>
                  <a:pt x="2992617" y="172695"/>
                </a:lnTo>
                <a:lnTo>
                  <a:pt x="2996269" y="172695"/>
                </a:lnTo>
                <a:lnTo>
                  <a:pt x="2995439" y="176505"/>
                </a:lnTo>
                <a:lnTo>
                  <a:pt x="2987969" y="171039"/>
                </a:lnTo>
                <a:lnTo>
                  <a:pt x="2986641" y="168886"/>
                </a:lnTo>
                <a:close/>
              </a:path>
              <a:path w="4359909" h="1712595">
                <a:moveTo>
                  <a:pt x="3927633" y="191743"/>
                </a:moveTo>
                <a:lnTo>
                  <a:pt x="3928463" y="186940"/>
                </a:lnTo>
                <a:lnTo>
                  <a:pt x="3935103" y="191577"/>
                </a:lnTo>
                <a:lnTo>
                  <a:pt x="3933443" y="195553"/>
                </a:lnTo>
                <a:lnTo>
                  <a:pt x="3930953" y="194890"/>
                </a:lnTo>
                <a:lnTo>
                  <a:pt x="3930455" y="192240"/>
                </a:lnTo>
                <a:lnTo>
                  <a:pt x="3927633" y="191743"/>
                </a:lnTo>
                <a:close/>
              </a:path>
              <a:path w="4359909" h="1712595">
                <a:moveTo>
                  <a:pt x="4348416" y="180646"/>
                </a:moveTo>
                <a:lnTo>
                  <a:pt x="4350242" y="172695"/>
                </a:lnTo>
                <a:lnTo>
                  <a:pt x="4356051" y="173027"/>
                </a:lnTo>
                <a:lnTo>
                  <a:pt x="4348416" y="180646"/>
                </a:lnTo>
                <a:close/>
              </a:path>
              <a:path w="4359909" h="1712595">
                <a:moveTo>
                  <a:pt x="318699" y="1078538"/>
                </a:moveTo>
                <a:lnTo>
                  <a:pt x="318865" y="1075226"/>
                </a:lnTo>
                <a:lnTo>
                  <a:pt x="321189" y="1076054"/>
                </a:lnTo>
                <a:lnTo>
                  <a:pt x="322849" y="1077710"/>
                </a:lnTo>
                <a:lnTo>
                  <a:pt x="322683" y="1081023"/>
                </a:lnTo>
                <a:lnTo>
                  <a:pt x="320359" y="1080195"/>
                </a:lnTo>
                <a:lnTo>
                  <a:pt x="318699" y="1078538"/>
                </a:lnTo>
                <a:close/>
              </a:path>
              <a:path w="4359909" h="1712595">
                <a:moveTo>
                  <a:pt x="532161" y="1077213"/>
                </a:moveTo>
                <a:lnTo>
                  <a:pt x="537428" y="1077431"/>
                </a:lnTo>
                <a:lnTo>
                  <a:pt x="537452" y="1082555"/>
                </a:lnTo>
                <a:lnTo>
                  <a:pt x="537693" y="1088859"/>
                </a:lnTo>
                <a:lnTo>
                  <a:pt x="543614" y="1092617"/>
                </a:lnTo>
                <a:lnTo>
                  <a:pt x="542120" y="1094273"/>
                </a:lnTo>
                <a:lnTo>
                  <a:pt x="541456" y="1096923"/>
                </a:lnTo>
                <a:lnTo>
                  <a:pt x="541456" y="1100160"/>
                </a:lnTo>
                <a:lnTo>
                  <a:pt x="535009" y="1097221"/>
                </a:lnTo>
                <a:lnTo>
                  <a:pt x="533546" y="1091904"/>
                </a:lnTo>
                <a:lnTo>
                  <a:pt x="533546" y="1084234"/>
                </a:lnTo>
                <a:lnTo>
                  <a:pt x="532161" y="1077213"/>
                </a:lnTo>
                <a:close/>
              </a:path>
              <a:path w="4359909" h="1712595">
                <a:moveTo>
                  <a:pt x="541456" y="1100160"/>
                </a:moveTo>
                <a:lnTo>
                  <a:pt x="541456" y="1096923"/>
                </a:lnTo>
                <a:lnTo>
                  <a:pt x="541622" y="1100236"/>
                </a:lnTo>
                <a:lnTo>
                  <a:pt x="541456" y="1100160"/>
                </a:lnTo>
                <a:close/>
              </a:path>
              <a:path w="4359909" h="1712595">
                <a:moveTo>
                  <a:pt x="533406" y="1091395"/>
                </a:moveTo>
                <a:lnTo>
                  <a:pt x="533546" y="1084234"/>
                </a:lnTo>
                <a:lnTo>
                  <a:pt x="533546" y="1091904"/>
                </a:lnTo>
                <a:lnTo>
                  <a:pt x="533406" y="1091395"/>
                </a:lnTo>
                <a:close/>
              </a:path>
              <a:path w="4359909" h="1712595">
                <a:moveTo>
                  <a:pt x="482198" y="1043093"/>
                </a:moveTo>
                <a:lnTo>
                  <a:pt x="484024" y="1035143"/>
                </a:lnTo>
                <a:lnTo>
                  <a:pt x="489833" y="1035474"/>
                </a:lnTo>
                <a:lnTo>
                  <a:pt x="482198" y="1043093"/>
                </a:lnTo>
                <a:close/>
              </a:path>
              <a:path w="4359909" h="1712595">
                <a:moveTo>
                  <a:pt x="203417" y="1095378"/>
                </a:moveTo>
                <a:lnTo>
                  <a:pt x="205494" y="1096426"/>
                </a:lnTo>
                <a:lnTo>
                  <a:pt x="206545" y="1098499"/>
                </a:lnTo>
                <a:lnTo>
                  <a:pt x="204810" y="1097110"/>
                </a:lnTo>
                <a:lnTo>
                  <a:pt x="203417" y="1095378"/>
                </a:lnTo>
                <a:close/>
              </a:path>
              <a:path w="4359909" h="1712595">
                <a:moveTo>
                  <a:pt x="51955" y="1033486"/>
                </a:moveTo>
                <a:lnTo>
                  <a:pt x="53780" y="1025536"/>
                </a:lnTo>
                <a:lnTo>
                  <a:pt x="59590" y="1025867"/>
                </a:lnTo>
                <a:lnTo>
                  <a:pt x="51955" y="1033486"/>
                </a:lnTo>
                <a:close/>
              </a:path>
              <a:path w="4359909" h="1712595">
                <a:moveTo>
                  <a:pt x="424434" y="1036699"/>
                </a:moveTo>
                <a:lnTo>
                  <a:pt x="424434" y="1034977"/>
                </a:lnTo>
                <a:lnTo>
                  <a:pt x="428252" y="1034977"/>
                </a:lnTo>
                <a:lnTo>
                  <a:pt x="429247" y="1037461"/>
                </a:lnTo>
                <a:lnTo>
                  <a:pt x="424434" y="1036699"/>
                </a:lnTo>
                <a:close/>
              </a:path>
              <a:path w="4359909" h="1712595">
                <a:moveTo>
                  <a:pt x="418791" y="1035805"/>
                </a:moveTo>
                <a:lnTo>
                  <a:pt x="420616" y="1031167"/>
                </a:lnTo>
                <a:lnTo>
                  <a:pt x="425928" y="1029842"/>
                </a:lnTo>
                <a:lnTo>
                  <a:pt x="424434" y="1034977"/>
                </a:lnTo>
                <a:lnTo>
                  <a:pt x="424434" y="1036699"/>
                </a:lnTo>
                <a:lnTo>
                  <a:pt x="418791" y="1035805"/>
                </a:lnTo>
                <a:close/>
              </a:path>
              <a:path w="4359909" h="1712595">
                <a:moveTo>
                  <a:pt x="86480" y="1142638"/>
                </a:moveTo>
                <a:lnTo>
                  <a:pt x="88306" y="1134687"/>
                </a:lnTo>
                <a:lnTo>
                  <a:pt x="94115" y="1135184"/>
                </a:lnTo>
                <a:lnTo>
                  <a:pt x="86480" y="1142638"/>
                </a:lnTo>
                <a:close/>
              </a:path>
              <a:path w="4359909" h="1712595">
                <a:moveTo>
                  <a:pt x="146070" y="1123259"/>
                </a:moveTo>
                <a:lnTo>
                  <a:pt x="146236" y="1118456"/>
                </a:lnTo>
                <a:lnTo>
                  <a:pt x="152543" y="1122762"/>
                </a:lnTo>
                <a:lnTo>
                  <a:pt x="153706" y="1123259"/>
                </a:lnTo>
                <a:lnTo>
                  <a:pt x="152378" y="1128890"/>
                </a:lnTo>
                <a:lnTo>
                  <a:pt x="149556" y="1121437"/>
                </a:lnTo>
                <a:lnTo>
                  <a:pt x="146070" y="1123259"/>
                </a:lnTo>
                <a:close/>
              </a:path>
              <a:path w="4359909" h="1712595">
                <a:moveTo>
                  <a:pt x="69051" y="964252"/>
                </a:moveTo>
                <a:lnTo>
                  <a:pt x="69383" y="961933"/>
                </a:lnTo>
                <a:lnTo>
                  <a:pt x="72537" y="962596"/>
                </a:lnTo>
                <a:lnTo>
                  <a:pt x="74861" y="962264"/>
                </a:lnTo>
                <a:lnTo>
                  <a:pt x="76189" y="968558"/>
                </a:lnTo>
                <a:lnTo>
                  <a:pt x="70877" y="965246"/>
                </a:lnTo>
                <a:lnTo>
                  <a:pt x="69051" y="964252"/>
                </a:lnTo>
                <a:close/>
              </a:path>
              <a:path w="4359909" h="1712595">
                <a:moveTo>
                  <a:pt x="287659" y="1100733"/>
                </a:moveTo>
                <a:lnTo>
                  <a:pt x="288157" y="1096426"/>
                </a:lnTo>
                <a:lnTo>
                  <a:pt x="291477" y="1096923"/>
                </a:lnTo>
                <a:lnTo>
                  <a:pt x="292473" y="1099739"/>
                </a:lnTo>
                <a:lnTo>
                  <a:pt x="291975" y="1104046"/>
                </a:lnTo>
                <a:lnTo>
                  <a:pt x="288655" y="1103549"/>
                </a:lnTo>
                <a:lnTo>
                  <a:pt x="287659" y="1100733"/>
                </a:lnTo>
                <a:close/>
              </a:path>
              <a:path w="4359909" h="1712595">
                <a:moveTo>
                  <a:pt x="137937" y="1110174"/>
                </a:moveTo>
                <a:lnTo>
                  <a:pt x="138269" y="1105867"/>
                </a:lnTo>
                <a:lnTo>
                  <a:pt x="142418" y="1105536"/>
                </a:lnTo>
                <a:lnTo>
                  <a:pt x="144410" y="1107524"/>
                </a:lnTo>
                <a:lnTo>
                  <a:pt x="144078" y="1111665"/>
                </a:lnTo>
                <a:lnTo>
                  <a:pt x="139929" y="1111996"/>
                </a:lnTo>
                <a:lnTo>
                  <a:pt x="137937" y="1110174"/>
                </a:lnTo>
                <a:close/>
              </a:path>
              <a:path w="4359909" h="1712595">
                <a:moveTo>
                  <a:pt x="380280" y="1100236"/>
                </a:moveTo>
                <a:lnTo>
                  <a:pt x="385940" y="1093831"/>
                </a:lnTo>
                <a:lnTo>
                  <a:pt x="394431" y="1094584"/>
                </a:lnTo>
                <a:lnTo>
                  <a:pt x="401616" y="1101517"/>
                </a:lnTo>
                <a:lnTo>
                  <a:pt x="403353" y="1113652"/>
                </a:lnTo>
                <a:lnTo>
                  <a:pt x="397876" y="1111996"/>
                </a:lnTo>
                <a:lnTo>
                  <a:pt x="397876" y="1116214"/>
                </a:lnTo>
                <a:lnTo>
                  <a:pt x="393726" y="1115474"/>
                </a:lnTo>
                <a:lnTo>
                  <a:pt x="393422" y="1110275"/>
                </a:lnTo>
                <a:lnTo>
                  <a:pt x="392294" y="1104439"/>
                </a:lnTo>
                <a:lnTo>
                  <a:pt x="388520" y="1100311"/>
                </a:lnTo>
                <a:lnTo>
                  <a:pt x="380280" y="1100236"/>
                </a:lnTo>
                <a:close/>
              </a:path>
              <a:path w="4359909" h="1712595">
                <a:moveTo>
                  <a:pt x="397876" y="1116214"/>
                </a:moveTo>
                <a:lnTo>
                  <a:pt x="397876" y="1111996"/>
                </a:lnTo>
                <a:lnTo>
                  <a:pt x="398374" y="1116302"/>
                </a:lnTo>
                <a:lnTo>
                  <a:pt x="397876" y="1116214"/>
                </a:lnTo>
                <a:close/>
              </a:path>
              <a:path w="4359909" h="1712595">
                <a:moveTo>
                  <a:pt x="341274" y="960277"/>
                </a:moveTo>
                <a:lnTo>
                  <a:pt x="343099" y="946198"/>
                </a:lnTo>
                <a:lnTo>
                  <a:pt x="345755" y="943051"/>
                </a:lnTo>
                <a:lnTo>
                  <a:pt x="349573" y="945701"/>
                </a:lnTo>
                <a:lnTo>
                  <a:pt x="346751" y="954811"/>
                </a:lnTo>
                <a:lnTo>
                  <a:pt x="346751" y="959074"/>
                </a:lnTo>
                <a:lnTo>
                  <a:pt x="341274" y="960277"/>
                </a:lnTo>
                <a:close/>
              </a:path>
              <a:path w="4359909" h="1712595">
                <a:moveTo>
                  <a:pt x="346751" y="959074"/>
                </a:moveTo>
                <a:lnTo>
                  <a:pt x="346751" y="954811"/>
                </a:lnTo>
                <a:lnTo>
                  <a:pt x="349573" y="958455"/>
                </a:lnTo>
                <a:lnTo>
                  <a:pt x="346751" y="959074"/>
                </a:lnTo>
                <a:close/>
              </a:path>
              <a:path w="4359909" h="1712595">
                <a:moveTo>
                  <a:pt x="393726" y="893196"/>
                </a:moveTo>
                <a:lnTo>
                  <a:pt x="393726" y="887399"/>
                </a:lnTo>
                <a:lnTo>
                  <a:pt x="397710" y="886570"/>
                </a:lnTo>
                <a:lnTo>
                  <a:pt x="398706" y="888724"/>
                </a:lnTo>
                <a:lnTo>
                  <a:pt x="401361" y="889386"/>
                </a:lnTo>
                <a:lnTo>
                  <a:pt x="400199" y="892036"/>
                </a:lnTo>
                <a:lnTo>
                  <a:pt x="397378" y="893030"/>
                </a:lnTo>
                <a:lnTo>
                  <a:pt x="393726" y="893196"/>
                </a:lnTo>
                <a:close/>
              </a:path>
              <a:path w="4359909" h="1712595">
                <a:moveTo>
                  <a:pt x="247655" y="892699"/>
                </a:moveTo>
                <a:lnTo>
                  <a:pt x="247822" y="889386"/>
                </a:lnTo>
                <a:lnTo>
                  <a:pt x="250146" y="890214"/>
                </a:lnTo>
                <a:lnTo>
                  <a:pt x="251806" y="891871"/>
                </a:lnTo>
                <a:lnTo>
                  <a:pt x="251639" y="895183"/>
                </a:lnTo>
                <a:lnTo>
                  <a:pt x="249315" y="894355"/>
                </a:lnTo>
                <a:lnTo>
                  <a:pt x="247655" y="892699"/>
                </a:lnTo>
                <a:close/>
              </a:path>
              <a:path w="4359909" h="1712595">
                <a:moveTo>
                  <a:pt x="236368" y="912740"/>
                </a:moveTo>
                <a:lnTo>
                  <a:pt x="238194" y="904790"/>
                </a:lnTo>
                <a:lnTo>
                  <a:pt x="244004" y="905121"/>
                </a:lnTo>
                <a:lnTo>
                  <a:pt x="236368" y="912740"/>
                </a:lnTo>
                <a:close/>
              </a:path>
              <a:path w="4359909" h="1712595">
                <a:moveTo>
                  <a:pt x="232550" y="904956"/>
                </a:moveTo>
                <a:lnTo>
                  <a:pt x="234376" y="897005"/>
                </a:lnTo>
                <a:lnTo>
                  <a:pt x="240020" y="897502"/>
                </a:lnTo>
                <a:lnTo>
                  <a:pt x="232550" y="904956"/>
                </a:lnTo>
                <a:close/>
              </a:path>
              <a:path w="4359909" h="1712595">
                <a:moveTo>
                  <a:pt x="417795" y="904563"/>
                </a:moveTo>
                <a:lnTo>
                  <a:pt x="417795" y="894686"/>
                </a:lnTo>
                <a:lnTo>
                  <a:pt x="419620" y="896508"/>
                </a:lnTo>
                <a:lnTo>
                  <a:pt x="420587" y="894204"/>
                </a:lnTo>
                <a:lnTo>
                  <a:pt x="426426" y="893196"/>
                </a:lnTo>
                <a:lnTo>
                  <a:pt x="426592" y="900483"/>
                </a:lnTo>
                <a:lnTo>
                  <a:pt x="422608" y="903465"/>
                </a:lnTo>
                <a:lnTo>
                  <a:pt x="417795" y="904563"/>
                </a:lnTo>
                <a:close/>
              </a:path>
              <a:path w="4359909" h="1712595">
                <a:moveTo>
                  <a:pt x="410491" y="897999"/>
                </a:moveTo>
                <a:lnTo>
                  <a:pt x="415969" y="894355"/>
                </a:lnTo>
                <a:lnTo>
                  <a:pt x="416798" y="885577"/>
                </a:lnTo>
                <a:lnTo>
                  <a:pt x="420118" y="885411"/>
                </a:lnTo>
                <a:lnTo>
                  <a:pt x="421778" y="886902"/>
                </a:lnTo>
                <a:lnTo>
                  <a:pt x="422608" y="889386"/>
                </a:lnTo>
                <a:lnTo>
                  <a:pt x="420587" y="894204"/>
                </a:lnTo>
                <a:lnTo>
                  <a:pt x="417795" y="894686"/>
                </a:lnTo>
                <a:lnTo>
                  <a:pt x="417795" y="904563"/>
                </a:lnTo>
                <a:lnTo>
                  <a:pt x="416798" y="904790"/>
                </a:lnTo>
                <a:lnTo>
                  <a:pt x="410491" y="897999"/>
                </a:lnTo>
                <a:close/>
              </a:path>
              <a:path w="4359909" h="1712595">
                <a:moveTo>
                  <a:pt x="417795" y="894686"/>
                </a:moveTo>
                <a:lnTo>
                  <a:pt x="420587" y="894204"/>
                </a:lnTo>
                <a:lnTo>
                  <a:pt x="419620" y="896508"/>
                </a:lnTo>
                <a:lnTo>
                  <a:pt x="417795" y="894686"/>
                </a:lnTo>
                <a:close/>
              </a:path>
              <a:path w="4359909" h="1712595">
                <a:moveTo>
                  <a:pt x="75027" y="862885"/>
                </a:moveTo>
                <a:lnTo>
                  <a:pt x="76853" y="854935"/>
                </a:lnTo>
                <a:lnTo>
                  <a:pt x="82662" y="855266"/>
                </a:lnTo>
                <a:lnTo>
                  <a:pt x="75027" y="862885"/>
                </a:lnTo>
                <a:close/>
              </a:path>
              <a:path w="4359909" h="1712595">
                <a:moveTo>
                  <a:pt x="132791" y="1138497"/>
                </a:moveTo>
                <a:lnTo>
                  <a:pt x="133787" y="1127731"/>
                </a:lnTo>
                <a:lnTo>
                  <a:pt x="136443" y="1125081"/>
                </a:lnTo>
                <a:lnTo>
                  <a:pt x="140758" y="1125909"/>
                </a:lnTo>
                <a:lnTo>
                  <a:pt x="137107" y="1134522"/>
                </a:lnTo>
                <a:lnTo>
                  <a:pt x="137107" y="1138497"/>
                </a:lnTo>
                <a:lnTo>
                  <a:pt x="132791" y="1138497"/>
                </a:lnTo>
                <a:close/>
              </a:path>
              <a:path w="4359909" h="1712595">
                <a:moveTo>
                  <a:pt x="137107" y="1138497"/>
                </a:moveTo>
                <a:lnTo>
                  <a:pt x="137107" y="1134522"/>
                </a:lnTo>
                <a:lnTo>
                  <a:pt x="138435" y="1138497"/>
                </a:lnTo>
                <a:lnTo>
                  <a:pt x="137107" y="1138497"/>
                </a:lnTo>
                <a:close/>
              </a:path>
              <a:path w="4359909" h="1712595">
                <a:moveTo>
                  <a:pt x="183252" y="969008"/>
                </a:moveTo>
                <a:lnTo>
                  <a:pt x="183252" y="963258"/>
                </a:lnTo>
                <a:lnTo>
                  <a:pt x="186240" y="964086"/>
                </a:lnTo>
                <a:lnTo>
                  <a:pt x="183916" y="969055"/>
                </a:lnTo>
                <a:lnTo>
                  <a:pt x="183252" y="969008"/>
                </a:lnTo>
                <a:close/>
              </a:path>
              <a:path w="4359909" h="1712595">
                <a:moveTo>
                  <a:pt x="176944" y="968558"/>
                </a:moveTo>
                <a:lnTo>
                  <a:pt x="178604" y="960277"/>
                </a:lnTo>
                <a:lnTo>
                  <a:pt x="184580" y="958124"/>
                </a:lnTo>
                <a:lnTo>
                  <a:pt x="183252" y="963258"/>
                </a:lnTo>
                <a:lnTo>
                  <a:pt x="183252" y="969008"/>
                </a:lnTo>
                <a:lnTo>
                  <a:pt x="176944" y="968558"/>
                </a:lnTo>
                <a:close/>
              </a:path>
              <a:path w="4359909" h="1712595">
                <a:moveTo>
                  <a:pt x="248753" y="954901"/>
                </a:moveTo>
                <a:lnTo>
                  <a:pt x="253631" y="954645"/>
                </a:lnTo>
                <a:lnTo>
                  <a:pt x="251694" y="957836"/>
                </a:lnTo>
                <a:lnTo>
                  <a:pt x="249087" y="956943"/>
                </a:lnTo>
                <a:lnTo>
                  <a:pt x="248753" y="954901"/>
                </a:lnTo>
                <a:close/>
              </a:path>
              <a:path w="4359909" h="1712595">
                <a:moveTo>
                  <a:pt x="318699" y="902968"/>
                </a:moveTo>
                <a:lnTo>
                  <a:pt x="318865" y="897005"/>
                </a:lnTo>
                <a:lnTo>
                  <a:pt x="318865" y="891374"/>
                </a:lnTo>
                <a:lnTo>
                  <a:pt x="325339" y="890546"/>
                </a:lnTo>
                <a:lnTo>
                  <a:pt x="322019" y="899655"/>
                </a:lnTo>
                <a:lnTo>
                  <a:pt x="322019" y="902876"/>
                </a:lnTo>
                <a:lnTo>
                  <a:pt x="318699" y="902968"/>
                </a:lnTo>
                <a:close/>
              </a:path>
              <a:path w="4359909" h="1712595">
                <a:moveTo>
                  <a:pt x="322019" y="902876"/>
                </a:moveTo>
                <a:lnTo>
                  <a:pt x="322019" y="899655"/>
                </a:lnTo>
                <a:lnTo>
                  <a:pt x="324675" y="902802"/>
                </a:lnTo>
                <a:lnTo>
                  <a:pt x="322019" y="902876"/>
                </a:lnTo>
                <a:close/>
              </a:path>
              <a:path w="4359909" h="1712595">
                <a:moveTo>
                  <a:pt x="161652" y="956415"/>
                </a:moveTo>
                <a:lnTo>
                  <a:pt x="163333" y="954645"/>
                </a:lnTo>
                <a:lnTo>
                  <a:pt x="165574" y="956974"/>
                </a:lnTo>
                <a:lnTo>
                  <a:pt x="163706" y="957378"/>
                </a:lnTo>
                <a:lnTo>
                  <a:pt x="161652" y="956415"/>
                </a:lnTo>
                <a:close/>
              </a:path>
              <a:path w="4359909" h="1712595">
                <a:moveTo>
                  <a:pt x="27056" y="968227"/>
                </a:moveTo>
                <a:lnTo>
                  <a:pt x="28882" y="960277"/>
                </a:lnTo>
                <a:lnTo>
                  <a:pt x="34526" y="960774"/>
                </a:lnTo>
                <a:lnTo>
                  <a:pt x="27056" y="968227"/>
                </a:lnTo>
                <a:close/>
              </a:path>
              <a:path w="4359909" h="1712595">
                <a:moveTo>
                  <a:pt x="574322" y="862885"/>
                </a:moveTo>
                <a:lnTo>
                  <a:pt x="576148" y="854935"/>
                </a:lnTo>
                <a:lnTo>
                  <a:pt x="581958" y="855266"/>
                </a:lnTo>
                <a:lnTo>
                  <a:pt x="574322" y="862885"/>
                </a:lnTo>
                <a:close/>
              </a:path>
              <a:path w="4359909" h="1712595">
                <a:moveTo>
                  <a:pt x="5477" y="1270506"/>
                </a:moveTo>
                <a:lnTo>
                  <a:pt x="7304" y="1268518"/>
                </a:lnTo>
                <a:lnTo>
                  <a:pt x="11619" y="1268850"/>
                </a:lnTo>
                <a:lnTo>
                  <a:pt x="11951" y="1273156"/>
                </a:lnTo>
                <a:lnTo>
                  <a:pt x="9959" y="1274978"/>
                </a:lnTo>
                <a:lnTo>
                  <a:pt x="5810" y="1274647"/>
                </a:lnTo>
                <a:lnTo>
                  <a:pt x="5477" y="1270506"/>
                </a:lnTo>
                <a:close/>
              </a:path>
              <a:path w="4359909" h="1712595">
                <a:moveTo>
                  <a:pt x="218939" y="1374192"/>
                </a:moveTo>
                <a:lnTo>
                  <a:pt x="220433" y="1370879"/>
                </a:lnTo>
                <a:lnTo>
                  <a:pt x="222425" y="1373861"/>
                </a:lnTo>
                <a:lnTo>
                  <a:pt x="224749" y="1374192"/>
                </a:lnTo>
                <a:lnTo>
                  <a:pt x="223255" y="1377670"/>
                </a:lnTo>
                <a:lnTo>
                  <a:pt x="221263" y="1374523"/>
                </a:lnTo>
                <a:lnTo>
                  <a:pt x="218939" y="1374192"/>
                </a:lnTo>
                <a:close/>
              </a:path>
              <a:path w="4359909" h="1712595">
                <a:moveTo>
                  <a:pt x="209478" y="1359285"/>
                </a:moveTo>
                <a:lnTo>
                  <a:pt x="211304" y="1351334"/>
                </a:lnTo>
                <a:lnTo>
                  <a:pt x="217114" y="1351666"/>
                </a:lnTo>
                <a:lnTo>
                  <a:pt x="209478" y="1359285"/>
                </a:lnTo>
                <a:close/>
              </a:path>
              <a:path w="4359909" h="1712595">
                <a:moveTo>
                  <a:pt x="202124" y="1369490"/>
                </a:moveTo>
                <a:lnTo>
                  <a:pt x="203668" y="1362763"/>
                </a:lnTo>
                <a:lnTo>
                  <a:pt x="209312" y="1363094"/>
                </a:lnTo>
                <a:lnTo>
                  <a:pt x="205153" y="1367337"/>
                </a:lnTo>
                <a:lnTo>
                  <a:pt x="204997" y="1363757"/>
                </a:lnTo>
                <a:lnTo>
                  <a:pt x="202124" y="1369490"/>
                </a:lnTo>
                <a:close/>
              </a:path>
              <a:path w="4359909" h="1712595">
                <a:moveTo>
                  <a:pt x="205741" y="1375121"/>
                </a:moveTo>
                <a:lnTo>
                  <a:pt x="209312" y="1374192"/>
                </a:lnTo>
                <a:lnTo>
                  <a:pt x="205992" y="1380983"/>
                </a:lnTo>
                <a:lnTo>
                  <a:pt x="205741" y="1375121"/>
                </a:lnTo>
                <a:close/>
              </a:path>
              <a:path w="4359909" h="1712595">
                <a:moveTo>
                  <a:pt x="205245" y="1369453"/>
                </a:moveTo>
                <a:lnTo>
                  <a:pt x="205494" y="1369388"/>
                </a:lnTo>
                <a:lnTo>
                  <a:pt x="205741" y="1375121"/>
                </a:lnTo>
                <a:lnTo>
                  <a:pt x="205494" y="1375186"/>
                </a:lnTo>
                <a:lnTo>
                  <a:pt x="205245" y="1369453"/>
                </a:lnTo>
                <a:close/>
              </a:path>
              <a:path w="4359909" h="1712595">
                <a:moveTo>
                  <a:pt x="202336" y="1370211"/>
                </a:moveTo>
                <a:lnTo>
                  <a:pt x="205153" y="1367337"/>
                </a:lnTo>
                <a:lnTo>
                  <a:pt x="205245" y="1369453"/>
                </a:lnTo>
                <a:lnTo>
                  <a:pt x="202336" y="1370211"/>
                </a:lnTo>
                <a:close/>
              </a:path>
              <a:path w="4359909" h="1712595">
                <a:moveTo>
                  <a:pt x="201934" y="1370315"/>
                </a:moveTo>
                <a:lnTo>
                  <a:pt x="202124" y="1369490"/>
                </a:lnTo>
                <a:lnTo>
                  <a:pt x="204997" y="1363757"/>
                </a:lnTo>
                <a:lnTo>
                  <a:pt x="205153" y="1367337"/>
                </a:lnTo>
                <a:lnTo>
                  <a:pt x="202336" y="1370211"/>
                </a:lnTo>
                <a:lnTo>
                  <a:pt x="201934" y="1370315"/>
                </a:lnTo>
                <a:close/>
              </a:path>
              <a:path w="4359909" h="1712595">
                <a:moveTo>
                  <a:pt x="201843" y="1370713"/>
                </a:moveTo>
                <a:lnTo>
                  <a:pt x="201934" y="1370315"/>
                </a:lnTo>
                <a:lnTo>
                  <a:pt x="202336" y="1370211"/>
                </a:lnTo>
                <a:lnTo>
                  <a:pt x="201843" y="1370713"/>
                </a:lnTo>
                <a:close/>
              </a:path>
              <a:path w="4359909" h="1712595">
                <a:moveTo>
                  <a:pt x="201677" y="1370382"/>
                </a:moveTo>
                <a:lnTo>
                  <a:pt x="202124" y="1369490"/>
                </a:lnTo>
                <a:lnTo>
                  <a:pt x="201934" y="1370315"/>
                </a:lnTo>
                <a:lnTo>
                  <a:pt x="201677" y="1370382"/>
                </a:lnTo>
                <a:close/>
              </a:path>
              <a:path w="4359909" h="1712595">
                <a:moveTo>
                  <a:pt x="257449" y="1294026"/>
                </a:moveTo>
                <a:lnTo>
                  <a:pt x="259275" y="1286075"/>
                </a:lnTo>
                <a:lnTo>
                  <a:pt x="265085" y="1286572"/>
                </a:lnTo>
                <a:lnTo>
                  <a:pt x="257449" y="1294026"/>
                </a:lnTo>
                <a:close/>
              </a:path>
              <a:path w="4359909" h="1712595">
                <a:moveTo>
                  <a:pt x="64902" y="1276303"/>
                </a:moveTo>
                <a:lnTo>
                  <a:pt x="65067" y="1271665"/>
                </a:lnTo>
                <a:lnTo>
                  <a:pt x="65399" y="1266862"/>
                </a:lnTo>
                <a:lnTo>
                  <a:pt x="69549" y="1267193"/>
                </a:lnTo>
                <a:lnTo>
                  <a:pt x="69549" y="1271665"/>
                </a:lnTo>
                <a:lnTo>
                  <a:pt x="69217" y="1276469"/>
                </a:lnTo>
                <a:lnTo>
                  <a:pt x="64902" y="1276303"/>
                </a:lnTo>
                <a:close/>
              </a:path>
              <a:path w="4359909" h="1712595">
                <a:moveTo>
                  <a:pt x="322597" y="1352108"/>
                </a:moveTo>
                <a:lnTo>
                  <a:pt x="324675" y="1353156"/>
                </a:lnTo>
                <a:lnTo>
                  <a:pt x="325725" y="1355229"/>
                </a:lnTo>
                <a:lnTo>
                  <a:pt x="323990" y="1353840"/>
                </a:lnTo>
                <a:lnTo>
                  <a:pt x="322597" y="1352108"/>
                </a:lnTo>
                <a:close/>
              </a:path>
              <a:path w="4359909" h="1712595">
                <a:moveTo>
                  <a:pt x="103909" y="1466615"/>
                </a:moveTo>
                <a:lnTo>
                  <a:pt x="105735" y="1458664"/>
                </a:lnTo>
                <a:lnTo>
                  <a:pt x="111379" y="1458995"/>
                </a:lnTo>
                <a:lnTo>
                  <a:pt x="103909" y="1466615"/>
                </a:lnTo>
                <a:close/>
              </a:path>
              <a:path w="4359909" h="1712595">
                <a:moveTo>
                  <a:pt x="82496" y="1425538"/>
                </a:moveTo>
                <a:lnTo>
                  <a:pt x="82662" y="1422225"/>
                </a:lnTo>
                <a:lnTo>
                  <a:pt x="86646" y="1421231"/>
                </a:lnTo>
                <a:lnTo>
                  <a:pt x="86314" y="1424875"/>
                </a:lnTo>
                <a:lnTo>
                  <a:pt x="86314" y="1427963"/>
                </a:lnTo>
                <a:lnTo>
                  <a:pt x="84156" y="1427194"/>
                </a:lnTo>
                <a:lnTo>
                  <a:pt x="82496" y="1425538"/>
                </a:lnTo>
                <a:close/>
              </a:path>
              <a:path w="4359909" h="1712595">
                <a:moveTo>
                  <a:pt x="86314" y="1427963"/>
                </a:moveTo>
                <a:lnTo>
                  <a:pt x="86314" y="1424875"/>
                </a:lnTo>
                <a:lnTo>
                  <a:pt x="86480" y="1428022"/>
                </a:lnTo>
                <a:lnTo>
                  <a:pt x="86314" y="1427963"/>
                </a:lnTo>
                <a:close/>
              </a:path>
              <a:path w="4359909" h="1712595">
                <a:moveTo>
                  <a:pt x="222757" y="1393405"/>
                </a:moveTo>
                <a:lnTo>
                  <a:pt x="222757" y="1387608"/>
                </a:lnTo>
                <a:lnTo>
                  <a:pt x="225413" y="1388270"/>
                </a:lnTo>
                <a:lnTo>
                  <a:pt x="225745" y="1390921"/>
                </a:lnTo>
                <a:lnTo>
                  <a:pt x="228567" y="1391417"/>
                </a:lnTo>
                <a:lnTo>
                  <a:pt x="228234" y="1393736"/>
                </a:lnTo>
                <a:lnTo>
                  <a:pt x="225081" y="1393074"/>
                </a:lnTo>
                <a:lnTo>
                  <a:pt x="222757" y="1393405"/>
                </a:lnTo>
                <a:close/>
              </a:path>
              <a:path w="4359909" h="1712595">
                <a:moveTo>
                  <a:pt x="269213" y="1391459"/>
                </a:moveTo>
                <a:lnTo>
                  <a:pt x="270894" y="1389596"/>
                </a:lnTo>
                <a:lnTo>
                  <a:pt x="273135" y="1392018"/>
                </a:lnTo>
                <a:lnTo>
                  <a:pt x="271267" y="1392453"/>
                </a:lnTo>
                <a:lnTo>
                  <a:pt x="269213" y="1391459"/>
                </a:lnTo>
                <a:close/>
              </a:path>
              <a:path w="4359909" h="1712595">
                <a:moveTo>
                  <a:pt x="233381" y="1209222"/>
                </a:moveTo>
                <a:lnTo>
                  <a:pt x="237697" y="1202928"/>
                </a:lnTo>
                <a:lnTo>
                  <a:pt x="238194" y="1201769"/>
                </a:lnTo>
                <a:lnTo>
                  <a:pt x="244170" y="1203094"/>
                </a:lnTo>
                <a:lnTo>
                  <a:pt x="241348" y="1207566"/>
                </a:lnTo>
                <a:lnTo>
                  <a:pt x="238194" y="1209388"/>
                </a:lnTo>
                <a:lnTo>
                  <a:pt x="233381" y="1209222"/>
                </a:lnTo>
                <a:close/>
              </a:path>
              <a:path w="4359909" h="1712595">
                <a:moveTo>
                  <a:pt x="3818" y="1215185"/>
                </a:moveTo>
                <a:lnTo>
                  <a:pt x="4315" y="1215351"/>
                </a:lnTo>
                <a:lnTo>
                  <a:pt x="4482" y="1215516"/>
                </a:lnTo>
                <a:lnTo>
                  <a:pt x="4813" y="1215682"/>
                </a:lnTo>
                <a:lnTo>
                  <a:pt x="3818" y="1215185"/>
                </a:lnTo>
                <a:close/>
              </a:path>
              <a:path w="4359909" h="1712595">
                <a:moveTo>
                  <a:pt x="197859" y="1230589"/>
                </a:moveTo>
                <a:lnTo>
                  <a:pt x="198357" y="1227110"/>
                </a:lnTo>
                <a:lnTo>
                  <a:pt x="208648" y="1229760"/>
                </a:lnTo>
                <a:lnTo>
                  <a:pt x="207486" y="1234398"/>
                </a:lnTo>
                <a:lnTo>
                  <a:pt x="203834" y="1235309"/>
                </a:lnTo>
                <a:lnTo>
                  <a:pt x="203834" y="1229098"/>
                </a:lnTo>
                <a:lnTo>
                  <a:pt x="197859" y="1230589"/>
                </a:lnTo>
                <a:close/>
              </a:path>
              <a:path w="4359909" h="1712595">
                <a:moveTo>
                  <a:pt x="201510" y="1235889"/>
                </a:moveTo>
                <a:lnTo>
                  <a:pt x="203834" y="1229098"/>
                </a:lnTo>
                <a:lnTo>
                  <a:pt x="203834" y="1235309"/>
                </a:lnTo>
                <a:lnTo>
                  <a:pt x="201510" y="1235889"/>
                </a:lnTo>
                <a:close/>
              </a:path>
              <a:path w="4359909" h="1712595">
                <a:moveTo>
                  <a:pt x="376463" y="1232411"/>
                </a:moveTo>
                <a:lnTo>
                  <a:pt x="376463" y="1228601"/>
                </a:lnTo>
                <a:lnTo>
                  <a:pt x="380281" y="1228601"/>
                </a:lnTo>
                <a:lnTo>
                  <a:pt x="380281" y="1232411"/>
                </a:lnTo>
                <a:lnTo>
                  <a:pt x="376463" y="1232411"/>
                </a:lnTo>
                <a:close/>
              </a:path>
              <a:path w="4359909" h="1712595">
                <a:moveTo>
                  <a:pt x="447234" y="1208774"/>
                </a:moveTo>
                <a:lnTo>
                  <a:pt x="448814" y="1207462"/>
                </a:lnTo>
                <a:lnTo>
                  <a:pt x="450735" y="1209100"/>
                </a:lnTo>
                <a:lnTo>
                  <a:pt x="449498" y="1213363"/>
                </a:lnTo>
                <a:lnTo>
                  <a:pt x="447234" y="1208774"/>
                </a:lnTo>
                <a:close/>
              </a:path>
              <a:path w="4359909" h="1712595">
                <a:moveTo>
                  <a:pt x="216782" y="1277463"/>
                </a:moveTo>
                <a:lnTo>
                  <a:pt x="217280" y="1273819"/>
                </a:lnTo>
                <a:lnTo>
                  <a:pt x="217280" y="1270896"/>
                </a:lnTo>
                <a:lnTo>
                  <a:pt x="219438" y="1271665"/>
                </a:lnTo>
                <a:lnTo>
                  <a:pt x="220931" y="1273322"/>
                </a:lnTo>
                <a:lnTo>
                  <a:pt x="220931" y="1276634"/>
                </a:lnTo>
                <a:lnTo>
                  <a:pt x="217280" y="1277363"/>
                </a:lnTo>
                <a:lnTo>
                  <a:pt x="217280" y="1273819"/>
                </a:lnTo>
                <a:lnTo>
                  <a:pt x="217114" y="1270837"/>
                </a:lnTo>
                <a:lnTo>
                  <a:pt x="217114" y="1277396"/>
                </a:lnTo>
                <a:lnTo>
                  <a:pt x="216782" y="1277463"/>
                </a:lnTo>
                <a:close/>
              </a:path>
              <a:path w="4359909" h="1712595">
                <a:moveTo>
                  <a:pt x="480445" y="1186406"/>
                </a:moveTo>
                <a:lnTo>
                  <a:pt x="482032" y="1184543"/>
                </a:lnTo>
                <a:lnTo>
                  <a:pt x="484366" y="1186965"/>
                </a:lnTo>
                <a:lnTo>
                  <a:pt x="482530" y="1187400"/>
                </a:lnTo>
                <a:lnTo>
                  <a:pt x="480445" y="1186406"/>
                </a:lnTo>
                <a:close/>
              </a:path>
              <a:path w="4359909" h="1712595">
                <a:moveTo>
                  <a:pt x="374140" y="1270506"/>
                </a:moveTo>
                <a:lnTo>
                  <a:pt x="374471" y="1265040"/>
                </a:lnTo>
                <a:lnTo>
                  <a:pt x="379451" y="1265206"/>
                </a:lnTo>
                <a:lnTo>
                  <a:pt x="378289" y="1271500"/>
                </a:lnTo>
                <a:lnTo>
                  <a:pt x="378289" y="1276469"/>
                </a:lnTo>
                <a:lnTo>
                  <a:pt x="374969" y="1274812"/>
                </a:lnTo>
                <a:lnTo>
                  <a:pt x="374140" y="1270506"/>
                </a:lnTo>
                <a:close/>
              </a:path>
              <a:path w="4359909" h="1712595">
                <a:moveTo>
                  <a:pt x="378289" y="1276469"/>
                </a:moveTo>
                <a:lnTo>
                  <a:pt x="378289" y="1271500"/>
                </a:lnTo>
                <a:lnTo>
                  <a:pt x="378289" y="1276469"/>
                </a:lnTo>
                <a:close/>
              </a:path>
              <a:path w="4359909" h="1712595">
                <a:moveTo>
                  <a:pt x="247728" y="1229380"/>
                </a:moveTo>
                <a:lnTo>
                  <a:pt x="247822" y="1224791"/>
                </a:lnTo>
                <a:lnTo>
                  <a:pt x="249969" y="1227191"/>
                </a:lnTo>
                <a:lnTo>
                  <a:pt x="249191" y="1229450"/>
                </a:lnTo>
                <a:lnTo>
                  <a:pt x="247728" y="1229380"/>
                </a:lnTo>
                <a:close/>
              </a:path>
              <a:path w="4359909" h="1712595">
                <a:moveTo>
                  <a:pt x="265214" y="1260672"/>
                </a:moveTo>
                <a:lnTo>
                  <a:pt x="267533" y="1260982"/>
                </a:lnTo>
                <a:lnTo>
                  <a:pt x="270536" y="1261417"/>
                </a:lnTo>
                <a:lnTo>
                  <a:pt x="268902" y="1261231"/>
                </a:lnTo>
                <a:lnTo>
                  <a:pt x="265214" y="1260672"/>
                </a:lnTo>
                <a:close/>
              </a:path>
              <a:path w="4359909" h="1712595">
                <a:moveTo>
                  <a:pt x="351565" y="1242017"/>
                </a:moveTo>
                <a:lnTo>
                  <a:pt x="351565" y="1238208"/>
                </a:lnTo>
                <a:lnTo>
                  <a:pt x="355383" y="1238208"/>
                </a:lnTo>
                <a:lnTo>
                  <a:pt x="355383" y="1242017"/>
                </a:lnTo>
                <a:lnTo>
                  <a:pt x="351565" y="1242017"/>
                </a:lnTo>
                <a:close/>
              </a:path>
              <a:path w="4359909" h="1712595">
                <a:moveTo>
                  <a:pt x="245995" y="1244336"/>
                </a:moveTo>
                <a:lnTo>
                  <a:pt x="247822" y="1236220"/>
                </a:lnTo>
                <a:lnTo>
                  <a:pt x="253465" y="1236717"/>
                </a:lnTo>
                <a:lnTo>
                  <a:pt x="245995" y="1244336"/>
                </a:lnTo>
                <a:close/>
              </a:path>
              <a:path w="4359909" h="1712595">
                <a:moveTo>
                  <a:pt x="832601" y="349094"/>
                </a:moveTo>
                <a:lnTo>
                  <a:pt x="833597" y="343131"/>
                </a:lnTo>
                <a:lnTo>
                  <a:pt x="837415" y="344456"/>
                </a:lnTo>
                <a:lnTo>
                  <a:pt x="838743" y="348265"/>
                </a:lnTo>
                <a:lnTo>
                  <a:pt x="839407" y="352738"/>
                </a:lnTo>
                <a:lnTo>
                  <a:pt x="835921" y="350916"/>
                </a:lnTo>
                <a:lnTo>
                  <a:pt x="832601" y="349094"/>
                </a:lnTo>
                <a:close/>
              </a:path>
              <a:path w="4359909" h="1712595">
                <a:moveTo>
                  <a:pt x="1154454" y="427769"/>
                </a:moveTo>
                <a:lnTo>
                  <a:pt x="1156280" y="419819"/>
                </a:lnTo>
                <a:lnTo>
                  <a:pt x="1161924" y="420316"/>
                </a:lnTo>
                <a:lnTo>
                  <a:pt x="1154454" y="427769"/>
                </a:lnTo>
                <a:close/>
              </a:path>
              <a:path w="4359909" h="1712595">
                <a:moveTo>
                  <a:pt x="663292" y="417334"/>
                </a:moveTo>
                <a:lnTo>
                  <a:pt x="665284" y="415181"/>
                </a:lnTo>
                <a:lnTo>
                  <a:pt x="664620" y="416009"/>
                </a:lnTo>
                <a:lnTo>
                  <a:pt x="663292" y="417334"/>
                </a:lnTo>
                <a:close/>
              </a:path>
              <a:path w="4359909" h="1712595">
                <a:moveTo>
                  <a:pt x="1099511" y="420812"/>
                </a:moveTo>
                <a:lnTo>
                  <a:pt x="1102333" y="416009"/>
                </a:lnTo>
                <a:lnTo>
                  <a:pt x="1105487" y="415512"/>
                </a:lnTo>
                <a:lnTo>
                  <a:pt x="1105653" y="417831"/>
                </a:lnTo>
                <a:lnTo>
                  <a:pt x="1108143" y="417997"/>
                </a:lnTo>
                <a:lnTo>
                  <a:pt x="1108973" y="421641"/>
                </a:lnTo>
                <a:lnTo>
                  <a:pt x="1099511" y="420812"/>
                </a:lnTo>
                <a:close/>
              </a:path>
              <a:path w="4359909" h="1712595">
                <a:moveTo>
                  <a:pt x="184414" y="446982"/>
                </a:moveTo>
                <a:lnTo>
                  <a:pt x="186240" y="439032"/>
                </a:lnTo>
                <a:lnTo>
                  <a:pt x="192049" y="439363"/>
                </a:lnTo>
                <a:lnTo>
                  <a:pt x="184414" y="446982"/>
                </a:lnTo>
                <a:close/>
              </a:path>
              <a:path w="4359909" h="1712595">
                <a:moveTo>
                  <a:pt x="350735" y="423959"/>
                </a:moveTo>
                <a:lnTo>
                  <a:pt x="353557" y="416009"/>
                </a:lnTo>
                <a:lnTo>
                  <a:pt x="359532" y="416340"/>
                </a:lnTo>
                <a:lnTo>
                  <a:pt x="361358" y="420978"/>
                </a:lnTo>
                <a:lnTo>
                  <a:pt x="365010" y="423628"/>
                </a:lnTo>
                <a:lnTo>
                  <a:pt x="362852" y="426941"/>
                </a:lnTo>
                <a:lnTo>
                  <a:pt x="350735" y="423959"/>
                </a:lnTo>
                <a:close/>
              </a:path>
              <a:path w="4359909" h="1712595">
                <a:moveTo>
                  <a:pt x="555732" y="516968"/>
                </a:moveTo>
                <a:lnTo>
                  <a:pt x="555732" y="511910"/>
                </a:lnTo>
                <a:lnTo>
                  <a:pt x="557059" y="517542"/>
                </a:lnTo>
                <a:lnTo>
                  <a:pt x="555732" y="516968"/>
                </a:lnTo>
                <a:close/>
              </a:path>
              <a:path w="4359909" h="1712595">
                <a:moveTo>
                  <a:pt x="551250" y="502304"/>
                </a:moveTo>
                <a:lnTo>
                  <a:pt x="556561" y="503960"/>
                </a:lnTo>
                <a:lnTo>
                  <a:pt x="555732" y="511910"/>
                </a:lnTo>
                <a:lnTo>
                  <a:pt x="555732" y="516968"/>
                </a:lnTo>
                <a:lnTo>
                  <a:pt x="552079" y="515388"/>
                </a:lnTo>
                <a:lnTo>
                  <a:pt x="551416" y="509094"/>
                </a:lnTo>
                <a:lnTo>
                  <a:pt x="551250" y="502304"/>
                </a:lnTo>
                <a:close/>
              </a:path>
              <a:path w="4359909" h="1712595">
                <a:moveTo>
                  <a:pt x="525189" y="444696"/>
                </a:moveTo>
                <a:lnTo>
                  <a:pt x="525189" y="440026"/>
                </a:lnTo>
                <a:lnTo>
                  <a:pt x="526185" y="446817"/>
                </a:lnTo>
                <a:lnTo>
                  <a:pt x="525189" y="444696"/>
                </a:lnTo>
                <a:close/>
              </a:path>
              <a:path w="4359909" h="1712595">
                <a:moveTo>
                  <a:pt x="518550" y="431413"/>
                </a:moveTo>
                <a:lnTo>
                  <a:pt x="525355" y="432407"/>
                </a:lnTo>
                <a:lnTo>
                  <a:pt x="525189" y="440026"/>
                </a:lnTo>
                <a:lnTo>
                  <a:pt x="525189" y="444696"/>
                </a:lnTo>
                <a:lnTo>
                  <a:pt x="523695" y="441516"/>
                </a:lnTo>
                <a:lnTo>
                  <a:pt x="519546" y="438038"/>
                </a:lnTo>
                <a:lnTo>
                  <a:pt x="518550" y="431413"/>
                </a:lnTo>
                <a:close/>
              </a:path>
              <a:path w="4359909" h="1712595">
                <a:moveTo>
                  <a:pt x="232550" y="514063"/>
                </a:moveTo>
                <a:lnTo>
                  <a:pt x="234376" y="506113"/>
                </a:lnTo>
                <a:lnTo>
                  <a:pt x="240020" y="506444"/>
                </a:lnTo>
                <a:lnTo>
                  <a:pt x="232550" y="514063"/>
                </a:lnTo>
                <a:close/>
              </a:path>
              <a:path w="4359909" h="1712595">
                <a:moveTo>
                  <a:pt x="539796" y="504457"/>
                </a:moveTo>
                <a:lnTo>
                  <a:pt x="541622" y="496506"/>
                </a:lnTo>
                <a:lnTo>
                  <a:pt x="547432" y="496838"/>
                </a:lnTo>
                <a:lnTo>
                  <a:pt x="539796" y="504457"/>
                </a:lnTo>
                <a:close/>
              </a:path>
              <a:path w="4359909" h="1712595">
                <a:moveTo>
                  <a:pt x="1452072" y="408390"/>
                </a:moveTo>
                <a:lnTo>
                  <a:pt x="1456583" y="413610"/>
                </a:lnTo>
                <a:lnTo>
                  <a:pt x="1463131" y="417852"/>
                </a:lnTo>
                <a:lnTo>
                  <a:pt x="1467968" y="422621"/>
                </a:lnTo>
                <a:lnTo>
                  <a:pt x="1467343" y="429425"/>
                </a:lnTo>
                <a:lnTo>
                  <a:pt x="1464047" y="423670"/>
                </a:lnTo>
                <a:lnTo>
                  <a:pt x="1459272" y="419405"/>
                </a:lnTo>
                <a:lnTo>
                  <a:pt x="1454715" y="414891"/>
                </a:lnTo>
                <a:lnTo>
                  <a:pt x="1452072" y="408390"/>
                </a:lnTo>
                <a:close/>
              </a:path>
              <a:path w="4359909" h="1712595">
                <a:moveTo>
                  <a:pt x="1442445" y="419819"/>
                </a:moveTo>
                <a:lnTo>
                  <a:pt x="1445267" y="414684"/>
                </a:lnTo>
                <a:lnTo>
                  <a:pt x="1452902" y="420647"/>
                </a:lnTo>
                <a:lnTo>
                  <a:pt x="1452072" y="425616"/>
                </a:lnTo>
                <a:lnTo>
                  <a:pt x="1446926" y="426310"/>
                </a:lnTo>
                <a:lnTo>
                  <a:pt x="1446926" y="420481"/>
                </a:lnTo>
                <a:lnTo>
                  <a:pt x="1442445" y="419819"/>
                </a:lnTo>
                <a:close/>
              </a:path>
              <a:path w="4359909" h="1712595">
                <a:moveTo>
                  <a:pt x="1445931" y="426444"/>
                </a:moveTo>
                <a:lnTo>
                  <a:pt x="1446926" y="420481"/>
                </a:lnTo>
                <a:lnTo>
                  <a:pt x="1446926" y="426310"/>
                </a:lnTo>
                <a:lnTo>
                  <a:pt x="1445931" y="426444"/>
                </a:lnTo>
                <a:close/>
              </a:path>
              <a:path w="4359909" h="1712595">
                <a:moveTo>
                  <a:pt x="550586" y="499819"/>
                </a:moveTo>
                <a:lnTo>
                  <a:pt x="553905" y="491869"/>
                </a:lnTo>
                <a:lnTo>
                  <a:pt x="555067" y="490709"/>
                </a:lnTo>
                <a:lnTo>
                  <a:pt x="560213" y="493856"/>
                </a:lnTo>
                <a:lnTo>
                  <a:pt x="557889" y="496838"/>
                </a:lnTo>
                <a:lnTo>
                  <a:pt x="555067" y="500316"/>
                </a:lnTo>
                <a:lnTo>
                  <a:pt x="550586" y="499819"/>
                </a:lnTo>
                <a:close/>
              </a:path>
              <a:path w="4359909" h="1712595">
                <a:moveTo>
                  <a:pt x="399535" y="864873"/>
                </a:moveTo>
                <a:lnTo>
                  <a:pt x="401361" y="856757"/>
                </a:lnTo>
                <a:lnTo>
                  <a:pt x="407171" y="857253"/>
                </a:lnTo>
                <a:lnTo>
                  <a:pt x="399535" y="864873"/>
                </a:lnTo>
                <a:close/>
              </a:path>
              <a:path w="4359909" h="1712595">
                <a:moveTo>
                  <a:pt x="1396466" y="429757"/>
                </a:moveTo>
                <a:lnTo>
                  <a:pt x="1398292" y="421806"/>
                </a:lnTo>
                <a:lnTo>
                  <a:pt x="1403935" y="422137"/>
                </a:lnTo>
                <a:lnTo>
                  <a:pt x="1396466" y="429757"/>
                </a:lnTo>
                <a:close/>
              </a:path>
              <a:path w="4359909" h="1712595">
                <a:moveTo>
                  <a:pt x="875094" y="339487"/>
                </a:moveTo>
                <a:lnTo>
                  <a:pt x="875924" y="332199"/>
                </a:lnTo>
                <a:lnTo>
                  <a:pt x="875924" y="325964"/>
                </a:lnTo>
                <a:lnTo>
                  <a:pt x="880406" y="327561"/>
                </a:lnTo>
                <a:lnTo>
                  <a:pt x="880904" y="333690"/>
                </a:lnTo>
                <a:lnTo>
                  <a:pt x="881568" y="339321"/>
                </a:lnTo>
                <a:lnTo>
                  <a:pt x="875924" y="339466"/>
                </a:lnTo>
                <a:lnTo>
                  <a:pt x="875924" y="332199"/>
                </a:lnTo>
                <a:lnTo>
                  <a:pt x="875758" y="325905"/>
                </a:lnTo>
                <a:lnTo>
                  <a:pt x="875758" y="339470"/>
                </a:lnTo>
                <a:lnTo>
                  <a:pt x="875094" y="339487"/>
                </a:lnTo>
                <a:close/>
              </a:path>
              <a:path w="4359909" h="1712595">
                <a:moveTo>
                  <a:pt x="831439" y="327396"/>
                </a:moveTo>
                <a:lnTo>
                  <a:pt x="831605" y="324083"/>
                </a:lnTo>
                <a:lnTo>
                  <a:pt x="835755" y="323089"/>
                </a:lnTo>
                <a:lnTo>
                  <a:pt x="835257" y="326733"/>
                </a:lnTo>
                <a:lnTo>
                  <a:pt x="835257" y="329821"/>
                </a:lnTo>
                <a:lnTo>
                  <a:pt x="833099" y="329052"/>
                </a:lnTo>
                <a:lnTo>
                  <a:pt x="831439" y="327396"/>
                </a:lnTo>
                <a:close/>
              </a:path>
              <a:path w="4359909" h="1712595">
                <a:moveTo>
                  <a:pt x="835257" y="329821"/>
                </a:moveTo>
                <a:lnTo>
                  <a:pt x="835257" y="326733"/>
                </a:lnTo>
                <a:lnTo>
                  <a:pt x="835423" y="329880"/>
                </a:lnTo>
                <a:lnTo>
                  <a:pt x="835257" y="329821"/>
                </a:lnTo>
                <a:close/>
              </a:path>
              <a:path w="4359909" h="1712595">
                <a:moveTo>
                  <a:pt x="4172820" y="89714"/>
                </a:moveTo>
                <a:lnTo>
                  <a:pt x="4173357" y="88414"/>
                </a:lnTo>
                <a:lnTo>
                  <a:pt x="4183091" y="88388"/>
                </a:lnTo>
                <a:lnTo>
                  <a:pt x="4183091" y="96008"/>
                </a:lnTo>
                <a:lnTo>
                  <a:pt x="4177418" y="92255"/>
                </a:lnTo>
                <a:lnTo>
                  <a:pt x="4172820" y="89714"/>
                </a:lnTo>
                <a:close/>
              </a:path>
              <a:path w="4359909" h="1712595">
                <a:moveTo>
                  <a:pt x="3793348" y="92364"/>
                </a:moveTo>
                <a:lnTo>
                  <a:pt x="3797498" y="87063"/>
                </a:lnTo>
                <a:lnTo>
                  <a:pt x="3806627" y="92861"/>
                </a:lnTo>
                <a:lnTo>
                  <a:pt x="3810611" y="94186"/>
                </a:lnTo>
                <a:lnTo>
                  <a:pt x="3810777" y="97498"/>
                </a:lnTo>
                <a:lnTo>
                  <a:pt x="3808121" y="98161"/>
                </a:lnTo>
                <a:lnTo>
                  <a:pt x="3808121" y="101806"/>
                </a:lnTo>
                <a:lnTo>
                  <a:pt x="3802288" y="101820"/>
                </a:lnTo>
                <a:lnTo>
                  <a:pt x="3799179" y="98699"/>
                </a:lnTo>
                <a:lnTo>
                  <a:pt x="3796971" y="94770"/>
                </a:lnTo>
                <a:lnTo>
                  <a:pt x="3793348" y="92364"/>
                </a:lnTo>
                <a:close/>
              </a:path>
              <a:path w="4359909" h="1712595">
                <a:moveTo>
                  <a:pt x="3808121" y="101806"/>
                </a:moveTo>
                <a:lnTo>
                  <a:pt x="3808121" y="98161"/>
                </a:lnTo>
                <a:lnTo>
                  <a:pt x="3808619" y="101805"/>
                </a:lnTo>
                <a:lnTo>
                  <a:pt x="3808121" y="101806"/>
                </a:lnTo>
                <a:close/>
              </a:path>
              <a:path w="4359909" h="1712595">
                <a:moveTo>
                  <a:pt x="1277286" y="312489"/>
                </a:moveTo>
                <a:lnTo>
                  <a:pt x="1283868" y="314420"/>
                </a:lnTo>
                <a:lnTo>
                  <a:pt x="1288863" y="321599"/>
                </a:lnTo>
                <a:lnTo>
                  <a:pt x="1294792" y="329026"/>
                </a:lnTo>
                <a:lnTo>
                  <a:pt x="1304176" y="331702"/>
                </a:lnTo>
                <a:lnTo>
                  <a:pt x="1304176" y="350916"/>
                </a:lnTo>
                <a:lnTo>
                  <a:pt x="1301266" y="346485"/>
                </a:lnTo>
                <a:lnTo>
                  <a:pt x="1299943" y="342303"/>
                </a:lnTo>
                <a:lnTo>
                  <a:pt x="1297873" y="340481"/>
                </a:lnTo>
                <a:lnTo>
                  <a:pt x="1292722" y="343131"/>
                </a:lnTo>
                <a:lnTo>
                  <a:pt x="1290451" y="333871"/>
                </a:lnTo>
                <a:lnTo>
                  <a:pt x="1287245" y="325574"/>
                </a:lnTo>
                <a:lnTo>
                  <a:pt x="1282919" y="318395"/>
                </a:lnTo>
                <a:lnTo>
                  <a:pt x="1277286" y="312489"/>
                </a:lnTo>
                <a:close/>
              </a:path>
              <a:path w="4359909" h="1712595">
                <a:moveTo>
                  <a:pt x="789112" y="353731"/>
                </a:moveTo>
                <a:lnTo>
                  <a:pt x="789610" y="350087"/>
                </a:lnTo>
                <a:lnTo>
                  <a:pt x="789610" y="347000"/>
                </a:lnTo>
                <a:lnTo>
                  <a:pt x="791768" y="347769"/>
                </a:lnTo>
                <a:lnTo>
                  <a:pt x="793428" y="349425"/>
                </a:lnTo>
                <a:lnTo>
                  <a:pt x="793261" y="352738"/>
                </a:lnTo>
                <a:lnTo>
                  <a:pt x="789610" y="353612"/>
                </a:lnTo>
                <a:lnTo>
                  <a:pt x="789610" y="350087"/>
                </a:lnTo>
                <a:lnTo>
                  <a:pt x="789444" y="346940"/>
                </a:lnTo>
                <a:lnTo>
                  <a:pt x="789444" y="353652"/>
                </a:lnTo>
                <a:lnTo>
                  <a:pt x="789112" y="353731"/>
                </a:lnTo>
                <a:close/>
              </a:path>
              <a:path w="4359909" h="1712595">
                <a:moveTo>
                  <a:pt x="749109" y="353069"/>
                </a:moveTo>
                <a:lnTo>
                  <a:pt x="750934" y="345118"/>
                </a:lnTo>
                <a:lnTo>
                  <a:pt x="756744" y="345450"/>
                </a:lnTo>
                <a:lnTo>
                  <a:pt x="749109" y="353069"/>
                </a:lnTo>
                <a:close/>
              </a:path>
              <a:path w="4359909" h="1712595">
                <a:moveTo>
                  <a:pt x="1482448" y="409218"/>
                </a:moveTo>
                <a:lnTo>
                  <a:pt x="1482946" y="405574"/>
                </a:lnTo>
                <a:lnTo>
                  <a:pt x="1482946" y="402652"/>
                </a:lnTo>
                <a:lnTo>
                  <a:pt x="1485104" y="403421"/>
                </a:lnTo>
                <a:lnTo>
                  <a:pt x="1486764" y="405077"/>
                </a:lnTo>
                <a:lnTo>
                  <a:pt x="1486598" y="408390"/>
                </a:lnTo>
                <a:lnTo>
                  <a:pt x="1482946" y="409119"/>
                </a:lnTo>
                <a:lnTo>
                  <a:pt x="1482946" y="405574"/>
                </a:lnTo>
                <a:lnTo>
                  <a:pt x="1482780" y="402593"/>
                </a:lnTo>
                <a:lnTo>
                  <a:pt x="1482780" y="409152"/>
                </a:lnTo>
                <a:lnTo>
                  <a:pt x="1482448" y="409218"/>
                </a:lnTo>
                <a:close/>
              </a:path>
              <a:path w="4359909" h="1712595">
                <a:moveTo>
                  <a:pt x="985311" y="418162"/>
                </a:moveTo>
                <a:lnTo>
                  <a:pt x="987137" y="410212"/>
                </a:lnTo>
                <a:lnTo>
                  <a:pt x="992946" y="410709"/>
                </a:lnTo>
                <a:lnTo>
                  <a:pt x="985311" y="418162"/>
                </a:lnTo>
                <a:close/>
              </a:path>
              <a:path w="4359909" h="1712595">
                <a:moveTo>
                  <a:pt x="212964" y="406734"/>
                </a:moveTo>
                <a:lnTo>
                  <a:pt x="212964" y="406568"/>
                </a:lnTo>
                <a:lnTo>
                  <a:pt x="213129" y="406402"/>
                </a:lnTo>
                <a:lnTo>
                  <a:pt x="213129" y="406569"/>
                </a:lnTo>
                <a:lnTo>
                  <a:pt x="212964" y="406734"/>
                </a:lnTo>
                <a:close/>
              </a:path>
              <a:path w="4359909" h="1712595">
                <a:moveTo>
                  <a:pt x="228567" y="697750"/>
                </a:moveTo>
                <a:lnTo>
                  <a:pt x="236036" y="701725"/>
                </a:lnTo>
                <a:lnTo>
                  <a:pt x="239356" y="700731"/>
                </a:lnTo>
                <a:lnTo>
                  <a:pt x="244004" y="709178"/>
                </a:lnTo>
                <a:lnTo>
                  <a:pt x="239141" y="710351"/>
                </a:lnTo>
                <a:lnTo>
                  <a:pt x="233982" y="708122"/>
                </a:lnTo>
                <a:lnTo>
                  <a:pt x="229975" y="703565"/>
                </a:lnTo>
                <a:lnTo>
                  <a:pt x="228567" y="697750"/>
                </a:lnTo>
                <a:close/>
              </a:path>
              <a:path w="4359909" h="1712595">
                <a:moveTo>
                  <a:pt x="892523" y="699240"/>
                </a:moveTo>
                <a:lnTo>
                  <a:pt x="895843" y="691290"/>
                </a:lnTo>
                <a:lnTo>
                  <a:pt x="897005" y="690130"/>
                </a:lnTo>
                <a:lnTo>
                  <a:pt x="901486" y="690627"/>
                </a:lnTo>
                <a:lnTo>
                  <a:pt x="898167" y="698578"/>
                </a:lnTo>
                <a:lnTo>
                  <a:pt x="897005" y="699737"/>
                </a:lnTo>
                <a:lnTo>
                  <a:pt x="892523" y="699240"/>
                </a:lnTo>
                <a:close/>
              </a:path>
              <a:path w="4359909" h="1712595">
                <a:moveTo>
                  <a:pt x="595690" y="696898"/>
                </a:moveTo>
                <a:lnTo>
                  <a:pt x="597395" y="693940"/>
                </a:lnTo>
                <a:lnTo>
                  <a:pt x="599379" y="696106"/>
                </a:lnTo>
                <a:lnTo>
                  <a:pt x="597581" y="697356"/>
                </a:lnTo>
                <a:lnTo>
                  <a:pt x="595690" y="696898"/>
                </a:lnTo>
                <a:close/>
              </a:path>
              <a:path w="4359909" h="1712595">
                <a:moveTo>
                  <a:pt x="1992" y="709509"/>
                </a:moveTo>
                <a:lnTo>
                  <a:pt x="3817" y="701559"/>
                </a:lnTo>
                <a:lnTo>
                  <a:pt x="9627" y="702056"/>
                </a:lnTo>
                <a:lnTo>
                  <a:pt x="1992" y="709509"/>
                </a:lnTo>
                <a:close/>
              </a:path>
              <a:path w="4359909" h="1712595">
                <a:moveTo>
                  <a:pt x="527845" y="687315"/>
                </a:moveTo>
                <a:lnTo>
                  <a:pt x="528177" y="682511"/>
                </a:lnTo>
                <a:lnTo>
                  <a:pt x="530999" y="684168"/>
                </a:lnTo>
                <a:lnTo>
                  <a:pt x="534319" y="685327"/>
                </a:lnTo>
                <a:lnTo>
                  <a:pt x="533987" y="690130"/>
                </a:lnTo>
                <a:lnTo>
                  <a:pt x="531165" y="688474"/>
                </a:lnTo>
                <a:lnTo>
                  <a:pt x="527845" y="687315"/>
                </a:lnTo>
                <a:close/>
              </a:path>
              <a:path w="4359909" h="1712595">
                <a:moveTo>
                  <a:pt x="180596" y="707356"/>
                </a:moveTo>
                <a:lnTo>
                  <a:pt x="180596" y="703547"/>
                </a:lnTo>
                <a:lnTo>
                  <a:pt x="184414" y="703547"/>
                </a:lnTo>
                <a:lnTo>
                  <a:pt x="184414" y="707356"/>
                </a:lnTo>
                <a:lnTo>
                  <a:pt x="180596" y="707356"/>
                </a:lnTo>
                <a:close/>
              </a:path>
              <a:path w="4359909" h="1712595">
                <a:moveTo>
                  <a:pt x="900491" y="853941"/>
                </a:moveTo>
                <a:lnTo>
                  <a:pt x="900823" y="847316"/>
                </a:lnTo>
                <a:lnTo>
                  <a:pt x="903645" y="850794"/>
                </a:lnTo>
                <a:lnTo>
                  <a:pt x="904474" y="856425"/>
                </a:lnTo>
                <a:lnTo>
                  <a:pt x="904640" y="862719"/>
                </a:lnTo>
                <a:lnTo>
                  <a:pt x="901321" y="859572"/>
                </a:lnTo>
                <a:lnTo>
                  <a:pt x="900491" y="853941"/>
                </a:lnTo>
                <a:close/>
              </a:path>
              <a:path w="4359909" h="1712595">
                <a:moveTo>
                  <a:pt x="238194" y="739986"/>
                </a:moveTo>
                <a:lnTo>
                  <a:pt x="245498" y="741145"/>
                </a:lnTo>
                <a:lnTo>
                  <a:pt x="246494" y="756218"/>
                </a:lnTo>
                <a:lnTo>
                  <a:pt x="244004" y="761021"/>
                </a:lnTo>
                <a:lnTo>
                  <a:pt x="239854" y="756562"/>
                </a:lnTo>
                <a:lnTo>
                  <a:pt x="239854" y="747274"/>
                </a:lnTo>
                <a:lnTo>
                  <a:pt x="238194" y="739986"/>
                </a:lnTo>
                <a:close/>
              </a:path>
              <a:path w="4359909" h="1712595">
                <a:moveTo>
                  <a:pt x="239688" y="756383"/>
                </a:moveTo>
                <a:lnTo>
                  <a:pt x="239854" y="747274"/>
                </a:lnTo>
                <a:lnTo>
                  <a:pt x="239854" y="756562"/>
                </a:lnTo>
                <a:lnTo>
                  <a:pt x="239688" y="756383"/>
                </a:lnTo>
                <a:close/>
              </a:path>
              <a:path w="4359909" h="1712595">
                <a:moveTo>
                  <a:pt x="60254" y="706694"/>
                </a:moveTo>
                <a:lnTo>
                  <a:pt x="61416" y="705369"/>
                </a:lnTo>
                <a:lnTo>
                  <a:pt x="62246" y="704706"/>
                </a:lnTo>
                <a:lnTo>
                  <a:pt x="60254" y="706694"/>
                </a:lnTo>
                <a:close/>
              </a:path>
              <a:path w="4359909" h="1712595">
                <a:moveTo>
                  <a:pt x="54114" y="610464"/>
                </a:moveTo>
                <a:lnTo>
                  <a:pt x="54444" y="610958"/>
                </a:lnTo>
                <a:lnTo>
                  <a:pt x="54444" y="611124"/>
                </a:lnTo>
                <a:lnTo>
                  <a:pt x="54114" y="610464"/>
                </a:lnTo>
                <a:close/>
              </a:path>
              <a:path w="4359909" h="1712595">
                <a:moveTo>
                  <a:pt x="52953" y="607816"/>
                </a:moveTo>
                <a:lnTo>
                  <a:pt x="53116" y="608143"/>
                </a:lnTo>
                <a:lnTo>
                  <a:pt x="53780" y="609633"/>
                </a:lnTo>
                <a:lnTo>
                  <a:pt x="54107" y="610448"/>
                </a:lnTo>
                <a:lnTo>
                  <a:pt x="52953" y="607816"/>
                </a:lnTo>
                <a:close/>
              </a:path>
              <a:path w="4359909" h="1712595">
                <a:moveTo>
                  <a:pt x="1660" y="562097"/>
                </a:moveTo>
                <a:lnTo>
                  <a:pt x="1660" y="561931"/>
                </a:lnTo>
                <a:lnTo>
                  <a:pt x="1826" y="561931"/>
                </a:lnTo>
                <a:lnTo>
                  <a:pt x="1992" y="561765"/>
                </a:lnTo>
                <a:lnTo>
                  <a:pt x="1660" y="562097"/>
                </a:lnTo>
                <a:close/>
              </a:path>
              <a:path w="4359909" h="1712595">
                <a:moveTo>
                  <a:pt x="1584365" y="545865"/>
                </a:moveTo>
                <a:lnTo>
                  <a:pt x="1584532" y="542552"/>
                </a:lnTo>
                <a:lnTo>
                  <a:pt x="1588681" y="541558"/>
                </a:lnTo>
                <a:lnTo>
                  <a:pt x="1588183" y="545202"/>
                </a:lnTo>
                <a:lnTo>
                  <a:pt x="1588183" y="548290"/>
                </a:lnTo>
                <a:lnTo>
                  <a:pt x="1586025" y="547521"/>
                </a:lnTo>
                <a:lnTo>
                  <a:pt x="1584365" y="545865"/>
                </a:lnTo>
                <a:close/>
              </a:path>
              <a:path w="4359909" h="1712595">
                <a:moveTo>
                  <a:pt x="1588183" y="548290"/>
                </a:moveTo>
                <a:lnTo>
                  <a:pt x="1588183" y="545202"/>
                </a:lnTo>
                <a:lnTo>
                  <a:pt x="1588349" y="548349"/>
                </a:lnTo>
                <a:lnTo>
                  <a:pt x="1588183" y="548290"/>
                </a:lnTo>
                <a:close/>
              </a:path>
              <a:path w="4359909" h="1712595">
                <a:moveTo>
                  <a:pt x="1350155" y="517542"/>
                </a:moveTo>
                <a:lnTo>
                  <a:pt x="1353641" y="518039"/>
                </a:lnTo>
                <a:lnTo>
                  <a:pt x="1354637" y="520854"/>
                </a:lnTo>
                <a:lnTo>
                  <a:pt x="1353973" y="525161"/>
                </a:lnTo>
                <a:lnTo>
                  <a:pt x="1351483" y="524001"/>
                </a:lnTo>
                <a:lnTo>
                  <a:pt x="1350487" y="521186"/>
                </a:lnTo>
                <a:lnTo>
                  <a:pt x="1350155" y="517542"/>
                </a:lnTo>
                <a:close/>
              </a:path>
              <a:path w="4359909" h="1712595">
                <a:moveTo>
                  <a:pt x="1371402" y="552324"/>
                </a:moveTo>
                <a:lnTo>
                  <a:pt x="1373227" y="544374"/>
                </a:lnTo>
                <a:lnTo>
                  <a:pt x="1379037" y="544871"/>
                </a:lnTo>
                <a:lnTo>
                  <a:pt x="1371402" y="552324"/>
                </a:lnTo>
                <a:close/>
              </a:path>
              <a:path w="4359909" h="1712595">
                <a:moveTo>
                  <a:pt x="19441" y="562138"/>
                </a:moveTo>
                <a:lnTo>
                  <a:pt x="20834" y="558008"/>
                </a:lnTo>
                <a:lnTo>
                  <a:pt x="30708" y="559778"/>
                </a:lnTo>
                <a:lnTo>
                  <a:pt x="23682" y="565089"/>
                </a:lnTo>
                <a:lnTo>
                  <a:pt x="19441" y="562138"/>
                </a:lnTo>
                <a:close/>
              </a:path>
              <a:path w="4359909" h="1712595">
                <a:moveTo>
                  <a:pt x="199187" y="611124"/>
                </a:moveTo>
                <a:lnTo>
                  <a:pt x="203668" y="605824"/>
                </a:lnTo>
                <a:lnTo>
                  <a:pt x="204664" y="611786"/>
                </a:lnTo>
                <a:lnTo>
                  <a:pt x="211636" y="611786"/>
                </a:lnTo>
                <a:lnTo>
                  <a:pt x="211304" y="619240"/>
                </a:lnTo>
                <a:lnTo>
                  <a:pt x="206324" y="617252"/>
                </a:lnTo>
                <a:lnTo>
                  <a:pt x="199187" y="611124"/>
                </a:lnTo>
                <a:close/>
              </a:path>
              <a:path w="4359909" h="1712595">
                <a:moveTo>
                  <a:pt x="314715" y="519861"/>
                </a:moveTo>
                <a:lnTo>
                  <a:pt x="314715" y="519695"/>
                </a:lnTo>
                <a:lnTo>
                  <a:pt x="314881" y="519529"/>
                </a:lnTo>
                <a:lnTo>
                  <a:pt x="315047" y="519529"/>
                </a:lnTo>
                <a:lnTo>
                  <a:pt x="314715" y="519861"/>
                </a:lnTo>
                <a:close/>
              </a:path>
              <a:path w="4359909" h="1712595">
                <a:moveTo>
                  <a:pt x="397710" y="586942"/>
                </a:moveTo>
                <a:lnTo>
                  <a:pt x="399535" y="578991"/>
                </a:lnTo>
                <a:lnTo>
                  <a:pt x="405345" y="579323"/>
                </a:lnTo>
                <a:lnTo>
                  <a:pt x="397710" y="586942"/>
                </a:lnTo>
                <a:close/>
              </a:path>
              <a:path w="4359909" h="1712595">
                <a:moveTo>
                  <a:pt x="495150" y="589128"/>
                </a:moveTo>
                <a:lnTo>
                  <a:pt x="495617" y="596069"/>
                </a:lnTo>
                <a:lnTo>
                  <a:pt x="495477" y="594229"/>
                </a:lnTo>
                <a:lnTo>
                  <a:pt x="495150" y="589128"/>
                </a:lnTo>
                <a:close/>
              </a:path>
              <a:path w="4359909" h="1712595">
                <a:moveTo>
                  <a:pt x="113189" y="589372"/>
                </a:moveTo>
                <a:lnTo>
                  <a:pt x="115196" y="590420"/>
                </a:lnTo>
                <a:lnTo>
                  <a:pt x="116270" y="592493"/>
                </a:lnTo>
                <a:lnTo>
                  <a:pt x="114574" y="591103"/>
                </a:lnTo>
                <a:lnTo>
                  <a:pt x="113189" y="589372"/>
                </a:lnTo>
                <a:close/>
              </a:path>
              <a:path w="4359909" h="1712595">
                <a:moveTo>
                  <a:pt x="495322" y="581152"/>
                </a:moveTo>
                <a:lnTo>
                  <a:pt x="496100" y="578474"/>
                </a:lnTo>
                <a:lnTo>
                  <a:pt x="497563" y="578870"/>
                </a:lnTo>
                <a:lnTo>
                  <a:pt x="497469" y="584623"/>
                </a:lnTo>
                <a:lnTo>
                  <a:pt x="495322" y="581152"/>
                </a:lnTo>
                <a:close/>
              </a:path>
              <a:path w="4359909" h="1712595">
                <a:moveTo>
                  <a:pt x="3520439" y="1470872"/>
                </a:moveTo>
                <a:lnTo>
                  <a:pt x="3520462" y="1466283"/>
                </a:lnTo>
                <a:lnTo>
                  <a:pt x="3522633" y="1468682"/>
                </a:lnTo>
                <a:lnTo>
                  <a:pt x="3521894" y="1470942"/>
                </a:lnTo>
                <a:lnTo>
                  <a:pt x="3520439" y="1470872"/>
                </a:lnTo>
                <a:close/>
              </a:path>
              <a:path w="4359909" h="1712595">
                <a:moveTo>
                  <a:pt x="3241932" y="1378001"/>
                </a:moveTo>
                <a:lnTo>
                  <a:pt x="3242430" y="1375351"/>
                </a:lnTo>
                <a:lnTo>
                  <a:pt x="3247742" y="1377339"/>
                </a:lnTo>
                <a:lnTo>
                  <a:pt x="3247742" y="1374192"/>
                </a:lnTo>
                <a:lnTo>
                  <a:pt x="3251892" y="1374026"/>
                </a:lnTo>
                <a:lnTo>
                  <a:pt x="3248738" y="1381148"/>
                </a:lnTo>
                <a:lnTo>
                  <a:pt x="3248738" y="1383136"/>
                </a:lnTo>
                <a:lnTo>
                  <a:pt x="3247078" y="1381811"/>
                </a:lnTo>
                <a:lnTo>
                  <a:pt x="3245916" y="1378498"/>
                </a:lnTo>
                <a:lnTo>
                  <a:pt x="3241932" y="1378001"/>
                </a:lnTo>
                <a:close/>
              </a:path>
              <a:path w="4359909" h="1712595">
                <a:moveTo>
                  <a:pt x="3248738" y="1383136"/>
                </a:moveTo>
                <a:lnTo>
                  <a:pt x="3248738" y="1381148"/>
                </a:lnTo>
                <a:lnTo>
                  <a:pt x="3249568" y="1383799"/>
                </a:lnTo>
                <a:lnTo>
                  <a:pt x="3248738" y="1383136"/>
                </a:lnTo>
                <a:close/>
              </a:path>
              <a:path w="4359909" h="1712595">
                <a:moveTo>
                  <a:pt x="3093870" y="1393736"/>
                </a:moveTo>
                <a:lnTo>
                  <a:pt x="3094202" y="1389596"/>
                </a:lnTo>
                <a:lnTo>
                  <a:pt x="3098352" y="1389264"/>
                </a:lnTo>
                <a:lnTo>
                  <a:pt x="3100178" y="1391252"/>
                </a:lnTo>
                <a:lnTo>
                  <a:pt x="3100012" y="1395393"/>
                </a:lnTo>
                <a:lnTo>
                  <a:pt x="3095696" y="1395724"/>
                </a:lnTo>
                <a:lnTo>
                  <a:pt x="3093870" y="1393736"/>
                </a:lnTo>
                <a:close/>
              </a:path>
              <a:path w="4359909" h="1712595">
                <a:moveTo>
                  <a:pt x="2990674" y="1393423"/>
                </a:moveTo>
                <a:lnTo>
                  <a:pt x="2992285" y="1391583"/>
                </a:lnTo>
                <a:lnTo>
                  <a:pt x="2994549" y="1393936"/>
                </a:lnTo>
                <a:lnTo>
                  <a:pt x="2992721" y="1394378"/>
                </a:lnTo>
                <a:lnTo>
                  <a:pt x="2990674" y="1393423"/>
                </a:lnTo>
                <a:close/>
              </a:path>
              <a:path w="4359909" h="1712595">
                <a:moveTo>
                  <a:pt x="3321778" y="1384148"/>
                </a:moveTo>
                <a:lnTo>
                  <a:pt x="3326587" y="1383798"/>
                </a:lnTo>
                <a:lnTo>
                  <a:pt x="3324673" y="1387083"/>
                </a:lnTo>
                <a:lnTo>
                  <a:pt x="3322105" y="1386221"/>
                </a:lnTo>
                <a:lnTo>
                  <a:pt x="3321778" y="1384148"/>
                </a:lnTo>
                <a:close/>
              </a:path>
              <a:path w="4359909" h="1712595">
                <a:moveTo>
                  <a:pt x="3248136" y="1388726"/>
                </a:moveTo>
                <a:lnTo>
                  <a:pt x="3249233" y="1386894"/>
                </a:lnTo>
                <a:lnTo>
                  <a:pt x="3253552" y="1389596"/>
                </a:lnTo>
                <a:lnTo>
                  <a:pt x="3249747" y="1390993"/>
                </a:lnTo>
                <a:lnTo>
                  <a:pt x="3248136" y="1388726"/>
                </a:lnTo>
                <a:close/>
              </a:path>
              <a:path w="4359909" h="1712595">
                <a:moveTo>
                  <a:pt x="3086235" y="1467608"/>
                </a:moveTo>
                <a:lnTo>
                  <a:pt x="3086401" y="1464296"/>
                </a:lnTo>
                <a:lnTo>
                  <a:pt x="3090550" y="1463468"/>
                </a:lnTo>
                <a:lnTo>
                  <a:pt x="3090052" y="1467112"/>
                </a:lnTo>
                <a:lnTo>
                  <a:pt x="3090052" y="1470034"/>
                </a:lnTo>
                <a:lnTo>
                  <a:pt x="3087894" y="1469265"/>
                </a:lnTo>
                <a:lnTo>
                  <a:pt x="3086235" y="1467608"/>
                </a:lnTo>
                <a:close/>
              </a:path>
              <a:path w="4359909" h="1712595">
                <a:moveTo>
                  <a:pt x="3090052" y="1470034"/>
                </a:moveTo>
                <a:lnTo>
                  <a:pt x="3090052" y="1467112"/>
                </a:lnTo>
                <a:lnTo>
                  <a:pt x="3090218" y="1470093"/>
                </a:lnTo>
                <a:lnTo>
                  <a:pt x="3090052" y="1470034"/>
                </a:lnTo>
                <a:close/>
              </a:path>
              <a:path w="4359909" h="1712595">
                <a:moveTo>
                  <a:pt x="2444837" y="1480473"/>
                </a:moveTo>
                <a:lnTo>
                  <a:pt x="2446845" y="1481521"/>
                </a:lnTo>
                <a:lnTo>
                  <a:pt x="2447919" y="1483594"/>
                </a:lnTo>
                <a:lnTo>
                  <a:pt x="2446222" y="1482205"/>
                </a:lnTo>
                <a:lnTo>
                  <a:pt x="2444837" y="1480473"/>
                </a:lnTo>
                <a:close/>
              </a:path>
              <a:path w="4359909" h="1712595">
                <a:moveTo>
                  <a:pt x="3474317" y="1475393"/>
                </a:moveTo>
                <a:lnTo>
                  <a:pt x="3474483" y="1472080"/>
                </a:lnTo>
                <a:lnTo>
                  <a:pt x="3478467" y="1471087"/>
                </a:lnTo>
                <a:lnTo>
                  <a:pt x="3478135" y="1474731"/>
                </a:lnTo>
                <a:lnTo>
                  <a:pt x="3478135" y="1477818"/>
                </a:lnTo>
                <a:lnTo>
                  <a:pt x="3475977" y="1477049"/>
                </a:lnTo>
                <a:lnTo>
                  <a:pt x="3474317" y="1475393"/>
                </a:lnTo>
                <a:close/>
              </a:path>
              <a:path w="4359909" h="1712595">
                <a:moveTo>
                  <a:pt x="3478135" y="1477818"/>
                </a:moveTo>
                <a:lnTo>
                  <a:pt x="3478135" y="1474731"/>
                </a:lnTo>
                <a:lnTo>
                  <a:pt x="3478301" y="1477878"/>
                </a:lnTo>
                <a:lnTo>
                  <a:pt x="3478135" y="1477818"/>
                </a:lnTo>
                <a:close/>
              </a:path>
              <a:path w="4359909" h="1712595">
                <a:moveTo>
                  <a:pt x="3404934" y="1478706"/>
                </a:moveTo>
                <a:lnTo>
                  <a:pt x="3405266" y="1473902"/>
                </a:lnTo>
                <a:lnTo>
                  <a:pt x="3410411" y="1473406"/>
                </a:lnTo>
                <a:lnTo>
                  <a:pt x="3411574" y="1476553"/>
                </a:lnTo>
                <a:lnTo>
                  <a:pt x="3411076" y="1481521"/>
                </a:lnTo>
                <a:lnTo>
                  <a:pt x="3408254" y="1479865"/>
                </a:lnTo>
                <a:lnTo>
                  <a:pt x="3404934" y="1478706"/>
                </a:lnTo>
                <a:close/>
              </a:path>
              <a:path w="4359909" h="1712595">
                <a:moveTo>
                  <a:pt x="3172858" y="1482370"/>
                </a:moveTo>
                <a:lnTo>
                  <a:pt x="3172881" y="1477712"/>
                </a:lnTo>
                <a:lnTo>
                  <a:pt x="3175052" y="1480134"/>
                </a:lnTo>
                <a:lnTo>
                  <a:pt x="3174313" y="1482432"/>
                </a:lnTo>
                <a:lnTo>
                  <a:pt x="3172858" y="1482370"/>
                </a:lnTo>
                <a:close/>
              </a:path>
              <a:path w="4359909" h="1712595">
                <a:moveTo>
                  <a:pt x="3172715" y="1365579"/>
                </a:moveTo>
                <a:lnTo>
                  <a:pt x="3173047" y="1361935"/>
                </a:lnTo>
                <a:lnTo>
                  <a:pt x="3173047" y="1359013"/>
                </a:lnTo>
                <a:lnTo>
                  <a:pt x="3175205" y="1359782"/>
                </a:lnTo>
                <a:lnTo>
                  <a:pt x="3176865" y="1361438"/>
                </a:lnTo>
                <a:lnTo>
                  <a:pt x="3176699" y="1364751"/>
                </a:lnTo>
                <a:lnTo>
                  <a:pt x="3173047" y="1365510"/>
                </a:lnTo>
                <a:lnTo>
                  <a:pt x="3173047" y="1361935"/>
                </a:lnTo>
                <a:lnTo>
                  <a:pt x="3172881" y="1358954"/>
                </a:lnTo>
                <a:lnTo>
                  <a:pt x="3172881" y="1365544"/>
                </a:lnTo>
                <a:lnTo>
                  <a:pt x="3172715" y="1365579"/>
                </a:lnTo>
                <a:close/>
              </a:path>
              <a:path w="4359909" h="1712595">
                <a:moveTo>
                  <a:pt x="3027098" y="1656499"/>
                </a:moveTo>
                <a:lnTo>
                  <a:pt x="3028802" y="1657920"/>
                </a:lnTo>
                <a:lnTo>
                  <a:pt x="3030226" y="1659620"/>
                </a:lnTo>
                <a:lnTo>
                  <a:pt x="3028616" y="1658106"/>
                </a:lnTo>
                <a:lnTo>
                  <a:pt x="3027098" y="1656499"/>
                </a:lnTo>
                <a:close/>
              </a:path>
              <a:path w="4359909" h="1712595">
                <a:moveTo>
                  <a:pt x="2840244" y="1673854"/>
                </a:moveTo>
                <a:lnTo>
                  <a:pt x="2840711" y="1680795"/>
                </a:lnTo>
                <a:lnTo>
                  <a:pt x="2840571" y="1678955"/>
                </a:lnTo>
                <a:lnTo>
                  <a:pt x="2840244" y="1673854"/>
                </a:lnTo>
                <a:close/>
              </a:path>
              <a:path w="4359909" h="1712595">
                <a:moveTo>
                  <a:pt x="3426512" y="1382308"/>
                </a:moveTo>
                <a:lnTo>
                  <a:pt x="3428338" y="1374192"/>
                </a:lnTo>
                <a:lnTo>
                  <a:pt x="3434148" y="1374689"/>
                </a:lnTo>
                <a:lnTo>
                  <a:pt x="3426512" y="1382308"/>
                </a:lnTo>
                <a:close/>
              </a:path>
              <a:path w="4359909" h="1712595">
                <a:moveTo>
                  <a:pt x="2940662" y="1633241"/>
                </a:moveTo>
                <a:lnTo>
                  <a:pt x="2942488" y="1625290"/>
                </a:lnTo>
                <a:lnTo>
                  <a:pt x="2948132" y="1625787"/>
                </a:lnTo>
                <a:lnTo>
                  <a:pt x="2940662" y="1633241"/>
                </a:lnTo>
                <a:close/>
              </a:path>
              <a:path w="4359909" h="1712595">
                <a:moveTo>
                  <a:pt x="3278450" y="1629100"/>
                </a:moveTo>
                <a:lnTo>
                  <a:pt x="3279187" y="1624698"/>
                </a:lnTo>
                <a:lnTo>
                  <a:pt x="3282102" y="1624317"/>
                </a:lnTo>
                <a:lnTo>
                  <a:pt x="3284146" y="1626328"/>
                </a:lnTo>
                <a:lnTo>
                  <a:pt x="3282268" y="1629100"/>
                </a:lnTo>
                <a:lnTo>
                  <a:pt x="3278450" y="1629100"/>
                </a:lnTo>
                <a:close/>
              </a:path>
              <a:path w="4359909" h="1712595">
                <a:moveTo>
                  <a:pt x="3011540" y="1682765"/>
                </a:moveTo>
                <a:lnTo>
                  <a:pt x="3011540" y="1678955"/>
                </a:lnTo>
                <a:lnTo>
                  <a:pt x="3015357" y="1678955"/>
                </a:lnTo>
                <a:lnTo>
                  <a:pt x="3015357" y="1682765"/>
                </a:lnTo>
                <a:lnTo>
                  <a:pt x="3011540" y="1682765"/>
                </a:lnTo>
                <a:close/>
              </a:path>
              <a:path w="4359909" h="1712595">
                <a:moveTo>
                  <a:pt x="2146737" y="1363260"/>
                </a:moveTo>
                <a:lnTo>
                  <a:pt x="2147234" y="1358954"/>
                </a:lnTo>
                <a:lnTo>
                  <a:pt x="2150554" y="1359285"/>
                </a:lnTo>
                <a:lnTo>
                  <a:pt x="2151550" y="1362266"/>
                </a:lnTo>
                <a:lnTo>
                  <a:pt x="2151052" y="1366573"/>
                </a:lnTo>
                <a:lnTo>
                  <a:pt x="2147732" y="1366241"/>
                </a:lnTo>
                <a:lnTo>
                  <a:pt x="2146737" y="1363260"/>
                </a:lnTo>
                <a:close/>
              </a:path>
              <a:path w="4359909" h="1712595">
                <a:moveTo>
                  <a:pt x="3359287" y="1359285"/>
                </a:moveTo>
                <a:lnTo>
                  <a:pt x="3361113" y="1351334"/>
                </a:lnTo>
                <a:lnTo>
                  <a:pt x="3366922" y="1351666"/>
                </a:lnTo>
                <a:lnTo>
                  <a:pt x="3359287" y="1359285"/>
                </a:lnTo>
                <a:close/>
              </a:path>
              <a:path w="4359909" h="1712595">
                <a:moveTo>
                  <a:pt x="3251726" y="1629431"/>
                </a:moveTo>
                <a:lnTo>
                  <a:pt x="3253552" y="1621481"/>
                </a:lnTo>
                <a:lnTo>
                  <a:pt x="3259361" y="1621812"/>
                </a:lnTo>
                <a:lnTo>
                  <a:pt x="3251726" y="1629431"/>
                </a:lnTo>
                <a:close/>
              </a:path>
              <a:path w="4359909" h="1712595">
                <a:moveTo>
                  <a:pt x="3530753" y="1358291"/>
                </a:moveTo>
                <a:lnTo>
                  <a:pt x="3532081" y="1356966"/>
                </a:lnTo>
                <a:lnTo>
                  <a:pt x="3532911" y="1356304"/>
                </a:lnTo>
                <a:lnTo>
                  <a:pt x="3530753" y="1358291"/>
                </a:lnTo>
                <a:close/>
              </a:path>
              <a:path w="4359909" h="1712595">
                <a:moveTo>
                  <a:pt x="3389331" y="1366904"/>
                </a:moveTo>
                <a:lnTo>
                  <a:pt x="3389829" y="1360941"/>
                </a:lnTo>
                <a:lnTo>
                  <a:pt x="3394642" y="1360610"/>
                </a:lnTo>
                <a:lnTo>
                  <a:pt x="3395804" y="1363923"/>
                </a:lnTo>
                <a:lnTo>
                  <a:pt x="3399456" y="1364751"/>
                </a:lnTo>
                <a:lnTo>
                  <a:pt x="3398792" y="1371045"/>
                </a:lnTo>
                <a:lnTo>
                  <a:pt x="3389331" y="1366904"/>
                </a:lnTo>
                <a:close/>
              </a:path>
              <a:path w="4359909" h="1712595">
                <a:moveTo>
                  <a:pt x="2804219" y="1483840"/>
                </a:moveTo>
                <a:lnTo>
                  <a:pt x="2806045" y="1475890"/>
                </a:lnTo>
                <a:lnTo>
                  <a:pt x="2811855" y="1476221"/>
                </a:lnTo>
                <a:lnTo>
                  <a:pt x="2804219" y="1483840"/>
                </a:lnTo>
                <a:close/>
              </a:path>
              <a:path w="4359909" h="1712595">
                <a:moveTo>
                  <a:pt x="3252224" y="1490466"/>
                </a:moveTo>
                <a:lnTo>
                  <a:pt x="3254382" y="1488478"/>
                </a:lnTo>
                <a:lnTo>
                  <a:pt x="3253552" y="1489306"/>
                </a:lnTo>
                <a:lnTo>
                  <a:pt x="3252224" y="1490466"/>
                </a:lnTo>
                <a:close/>
              </a:path>
              <a:path w="4359909" h="1712595">
                <a:moveTo>
                  <a:pt x="3095032" y="1609886"/>
                </a:moveTo>
                <a:lnTo>
                  <a:pt x="3095364" y="1602930"/>
                </a:lnTo>
                <a:lnTo>
                  <a:pt x="3098020" y="1600445"/>
                </a:lnTo>
                <a:lnTo>
                  <a:pt x="3102170" y="1600114"/>
                </a:lnTo>
                <a:lnTo>
                  <a:pt x="3098850" y="1607236"/>
                </a:lnTo>
                <a:lnTo>
                  <a:pt x="3098850" y="1610014"/>
                </a:lnTo>
                <a:lnTo>
                  <a:pt x="3095032" y="1609886"/>
                </a:lnTo>
                <a:close/>
              </a:path>
              <a:path w="4359909" h="1712595">
                <a:moveTo>
                  <a:pt x="3098850" y="1610014"/>
                </a:moveTo>
                <a:lnTo>
                  <a:pt x="3098850" y="1607236"/>
                </a:lnTo>
                <a:lnTo>
                  <a:pt x="3100012" y="1610052"/>
                </a:lnTo>
                <a:lnTo>
                  <a:pt x="3098850" y="1610014"/>
                </a:lnTo>
                <a:close/>
              </a:path>
              <a:path w="4359909" h="1712595">
                <a:moveTo>
                  <a:pt x="2467998" y="1373149"/>
                </a:moveTo>
                <a:lnTo>
                  <a:pt x="2468091" y="1368560"/>
                </a:lnTo>
                <a:lnTo>
                  <a:pt x="2470239" y="1370959"/>
                </a:lnTo>
                <a:lnTo>
                  <a:pt x="2469461" y="1373219"/>
                </a:lnTo>
                <a:lnTo>
                  <a:pt x="2467998" y="1373149"/>
                </a:lnTo>
                <a:close/>
              </a:path>
              <a:path w="4359909" h="1712595">
                <a:moveTo>
                  <a:pt x="2667942" y="1606408"/>
                </a:moveTo>
                <a:lnTo>
                  <a:pt x="2669602" y="1598458"/>
                </a:lnTo>
                <a:lnTo>
                  <a:pt x="2675412" y="1598955"/>
                </a:lnTo>
                <a:lnTo>
                  <a:pt x="2670432" y="1603924"/>
                </a:lnTo>
                <a:lnTo>
                  <a:pt x="2670432" y="1603427"/>
                </a:lnTo>
                <a:lnTo>
                  <a:pt x="2669602" y="1604255"/>
                </a:lnTo>
                <a:lnTo>
                  <a:pt x="2668440" y="1605580"/>
                </a:lnTo>
                <a:lnTo>
                  <a:pt x="2668440" y="1605911"/>
                </a:lnTo>
                <a:lnTo>
                  <a:pt x="2667942" y="1606408"/>
                </a:lnTo>
                <a:close/>
              </a:path>
              <a:path w="4359909" h="1712595">
                <a:moveTo>
                  <a:pt x="2668440" y="1605580"/>
                </a:moveTo>
                <a:lnTo>
                  <a:pt x="2669602" y="1604255"/>
                </a:lnTo>
                <a:lnTo>
                  <a:pt x="2670432" y="1603427"/>
                </a:lnTo>
                <a:lnTo>
                  <a:pt x="2668440" y="1605580"/>
                </a:lnTo>
                <a:close/>
              </a:path>
              <a:path w="4359909" h="1712595">
                <a:moveTo>
                  <a:pt x="2668440" y="1605911"/>
                </a:moveTo>
                <a:lnTo>
                  <a:pt x="2668440" y="1605580"/>
                </a:lnTo>
                <a:lnTo>
                  <a:pt x="2670432" y="1603427"/>
                </a:lnTo>
                <a:lnTo>
                  <a:pt x="2670432" y="1603924"/>
                </a:lnTo>
                <a:lnTo>
                  <a:pt x="2668440" y="1605911"/>
                </a:lnTo>
                <a:close/>
              </a:path>
              <a:path w="4359909" h="1712595">
                <a:moveTo>
                  <a:pt x="2785463" y="1599618"/>
                </a:moveTo>
                <a:lnTo>
                  <a:pt x="2786790" y="1602267"/>
                </a:lnTo>
                <a:lnTo>
                  <a:pt x="2785628" y="1600114"/>
                </a:lnTo>
                <a:lnTo>
                  <a:pt x="2785463" y="1599618"/>
                </a:lnTo>
                <a:close/>
              </a:path>
              <a:path w="4359909" h="1712595">
                <a:moveTo>
                  <a:pt x="2785130" y="1598955"/>
                </a:moveTo>
                <a:lnTo>
                  <a:pt x="2785297" y="1599120"/>
                </a:lnTo>
                <a:lnTo>
                  <a:pt x="2785463" y="1599618"/>
                </a:lnTo>
                <a:lnTo>
                  <a:pt x="2785130" y="1598955"/>
                </a:lnTo>
                <a:close/>
              </a:path>
              <a:path w="4359909" h="1712595">
                <a:moveTo>
                  <a:pt x="3376298" y="1545732"/>
                </a:moveTo>
                <a:lnTo>
                  <a:pt x="3378376" y="1546781"/>
                </a:lnTo>
                <a:lnTo>
                  <a:pt x="3379426" y="1548854"/>
                </a:lnTo>
                <a:lnTo>
                  <a:pt x="3377691" y="1547464"/>
                </a:lnTo>
                <a:lnTo>
                  <a:pt x="3376298" y="1545732"/>
                </a:lnTo>
                <a:close/>
              </a:path>
              <a:path w="4359909" h="1712595">
                <a:moveTo>
                  <a:pt x="3107647" y="1541315"/>
                </a:moveTo>
                <a:lnTo>
                  <a:pt x="3109473" y="1533364"/>
                </a:lnTo>
                <a:lnTo>
                  <a:pt x="3115283" y="1533696"/>
                </a:lnTo>
                <a:lnTo>
                  <a:pt x="3107647" y="1541315"/>
                </a:lnTo>
                <a:close/>
              </a:path>
              <a:path w="4359909" h="1712595">
                <a:moveTo>
                  <a:pt x="3109388" y="1539935"/>
                </a:moveTo>
                <a:lnTo>
                  <a:pt x="3111465" y="1540984"/>
                </a:lnTo>
                <a:lnTo>
                  <a:pt x="3112516" y="1543056"/>
                </a:lnTo>
                <a:lnTo>
                  <a:pt x="3110780" y="1541667"/>
                </a:lnTo>
                <a:lnTo>
                  <a:pt x="3109388" y="1539935"/>
                </a:lnTo>
                <a:close/>
              </a:path>
              <a:path w="4359909" h="1712595">
                <a:moveTo>
                  <a:pt x="3130554" y="1547560"/>
                </a:moveTo>
                <a:lnTo>
                  <a:pt x="3130554" y="1542971"/>
                </a:lnTo>
                <a:lnTo>
                  <a:pt x="3132795" y="1545370"/>
                </a:lnTo>
                <a:lnTo>
                  <a:pt x="3132048" y="1547629"/>
                </a:lnTo>
                <a:lnTo>
                  <a:pt x="3130554" y="1547560"/>
                </a:lnTo>
                <a:close/>
              </a:path>
              <a:path w="4359909" h="1712595">
                <a:moveTo>
                  <a:pt x="3330405" y="1581232"/>
                </a:moveTo>
                <a:lnTo>
                  <a:pt x="3330405" y="1577423"/>
                </a:lnTo>
                <a:lnTo>
                  <a:pt x="3336214" y="1577423"/>
                </a:lnTo>
                <a:lnTo>
                  <a:pt x="3335550" y="1580073"/>
                </a:lnTo>
                <a:lnTo>
                  <a:pt x="3332894" y="1580404"/>
                </a:lnTo>
                <a:lnTo>
                  <a:pt x="3332396" y="1583220"/>
                </a:lnTo>
                <a:lnTo>
                  <a:pt x="3330737" y="1583551"/>
                </a:lnTo>
                <a:lnTo>
                  <a:pt x="3330405" y="1581232"/>
                </a:lnTo>
                <a:close/>
              </a:path>
              <a:path w="4359909" h="1712595">
                <a:moveTo>
                  <a:pt x="2181169" y="1374813"/>
                </a:moveTo>
                <a:lnTo>
                  <a:pt x="2181262" y="1372080"/>
                </a:lnTo>
                <a:lnTo>
                  <a:pt x="2183597" y="1372391"/>
                </a:lnTo>
                <a:lnTo>
                  <a:pt x="2185744" y="1378167"/>
                </a:lnTo>
                <a:lnTo>
                  <a:pt x="2181169" y="1374813"/>
                </a:lnTo>
                <a:close/>
              </a:path>
              <a:path w="4359909" h="1712595">
                <a:moveTo>
                  <a:pt x="3387837" y="1529058"/>
                </a:moveTo>
                <a:lnTo>
                  <a:pt x="3388003" y="1525745"/>
                </a:lnTo>
                <a:lnTo>
                  <a:pt x="3392152" y="1524752"/>
                </a:lnTo>
                <a:lnTo>
                  <a:pt x="3391655" y="1528395"/>
                </a:lnTo>
                <a:lnTo>
                  <a:pt x="3391655" y="1531483"/>
                </a:lnTo>
                <a:lnTo>
                  <a:pt x="3389497" y="1530714"/>
                </a:lnTo>
                <a:lnTo>
                  <a:pt x="3387837" y="1529058"/>
                </a:lnTo>
                <a:close/>
              </a:path>
              <a:path w="4359909" h="1712595">
                <a:moveTo>
                  <a:pt x="3391655" y="1531483"/>
                </a:moveTo>
                <a:lnTo>
                  <a:pt x="3391655" y="1528395"/>
                </a:lnTo>
                <a:lnTo>
                  <a:pt x="3391820" y="1531542"/>
                </a:lnTo>
                <a:lnTo>
                  <a:pt x="3391655" y="1531483"/>
                </a:lnTo>
                <a:close/>
              </a:path>
              <a:path w="4359909" h="1712595">
                <a:moveTo>
                  <a:pt x="3482119" y="1531542"/>
                </a:moveTo>
                <a:lnTo>
                  <a:pt x="3483779" y="1528727"/>
                </a:lnTo>
                <a:lnTo>
                  <a:pt x="3484941" y="1525414"/>
                </a:lnTo>
                <a:lnTo>
                  <a:pt x="3489754" y="1525745"/>
                </a:lnTo>
                <a:lnTo>
                  <a:pt x="3489754" y="1533364"/>
                </a:lnTo>
                <a:lnTo>
                  <a:pt x="3485770" y="1534193"/>
                </a:lnTo>
                <a:lnTo>
                  <a:pt x="3484775" y="1532205"/>
                </a:lnTo>
                <a:lnTo>
                  <a:pt x="3482119" y="1531542"/>
                </a:lnTo>
                <a:close/>
              </a:path>
              <a:path w="4359909" h="1712595">
                <a:moveTo>
                  <a:pt x="3479038" y="1525582"/>
                </a:moveTo>
                <a:lnTo>
                  <a:pt x="3479380" y="1522453"/>
                </a:lnTo>
                <a:lnTo>
                  <a:pt x="3481092" y="1520970"/>
                </a:lnTo>
                <a:lnTo>
                  <a:pt x="3482119" y="1525745"/>
                </a:lnTo>
                <a:lnTo>
                  <a:pt x="3479038" y="1525582"/>
                </a:lnTo>
                <a:close/>
              </a:path>
              <a:path w="4359909" h="1712595">
                <a:moveTo>
                  <a:pt x="3098142" y="1530026"/>
                </a:moveTo>
                <a:lnTo>
                  <a:pt x="3099846" y="1531377"/>
                </a:lnTo>
                <a:lnTo>
                  <a:pt x="3101270" y="1533100"/>
                </a:lnTo>
                <a:lnTo>
                  <a:pt x="3099659" y="1531625"/>
                </a:lnTo>
                <a:lnTo>
                  <a:pt x="3098142" y="1530026"/>
                </a:lnTo>
                <a:close/>
              </a:path>
              <a:path w="4359909" h="1712595">
                <a:moveTo>
                  <a:pt x="3374226" y="1524752"/>
                </a:moveTo>
                <a:lnTo>
                  <a:pt x="3374558" y="1519948"/>
                </a:lnTo>
                <a:lnTo>
                  <a:pt x="3378708" y="1520279"/>
                </a:lnTo>
                <a:lnTo>
                  <a:pt x="3378708" y="1524752"/>
                </a:lnTo>
                <a:lnTo>
                  <a:pt x="3378375" y="1529555"/>
                </a:lnTo>
                <a:lnTo>
                  <a:pt x="3375554" y="1527899"/>
                </a:lnTo>
                <a:lnTo>
                  <a:pt x="3374226" y="1524752"/>
                </a:lnTo>
                <a:close/>
              </a:path>
              <a:path w="4359909" h="1712595">
                <a:moveTo>
                  <a:pt x="3030794" y="1533696"/>
                </a:moveTo>
                <a:lnTo>
                  <a:pt x="3032620" y="1525745"/>
                </a:lnTo>
                <a:lnTo>
                  <a:pt x="3038430" y="1526077"/>
                </a:lnTo>
                <a:lnTo>
                  <a:pt x="3030794" y="1533696"/>
                </a:lnTo>
                <a:close/>
              </a:path>
              <a:path w="4359909" h="1712595">
                <a:moveTo>
                  <a:pt x="3115283" y="1564338"/>
                </a:moveTo>
                <a:lnTo>
                  <a:pt x="3117275" y="1556387"/>
                </a:lnTo>
                <a:lnTo>
                  <a:pt x="3122918" y="1556719"/>
                </a:lnTo>
                <a:lnTo>
                  <a:pt x="3115283" y="1564338"/>
                </a:lnTo>
                <a:close/>
              </a:path>
              <a:path w="4359909" h="1712595">
                <a:moveTo>
                  <a:pt x="2361194" y="1556553"/>
                </a:moveTo>
                <a:lnTo>
                  <a:pt x="2361526" y="1555228"/>
                </a:lnTo>
                <a:lnTo>
                  <a:pt x="2362356" y="1554400"/>
                </a:lnTo>
                <a:lnTo>
                  <a:pt x="2365842" y="1554565"/>
                </a:lnTo>
                <a:lnTo>
                  <a:pt x="2366506" y="1558044"/>
                </a:lnTo>
                <a:lnTo>
                  <a:pt x="2365842" y="1560859"/>
                </a:lnTo>
                <a:lnTo>
                  <a:pt x="2361360" y="1557878"/>
                </a:lnTo>
                <a:lnTo>
                  <a:pt x="2361194" y="1556553"/>
                </a:lnTo>
                <a:close/>
              </a:path>
              <a:path w="4359909" h="1712595">
                <a:moveTo>
                  <a:pt x="3315798" y="1563178"/>
                </a:moveTo>
                <a:lnTo>
                  <a:pt x="3322105" y="1556056"/>
                </a:lnTo>
                <a:lnTo>
                  <a:pt x="3322770" y="1552578"/>
                </a:lnTo>
                <a:lnTo>
                  <a:pt x="3325425" y="1554896"/>
                </a:lnTo>
                <a:lnTo>
                  <a:pt x="3326421" y="1559037"/>
                </a:lnTo>
                <a:lnTo>
                  <a:pt x="3326587" y="1564006"/>
                </a:lnTo>
                <a:lnTo>
                  <a:pt x="3325425" y="1563938"/>
                </a:lnTo>
                <a:lnTo>
                  <a:pt x="3321109" y="1563841"/>
                </a:lnTo>
                <a:lnTo>
                  <a:pt x="3320777" y="1565994"/>
                </a:lnTo>
                <a:lnTo>
                  <a:pt x="3315798" y="1563178"/>
                </a:lnTo>
                <a:close/>
              </a:path>
              <a:path w="4359909" h="1712595">
                <a:moveTo>
                  <a:pt x="3489754" y="1562019"/>
                </a:moveTo>
                <a:lnTo>
                  <a:pt x="3490476" y="1557986"/>
                </a:lnTo>
                <a:lnTo>
                  <a:pt x="3490877" y="1557586"/>
                </a:lnTo>
                <a:lnTo>
                  <a:pt x="3497224" y="1562019"/>
                </a:lnTo>
                <a:lnTo>
                  <a:pt x="3495564" y="1565828"/>
                </a:lnTo>
                <a:lnTo>
                  <a:pt x="3493074" y="1565166"/>
                </a:lnTo>
                <a:lnTo>
                  <a:pt x="3492576" y="1562516"/>
                </a:lnTo>
                <a:lnTo>
                  <a:pt x="3489754" y="1562019"/>
                </a:lnTo>
                <a:close/>
              </a:path>
              <a:path w="4359909" h="1712595">
                <a:moveTo>
                  <a:pt x="3486102" y="1562350"/>
                </a:moveTo>
                <a:lnTo>
                  <a:pt x="3487928" y="1554400"/>
                </a:lnTo>
                <a:lnTo>
                  <a:pt x="3493572" y="1554897"/>
                </a:lnTo>
                <a:lnTo>
                  <a:pt x="3490877" y="1557586"/>
                </a:lnTo>
                <a:lnTo>
                  <a:pt x="3490584" y="1557381"/>
                </a:lnTo>
                <a:lnTo>
                  <a:pt x="3490476" y="1557986"/>
                </a:lnTo>
                <a:lnTo>
                  <a:pt x="3486102" y="1562350"/>
                </a:lnTo>
                <a:close/>
              </a:path>
              <a:path w="4359909" h="1712595">
                <a:moveTo>
                  <a:pt x="3490476" y="1557986"/>
                </a:moveTo>
                <a:lnTo>
                  <a:pt x="3490584" y="1557381"/>
                </a:lnTo>
                <a:lnTo>
                  <a:pt x="3490877" y="1557586"/>
                </a:lnTo>
                <a:lnTo>
                  <a:pt x="3490476" y="1557986"/>
                </a:lnTo>
                <a:close/>
              </a:path>
              <a:path w="4359909" h="1712595">
                <a:moveTo>
                  <a:pt x="3432133" y="1549451"/>
                </a:moveTo>
                <a:lnTo>
                  <a:pt x="3432156" y="1544793"/>
                </a:lnTo>
                <a:lnTo>
                  <a:pt x="3434327" y="1547215"/>
                </a:lnTo>
                <a:lnTo>
                  <a:pt x="3433588" y="1549514"/>
                </a:lnTo>
                <a:lnTo>
                  <a:pt x="3432133" y="1549451"/>
                </a:lnTo>
                <a:close/>
              </a:path>
              <a:path w="4359909" h="1712595">
                <a:moveTo>
                  <a:pt x="2548884" y="1265607"/>
                </a:moveTo>
                <a:lnTo>
                  <a:pt x="2550588" y="1267028"/>
                </a:lnTo>
                <a:lnTo>
                  <a:pt x="2552012" y="1268728"/>
                </a:lnTo>
                <a:lnTo>
                  <a:pt x="2550401" y="1267214"/>
                </a:lnTo>
                <a:lnTo>
                  <a:pt x="2548884" y="1265607"/>
                </a:lnTo>
                <a:close/>
              </a:path>
              <a:path w="4359909" h="1712595">
                <a:moveTo>
                  <a:pt x="2091628" y="1271003"/>
                </a:moveTo>
                <a:lnTo>
                  <a:pt x="2093454" y="1263052"/>
                </a:lnTo>
                <a:lnTo>
                  <a:pt x="2099264" y="1263549"/>
                </a:lnTo>
                <a:lnTo>
                  <a:pt x="2091628" y="1271003"/>
                </a:lnTo>
                <a:close/>
              </a:path>
              <a:path w="4359909" h="1712595">
                <a:moveTo>
                  <a:pt x="2606360" y="1280444"/>
                </a:moveTo>
                <a:lnTo>
                  <a:pt x="2608186" y="1281272"/>
                </a:lnTo>
                <a:lnTo>
                  <a:pt x="2609182" y="1281769"/>
                </a:lnTo>
                <a:lnTo>
                  <a:pt x="2609348" y="1281935"/>
                </a:lnTo>
                <a:lnTo>
                  <a:pt x="2609016" y="1281769"/>
                </a:lnTo>
                <a:lnTo>
                  <a:pt x="2607522" y="1281106"/>
                </a:lnTo>
                <a:lnTo>
                  <a:pt x="2606360" y="1280444"/>
                </a:lnTo>
                <a:close/>
              </a:path>
              <a:path w="4359909" h="1712595">
                <a:moveTo>
                  <a:pt x="3416387" y="1618168"/>
                </a:moveTo>
                <a:lnTo>
                  <a:pt x="3416885" y="1613862"/>
                </a:lnTo>
                <a:lnTo>
                  <a:pt x="3420205" y="1614359"/>
                </a:lnTo>
                <a:lnTo>
                  <a:pt x="3421201" y="1617174"/>
                </a:lnTo>
                <a:lnTo>
                  <a:pt x="3420703" y="1621481"/>
                </a:lnTo>
                <a:lnTo>
                  <a:pt x="3417383" y="1621149"/>
                </a:lnTo>
                <a:lnTo>
                  <a:pt x="3416387" y="1618168"/>
                </a:lnTo>
                <a:close/>
              </a:path>
              <a:path w="4359909" h="1712595">
                <a:moveTo>
                  <a:pt x="2182590" y="1291210"/>
                </a:moveTo>
                <a:lnTo>
                  <a:pt x="2183752" y="1289885"/>
                </a:lnTo>
                <a:lnTo>
                  <a:pt x="2184582" y="1289222"/>
                </a:lnTo>
                <a:lnTo>
                  <a:pt x="2182590" y="1291210"/>
                </a:lnTo>
                <a:close/>
              </a:path>
              <a:path w="4359909" h="1712595">
                <a:moveTo>
                  <a:pt x="2590591" y="1273653"/>
                </a:moveTo>
                <a:lnTo>
                  <a:pt x="2590923" y="1268850"/>
                </a:lnTo>
                <a:lnTo>
                  <a:pt x="2593081" y="1271997"/>
                </a:lnTo>
                <a:lnTo>
                  <a:pt x="2598393" y="1274978"/>
                </a:lnTo>
                <a:lnTo>
                  <a:pt x="2594741" y="1278456"/>
                </a:lnTo>
                <a:lnTo>
                  <a:pt x="2591919" y="1276800"/>
                </a:lnTo>
                <a:lnTo>
                  <a:pt x="2590591" y="1273653"/>
                </a:lnTo>
                <a:close/>
              </a:path>
              <a:path w="4359909" h="1712595">
                <a:moveTo>
                  <a:pt x="3511333" y="1335765"/>
                </a:moveTo>
                <a:lnTo>
                  <a:pt x="3514818" y="1332121"/>
                </a:lnTo>
                <a:lnTo>
                  <a:pt x="3518968" y="1333778"/>
                </a:lnTo>
                <a:lnTo>
                  <a:pt x="3521624" y="1336759"/>
                </a:lnTo>
                <a:lnTo>
                  <a:pt x="3520628" y="1343550"/>
                </a:lnTo>
                <a:lnTo>
                  <a:pt x="3514320" y="1343881"/>
                </a:lnTo>
                <a:lnTo>
                  <a:pt x="3511333" y="1335765"/>
                </a:lnTo>
                <a:close/>
              </a:path>
              <a:path w="4359909" h="1712595">
                <a:moveTo>
                  <a:pt x="380447" y="1301810"/>
                </a:moveTo>
                <a:lnTo>
                  <a:pt x="382273" y="1293860"/>
                </a:lnTo>
                <a:lnTo>
                  <a:pt x="387916" y="1294191"/>
                </a:lnTo>
                <a:lnTo>
                  <a:pt x="380447" y="1301810"/>
                </a:lnTo>
                <a:close/>
              </a:path>
              <a:path w="4359909" h="1712595">
                <a:moveTo>
                  <a:pt x="2790774" y="1274978"/>
                </a:moveTo>
                <a:lnTo>
                  <a:pt x="2792600" y="1267028"/>
                </a:lnTo>
                <a:lnTo>
                  <a:pt x="2798410" y="1267359"/>
                </a:lnTo>
                <a:lnTo>
                  <a:pt x="2790774" y="1274978"/>
                </a:lnTo>
                <a:close/>
              </a:path>
              <a:path w="4359909" h="1712595">
                <a:moveTo>
                  <a:pt x="2270232" y="1271003"/>
                </a:moveTo>
                <a:lnTo>
                  <a:pt x="2272058" y="1263052"/>
                </a:lnTo>
                <a:lnTo>
                  <a:pt x="2277868" y="1263549"/>
                </a:lnTo>
                <a:lnTo>
                  <a:pt x="2270232" y="1271003"/>
                </a:lnTo>
                <a:close/>
              </a:path>
              <a:path w="4359909" h="1712595">
                <a:moveTo>
                  <a:pt x="3249734" y="1253612"/>
                </a:moveTo>
                <a:lnTo>
                  <a:pt x="3253054" y="1253943"/>
                </a:lnTo>
                <a:lnTo>
                  <a:pt x="3254050" y="1256924"/>
                </a:lnTo>
                <a:lnTo>
                  <a:pt x="3253552" y="1261231"/>
                </a:lnTo>
                <a:lnTo>
                  <a:pt x="3250896" y="1259906"/>
                </a:lnTo>
                <a:lnTo>
                  <a:pt x="3250066" y="1257090"/>
                </a:lnTo>
                <a:lnTo>
                  <a:pt x="3249734" y="1253612"/>
                </a:lnTo>
                <a:close/>
              </a:path>
              <a:path w="4359909" h="1712595">
                <a:moveTo>
                  <a:pt x="2398210" y="1179531"/>
                </a:moveTo>
                <a:lnTo>
                  <a:pt x="2398210" y="1173777"/>
                </a:lnTo>
                <a:lnTo>
                  <a:pt x="2402526" y="1173280"/>
                </a:lnTo>
                <a:lnTo>
                  <a:pt x="2400866" y="1178746"/>
                </a:lnTo>
                <a:lnTo>
                  <a:pt x="2398210" y="1179531"/>
                </a:lnTo>
                <a:close/>
              </a:path>
              <a:path w="4359909" h="1712595">
                <a:moveTo>
                  <a:pt x="2390575" y="1168808"/>
                </a:moveTo>
                <a:lnTo>
                  <a:pt x="2398874" y="1169139"/>
                </a:lnTo>
                <a:lnTo>
                  <a:pt x="2398210" y="1173777"/>
                </a:lnTo>
                <a:lnTo>
                  <a:pt x="2398210" y="1179531"/>
                </a:lnTo>
                <a:lnTo>
                  <a:pt x="2396384" y="1180071"/>
                </a:lnTo>
                <a:lnTo>
                  <a:pt x="2390575" y="1168808"/>
                </a:lnTo>
                <a:close/>
              </a:path>
              <a:path w="4359909" h="1712595">
                <a:moveTo>
                  <a:pt x="2013165" y="1174884"/>
                </a:moveTo>
                <a:lnTo>
                  <a:pt x="2014775" y="1173114"/>
                </a:lnTo>
                <a:lnTo>
                  <a:pt x="2017040" y="1175443"/>
                </a:lnTo>
                <a:lnTo>
                  <a:pt x="2015211" y="1175847"/>
                </a:lnTo>
                <a:lnTo>
                  <a:pt x="2013165" y="1174884"/>
                </a:lnTo>
                <a:close/>
              </a:path>
              <a:path w="4359909" h="1712595">
                <a:moveTo>
                  <a:pt x="3153626" y="1282506"/>
                </a:moveTo>
                <a:lnTo>
                  <a:pt x="3153626" y="1279781"/>
                </a:lnTo>
                <a:lnTo>
                  <a:pt x="3157610" y="1280278"/>
                </a:lnTo>
                <a:lnTo>
                  <a:pt x="3154788" y="1285910"/>
                </a:lnTo>
                <a:lnTo>
                  <a:pt x="3154456" y="1285380"/>
                </a:lnTo>
                <a:lnTo>
                  <a:pt x="3154456" y="1282763"/>
                </a:lnTo>
                <a:lnTo>
                  <a:pt x="3153626" y="1282506"/>
                </a:lnTo>
                <a:close/>
              </a:path>
              <a:path w="4359909" h="1712595">
                <a:moveTo>
                  <a:pt x="3149809" y="1277959"/>
                </a:moveTo>
                <a:lnTo>
                  <a:pt x="3151800" y="1272659"/>
                </a:lnTo>
                <a:lnTo>
                  <a:pt x="3155784" y="1273156"/>
                </a:lnTo>
                <a:lnTo>
                  <a:pt x="3153626" y="1279781"/>
                </a:lnTo>
                <a:lnTo>
                  <a:pt x="3153626" y="1282506"/>
                </a:lnTo>
                <a:lnTo>
                  <a:pt x="3152423" y="1282133"/>
                </a:lnTo>
                <a:lnTo>
                  <a:pt x="3149809" y="1277959"/>
                </a:lnTo>
                <a:close/>
              </a:path>
              <a:path w="4359909" h="1712595">
                <a:moveTo>
                  <a:pt x="3152423" y="1282133"/>
                </a:moveTo>
                <a:lnTo>
                  <a:pt x="3154456" y="1282763"/>
                </a:lnTo>
                <a:lnTo>
                  <a:pt x="3154199" y="1284970"/>
                </a:lnTo>
                <a:lnTo>
                  <a:pt x="3152423" y="1282133"/>
                </a:lnTo>
                <a:close/>
              </a:path>
              <a:path w="4359909" h="1712595">
                <a:moveTo>
                  <a:pt x="3154199" y="1284970"/>
                </a:moveTo>
                <a:lnTo>
                  <a:pt x="3154456" y="1282763"/>
                </a:lnTo>
                <a:lnTo>
                  <a:pt x="3154456" y="1285380"/>
                </a:lnTo>
                <a:lnTo>
                  <a:pt x="3154199" y="1284970"/>
                </a:lnTo>
                <a:close/>
              </a:path>
              <a:path w="4359909" h="1712595">
                <a:moveTo>
                  <a:pt x="3145991" y="1278456"/>
                </a:moveTo>
                <a:lnTo>
                  <a:pt x="3149642" y="1281272"/>
                </a:lnTo>
                <a:lnTo>
                  <a:pt x="3152423" y="1282133"/>
                </a:lnTo>
                <a:lnTo>
                  <a:pt x="3154199" y="1284970"/>
                </a:lnTo>
                <a:lnTo>
                  <a:pt x="3153626" y="1289885"/>
                </a:lnTo>
                <a:lnTo>
                  <a:pt x="3147319" y="1289885"/>
                </a:lnTo>
                <a:lnTo>
                  <a:pt x="3146323" y="1284419"/>
                </a:lnTo>
                <a:lnTo>
                  <a:pt x="3145991" y="1278456"/>
                </a:lnTo>
                <a:close/>
              </a:path>
              <a:path w="4359909" h="1712595">
                <a:moveTo>
                  <a:pt x="3322105" y="1262556"/>
                </a:moveTo>
                <a:lnTo>
                  <a:pt x="3322105" y="1257918"/>
                </a:lnTo>
                <a:lnTo>
                  <a:pt x="3324595" y="1255433"/>
                </a:lnTo>
                <a:lnTo>
                  <a:pt x="3329077" y="1255930"/>
                </a:lnTo>
                <a:lnTo>
                  <a:pt x="3329077" y="1260568"/>
                </a:lnTo>
                <a:lnTo>
                  <a:pt x="3326587" y="1263052"/>
                </a:lnTo>
                <a:lnTo>
                  <a:pt x="3322105" y="1262556"/>
                </a:lnTo>
                <a:close/>
              </a:path>
              <a:path w="4359909" h="1712595">
                <a:moveTo>
                  <a:pt x="3176865" y="1288394"/>
                </a:moveTo>
                <a:lnTo>
                  <a:pt x="3178690" y="1280444"/>
                </a:lnTo>
                <a:lnTo>
                  <a:pt x="3184334" y="1280775"/>
                </a:lnTo>
                <a:lnTo>
                  <a:pt x="3176865" y="1288394"/>
                </a:lnTo>
                <a:close/>
              </a:path>
              <a:path w="4359909" h="1712595">
                <a:moveTo>
                  <a:pt x="3604748" y="1277020"/>
                </a:moveTo>
                <a:lnTo>
                  <a:pt x="3606445" y="1275785"/>
                </a:lnTo>
                <a:lnTo>
                  <a:pt x="3608390" y="1276880"/>
                </a:lnTo>
                <a:lnTo>
                  <a:pt x="3606942" y="1280444"/>
                </a:lnTo>
                <a:lnTo>
                  <a:pt x="3604748" y="1277020"/>
                </a:lnTo>
                <a:close/>
              </a:path>
              <a:path w="4359909" h="1712595">
                <a:moveTo>
                  <a:pt x="3537639" y="1263992"/>
                </a:moveTo>
                <a:lnTo>
                  <a:pt x="3539717" y="1265040"/>
                </a:lnTo>
                <a:lnTo>
                  <a:pt x="3540767" y="1267113"/>
                </a:lnTo>
                <a:lnTo>
                  <a:pt x="3539032" y="1265723"/>
                </a:lnTo>
                <a:lnTo>
                  <a:pt x="3537639" y="1263992"/>
                </a:lnTo>
                <a:close/>
              </a:path>
              <a:path w="4359909" h="1712595">
                <a:moveTo>
                  <a:pt x="3132546" y="1267028"/>
                </a:moveTo>
                <a:lnTo>
                  <a:pt x="3132546" y="1263218"/>
                </a:lnTo>
                <a:lnTo>
                  <a:pt x="3134206" y="1263549"/>
                </a:lnTo>
                <a:lnTo>
                  <a:pt x="3134538" y="1261231"/>
                </a:lnTo>
                <a:lnTo>
                  <a:pt x="3138189" y="1260402"/>
                </a:lnTo>
                <a:lnTo>
                  <a:pt x="3137359" y="1270009"/>
                </a:lnTo>
                <a:lnTo>
                  <a:pt x="3132546" y="1267028"/>
                </a:lnTo>
                <a:close/>
              </a:path>
              <a:path w="4359909" h="1712595">
                <a:moveTo>
                  <a:pt x="2614660" y="1287400"/>
                </a:moveTo>
                <a:lnTo>
                  <a:pt x="2616651" y="1285247"/>
                </a:lnTo>
                <a:lnTo>
                  <a:pt x="2615988" y="1286075"/>
                </a:lnTo>
                <a:lnTo>
                  <a:pt x="2614660" y="1287400"/>
                </a:lnTo>
                <a:close/>
              </a:path>
              <a:path w="4359909" h="1712595">
                <a:moveTo>
                  <a:pt x="3439791" y="1522619"/>
                </a:moveTo>
                <a:lnTo>
                  <a:pt x="3439791" y="1517961"/>
                </a:lnTo>
                <a:lnTo>
                  <a:pt x="3442032" y="1520383"/>
                </a:lnTo>
                <a:lnTo>
                  <a:pt x="3441285" y="1522681"/>
                </a:lnTo>
                <a:lnTo>
                  <a:pt x="3439791" y="1522619"/>
                </a:lnTo>
                <a:close/>
              </a:path>
              <a:path w="4359909" h="1712595">
                <a:moveTo>
                  <a:pt x="2569843" y="1522101"/>
                </a:moveTo>
                <a:lnTo>
                  <a:pt x="2571669" y="1514151"/>
                </a:lnTo>
                <a:lnTo>
                  <a:pt x="2577478" y="1514648"/>
                </a:lnTo>
                <a:lnTo>
                  <a:pt x="2569843" y="1522101"/>
                </a:lnTo>
                <a:close/>
              </a:path>
              <a:path w="4359909" h="1712595">
                <a:moveTo>
                  <a:pt x="3359121" y="1517961"/>
                </a:moveTo>
                <a:lnTo>
                  <a:pt x="3359785" y="1513489"/>
                </a:lnTo>
                <a:lnTo>
                  <a:pt x="3364266" y="1520279"/>
                </a:lnTo>
                <a:lnTo>
                  <a:pt x="3366756" y="1519948"/>
                </a:lnTo>
                <a:lnTo>
                  <a:pt x="3364599" y="1527402"/>
                </a:lnTo>
                <a:lnTo>
                  <a:pt x="3361777" y="1520445"/>
                </a:lnTo>
                <a:lnTo>
                  <a:pt x="3359121" y="1517961"/>
                </a:lnTo>
                <a:close/>
              </a:path>
              <a:path w="4359909" h="1712595">
                <a:moveTo>
                  <a:pt x="3476223" y="1513103"/>
                </a:moveTo>
                <a:lnTo>
                  <a:pt x="3478301" y="1514151"/>
                </a:lnTo>
                <a:lnTo>
                  <a:pt x="3479351" y="1516224"/>
                </a:lnTo>
                <a:lnTo>
                  <a:pt x="3477616" y="1514834"/>
                </a:lnTo>
                <a:lnTo>
                  <a:pt x="3476223" y="1513103"/>
                </a:lnTo>
                <a:close/>
              </a:path>
              <a:path w="4359909" h="1712595">
                <a:moveTo>
                  <a:pt x="3325259" y="1517298"/>
                </a:moveTo>
                <a:lnTo>
                  <a:pt x="3327251" y="1515310"/>
                </a:lnTo>
                <a:lnTo>
                  <a:pt x="3326587" y="1516139"/>
                </a:lnTo>
                <a:lnTo>
                  <a:pt x="3325259" y="1517298"/>
                </a:lnTo>
                <a:close/>
              </a:path>
              <a:path w="4359909" h="1712595">
                <a:moveTo>
                  <a:pt x="2667942" y="1618002"/>
                </a:moveTo>
                <a:lnTo>
                  <a:pt x="2669602" y="1610052"/>
                </a:lnTo>
                <a:lnTo>
                  <a:pt x="2675412" y="1610383"/>
                </a:lnTo>
                <a:lnTo>
                  <a:pt x="2667942" y="1618002"/>
                </a:lnTo>
                <a:close/>
              </a:path>
              <a:path w="4359909" h="1712595">
                <a:moveTo>
                  <a:pt x="2861724" y="1618450"/>
                </a:moveTo>
                <a:lnTo>
                  <a:pt x="2861818" y="1613862"/>
                </a:lnTo>
                <a:lnTo>
                  <a:pt x="2863965" y="1616261"/>
                </a:lnTo>
                <a:lnTo>
                  <a:pt x="2863187" y="1618520"/>
                </a:lnTo>
                <a:lnTo>
                  <a:pt x="2861724" y="1618450"/>
                </a:lnTo>
                <a:close/>
              </a:path>
              <a:path w="4359909" h="1712595">
                <a:moveTo>
                  <a:pt x="3488758" y="1515145"/>
                </a:moveTo>
                <a:lnTo>
                  <a:pt x="3491746" y="1510341"/>
                </a:lnTo>
                <a:lnTo>
                  <a:pt x="3494900" y="1509845"/>
                </a:lnTo>
                <a:lnTo>
                  <a:pt x="3495066" y="1512163"/>
                </a:lnTo>
                <a:lnTo>
                  <a:pt x="3497556" y="1512329"/>
                </a:lnTo>
                <a:lnTo>
                  <a:pt x="3498219" y="1515973"/>
                </a:lnTo>
                <a:lnTo>
                  <a:pt x="3488758" y="1515145"/>
                </a:lnTo>
                <a:close/>
              </a:path>
              <a:path w="4359909" h="1712595">
                <a:moveTo>
                  <a:pt x="3142173" y="1612040"/>
                </a:moveTo>
                <a:lnTo>
                  <a:pt x="3142173" y="1606243"/>
                </a:lnTo>
                <a:lnTo>
                  <a:pt x="3145991" y="1606243"/>
                </a:lnTo>
                <a:lnTo>
                  <a:pt x="3146655" y="1610052"/>
                </a:lnTo>
                <a:lnTo>
                  <a:pt x="3145659" y="1612205"/>
                </a:lnTo>
                <a:lnTo>
                  <a:pt x="3142173" y="1612040"/>
                </a:lnTo>
                <a:close/>
              </a:path>
              <a:path w="4359909" h="1712595">
                <a:moveTo>
                  <a:pt x="2894186" y="1452370"/>
                </a:moveTo>
                <a:lnTo>
                  <a:pt x="2894351" y="1449058"/>
                </a:lnTo>
                <a:lnTo>
                  <a:pt x="2898501" y="1448064"/>
                </a:lnTo>
                <a:lnTo>
                  <a:pt x="2898003" y="1451708"/>
                </a:lnTo>
                <a:lnTo>
                  <a:pt x="2898003" y="1454796"/>
                </a:lnTo>
                <a:lnTo>
                  <a:pt x="2895845" y="1454027"/>
                </a:lnTo>
                <a:lnTo>
                  <a:pt x="2894186" y="1452370"/>
                </a:lnTo>
                <a:close/>
              </a:path>
              <a:path w="4359909" h="1712595">
                <a:moveTo>
                  <a:pt x="2898003" y="1454796"/>
                </a:moveTo>
                <a:lnTo>
                  <a:pt x="2898003" y="1451708"/>
                </a:lnTo>
                <a:lnTo>
                  <a:pt x="2898169" y="1454855"/>
                </a:lnTo>
                <a:lnTo>
                  <a:pt x="2898003" y="1454796"/>
                </a:lnTo>
                <a:close/>
              </a:path>
              <a:path w="4359909" h="1712595">
                <a:moveTo>
                  <a:pt x="3556814" y="1453212"/>
                </a:moveTo>
                <a:lnTo>
                  <a:pt x="3556814" y="1450383"/>
                </a:lnTo>
                <a:lnTo>
                  <a:pt x="3560798" y="1450880"/>
                </a:lnTo>
                <a:lnTo>
                  <a:pt x="3558583" y="1454208"/>
                </a:lnTo>
                <a:lnTo>
                  <a:pt x="3556814" y="1453212"/>
                </a:lnTo>
                <a:close/>
              </a:path>
              <a:path w="4359909" h="1712595">
                <a:moveTo>
                  <a:pt x="3554775" y="1448690"/>
                </a:moveTo>
                <a:lnTo>
                  <a:pt x="3554988" y="1443260"/>
                </a:lnTo>
                <a:lnTo>
                  <a:pt x="3560300" y="1442432"/>
                </a:lnTo>
                <a:lnTo>
                  <a:pt x="3556814" y="1450383"/>
                </a:lnTo>
                <a:lnTo>
                  <a:pt x="3556814" y="1453212"/>
                </a:lnTo>
                <a:lnTo>
                  <a:pt x="3556274" y="1452909"/>
                </a:lnTo>
                <a:lnTo>
                  <a:pt x="3554775" y="1448690"/>
                </a:lnTo>
                <a:close/>
              </a:path>
              <a:path w="4359909" h="1712595">
                <a:moveTo>
                  <a:pt x="3032908" y="1447637"/>
                </a:moveTo>
                <a:lnTo>
                  <a:pt x="3034612" y="1449058"/>
                </a:lnTo>
                <a:lnTo>
                  <a:pt x="3036036" y="1450758"/>
                </a:lnTo>
                <a:lnTo>
                  <a:pt x="3034425" y="1449244"/>
                </a:lnTo>
                <a:lnTo>
                  <a:pt x="3032908" y="1447637"/>
                </a:lnTo>
                <a:close/>
              </a:path>
              <a:path w="4359909" h="1712595">
                <a:moveTo>
                  <a:pt x="3177529" y="1346730"/>
                </a:moveTo>
                <a:lnTo>
                  <a:pt x="3177529" y="1343384"/>
                </a:lnTo>
                <a:lnTo>
                  <a:pt x="3180683" y="1343550"/>
                </a:lnTo>
                <a:lnTo>
                  <a:pt x="3179853" y="1348353"/>
                </a:lnTo>
                <a:lnTo>
                  <a:pt x="3177529" y="1346730"/>
                </a:lnTo>
                <a:close/>
              </a:path>
              <a:path w="4359909" h="1712595">
                <a:moveTo>
                  <a:pt x="3173213" y="1343715"/>
                </a:moveTo>
                <a:lnTo>
                  <a:pt x="3174873" y="1339740"/>
                </a:lnTo>
                <a:lnTo>
                  <a:pt x="3179023" y="1338747"/>
                </a:lnTo>
                <a:lnTo>
                  <a:pt x="3177529" y="1343384"/>
                </a:lnTo>
                <a:lnTo>
                  <a:pt x="3177529" y="1346730"/>
                </a:lnTo>
                <a:lnTo>
                  <a:pt x="3173213" y="1343715"/>
                </a:lnTo>
                <a:close/>
              </a:path>
              <a:path w="4359909" h="1712595">
                <a:moveTo>
                  <a:pt x="2281600" y="1413535"/>
                </a:moveTo>
                <a:lnTo>
                  <a:pt x="2283678" y="1414606"/>
                </a:lnTo>
                <a:lnTo>
                  <a:pt x="2284728" y="1416609"/>
                </a:lnTo>
                <a:lnTo>
                  <a:pt x="2282993" y="1415227"/>
                </a:lnTo>
                <a:lnTo>
                  <a:pt x="2281600" y="1413535"/>
                </a:lnTo>
                <a:close/>
              </a:path>
              <a:path w="4359909" h="1712595">
                <a:moveTo>
                  <a:pt x="3274633" y="1506532"/>
                </a:moveTo>
                <a:lnTo>
                  <a:pt x="3276126" y="1503054"/>
                </a:lnTo>
                <a:lnTo>
                  <a:pt x="3278118" y="1506201"/>
                </a:lnTo>
                <a:lnTo>
                  <a:pt x="3280442" y="1506532"/>
                </a:lnTo>
                <a:lnTo>
                  <a:pt x="3278948" y="1510010"/>
                </a:lnTo>
                <a:lnTo>
                  <a:pt x="3276956" y="1506863"/>
                </a:lnTo>
                <a:lnTo>
                  <a:pt x="3274633" y="1506532"/>
                </a:lnTo>
                <a:close/>
              </a:path>
              <a:path w="4359909" h="1712595">
                <a:moveTo>
                  <a:pt x="3244588" y="1446408"/>
                </a:moveTo>
                <a:lnTo>
                  <a:pt x="3246746" y="1444420"/>
                </a:lnTo>
                <a:lnTo>
                  <a:pt x="3245916" y="1445248"/>
                </a:lnTo>
                <a:lnTo>
                  <a:pt x="3244588" y="1446408"/>
                </a:lnTo>
                <a:close/>
              </a:path>
              <a:path w="4359909" h="1712595">
                <a:moveTo>
                  <a:pt x="3449396" y="1505393"/>
                </a:moveTo>
                <a:lnTo>
                  <a:pt x="3449419" y="1500735"/>
                </a:lnTo>
                <a:lnTo>
                  <a:pt x="3451590" y="1503157"/>
                </a:lnTo>
                <a:lnTo>
                  <a:pt x="3450851" y="1505455"/>
                </a:lnTo>
                <a:lnTo>
                  <a:pt x="3449396" y="1505393"/>
                </a:lnTo>
                <a:close/>
              </a:path>
              <a:path w="4359909" h="1712595">
                <a:moveTo>
                  <a:pt x="3626197" y="1506863"/>
                </a:moveTo>
                <a:lnTo>
                  <a:pt x="3628023" y="1498913"/>
                </a:lnTo>
                <a:lnTo>
                  <a:pt x="3633833" y="1499244"/>
                </a:lnTo>
                <a:lnTo>
                  <a:pt x="3626197" y="1506863"/>
                </a:lnTo>
                <a:close/>
              </a:path>
              <a:path w="4359909" h="1712595">
                <a:moveTo>
                  <a:pt x="3252224" y="1496263"/>
                </a:moveTo>
                <a:lnTo>
                  <a:pt x="3253552" y="1494938"/>
                </a:lnTo>
                <a:lnTo>
                  <a:pt x="3254382" y="1494275"/>
                </a:lnTo>
                <a:lnTo>
                  <a:pt x="3252224" y="1496263"/>
                </a:lnTo>
                <a:close/>
              </a:path>
              <a:path w="4359909" h="1712595">
                <a:moveTo>
                  <a:pt x="2382939" y="1453364"/>
                </a:moveTo>
                <a:lnTo>
                  <a:pt x="2383603" y="1449058"/>
                </a:lnTo>
                <a:lnTo>
                  <a:pt x="2386093" y="1450217"/>
                </a:lnTo>
                <a:lnTo>
                  <a:pt x="2387089" y="1453198"/>
                </a:lnTo>
                <a:lnTo>
                  <a:pt x="2387421" y="1456677"/>
                </a:lnTo>
                <a:lnTo>
                  <a:pt x="2383935" y="1456180"/>
                </a:lnTo>
                <a:lnTo>
                  <a:pt x="2382939" y="1453364"/>
                </a:lnTo>
                <a:close/>
              </a:path>
              <a:path w="4359909" h="1712595">
                <a:moveTo>
                  <a:pt x="3559636" y="1461811"/>
                </a:moveTo>
                <a:lnTo>
                  <a:pt x="3560798" y="1460486"/>
                </a:lnTo>
                <a:lnTo>
                  <a:pt x="3561627" y="1459658"/>
                </a:lnTo>
                <a:lnTo>
                  <a:pt x="3559636" y="1461811"/>
                </a:lnTo>
                <a:close/>
              </a:path>
              <a:path w="4359909" h="1712595">
                <a:moveTo>
                  <a:pt x="2879081" y="990919"/>
                </a:moveTo>
                <a:lnTo>
                  <a:pt x="2882758" y="993843"/>
                </a:lnTo>
                <a:lnTo>
                  <a:pt x="2885844" y="999407"/>
                </a:lnTo>
                <a:lnTo>
                  <a:pt x="2886503" y="1005034"/>
                </a:lnTo>
                <a:lnTo>
                  <a:pt x="2883894" y="1007285"/>
                </a:lnTo>
                <a:lnTo>
                  <a:pt x="2883894" y="1000194"/>
                </a:lnTo>
                <a:lnTo>
                  <a:pt x="2879578" y="997378"/>
                </a:lnTo>
                <a:lnTo>
                  <a:pt x="2879081" y="990919"/>
                </a:lnTo>
                <a:close/>
              </a:path>
              <a:path w="4359909" h="1712595">
                <a:moveTo>
                  <a:pt x="2882898" y="1008145"/>
                </a:moveTo>
                <a:lnTo>
                  <a:pt x="2883894" y="1000194"/>
                </a:lnTo>
                <a:lnTo>
                  <a:pt x="2883894" y="1007285"/>
                </a:lnTo>
                <a:lnTo>
                  <a:pt x="2882898" y="1008145"/>
                </a:lnTo>
                <a:close/>
              </a:path>
              <a:path w="4359909" h="1712595">
                <a:moveTo>
                  <a:pt x="2343268" y="1222969"/>
                </a:moveTo>
                <a:lnTo>
                  <a:pt x="2345757" y="1224129"/>
                </a:lnTo>
                <a:lnTo>
                  <a:pt x="2346753" y="1226945"/>
                </a:lnTo>
                <a:lnTo>
                  <a:pt x="2347085" y="1230589"/>
                </a:lnTo>
                <a:lnTo>
                  <a:pt x="2343600" y="1231682"/>
                </a:lnTo>
                <a:lnTo>
                  <a:pt x="2343600" y="1226282"/>
                </a:lnTo>
                <a:lnTo>
                  <a:pt x="2343268" y="1222969"/>
                </a:lnTo>
                <a:close/>
              </a:path>
              <a:path w="4359909" h="1712595">
                <a:moveTo>
                  <a:pt x="2341276" y="1232411"/>
                </a:moveTo>
                <a:lnTo>
                  <a:pt x="2343600" y="1226282"/>
                </a:lnTo>
                <a:lnTo>
                  <a:pt x="2343600" y="1231682"/>
                </a:lnTo>
                <a:lnTo>
                  <a:pt x="2341276" y="1232411"/>
                </a:lnTo>
                <a:close/>
              </a:path>
              <a:path w="4359909" h="1712595">
                <a:moveTo>
                  <a:pt x="3334056" y="1173445"/>
                </a:moveTo>
                <a:lnTo>
                  <a:pt x="3336712" y="1172783"/>
                </a:lnTo>
                <a:lnTo>
                  <a:pt x="3336712" y="1169064"/>
                </a:lnTo>
                <a:lnTo>
                  <a:pt x="3339534" y="1168642"/>
                </a:lnTo>
                <a:lnTo>
                  <a:pt x="3339534" y="1179905"/>
                </a:lnTo>
                <a:lnTo>
                  <a:pt x="3336712" y="1178233"/>
                </a:lnTo>
                <a:lnTo>
                  <a:pt x="3336712" y="1172783"/>
                </a:lnTo>
                <a:lnTo>
                  <a:pt x="3336214" y="1169139"/>
                </a:lnTo>
                <a:lnTo>
                  <a:pt x="3336214" y="1177938"/>
                </a:lnTo>
                <a:lnTo>
                  <a:pt x="3334222" y="1176758"/>
                </a:lnTo>
                <a:lnTo>
                  <a:pt x="3334056" y="1173445"/>
                </a:lnTo>
                <a:close/>
              </a:path>
              <a:path w="4359909" h="1712595">
                <a:moveTo>
                  <a:pt x="3521126" y="1227939"/>
                </a:moveTo>
                <a:lnTo>
                  <a:pt x="3523284" y="1225951"/>
                </a:lnTo>
                <a:lnTo>
                  <a:pt x="3522454" y="1226779"/>
                </a:lnTo>
                <a:lnTo>
                  <a:pt x="3521126" y="1227939"/>
                </a:lnTo>
                <a:close/>
              </a:path>
              <a:path w="4359909" h="1712595">
                <a:moveTo>
                  <a:pt x="2829118" y="1148435"/>
                </a:moveTo>
                <a:lnTo>
                  <a:pt x="2830944" y="1140485"/>
                </a:lnTo>
                <a:lnTo>
                  <a:pt x="2836753" y="1140816"/>
                </a:lnTo>
                <a:lnTo>
                  <a:pt x="2829118" y="1148435"/>
                </a:lnTo>
                <a:close/>
              </a:path>
              <a:path w="4359909" h="1712595">
                <a:moveTo>
                  <a:pt x="3637152" y="1269347"/>
                </a:moveTo>
                <a:lnTo>
                  <a:pt x="3637650" y="1265040"/>
                </a:lnTo>
                <a:lnTo>
                  <a:pt x="3643460" y="1263052"/>
                </a:lnTo>
                <a:lnTo>
                  <a:pt x="3641136" y="1269347"/>
                </a:lnTo>
                <a:lnTo>
                  <a:pt x="3641136" y="1272626"/>
                </a:lnTo>
                <a:lnTo>
                  <a:pt x="3638148" y="1272328"/>
                </a:lnTo>
                <a:lnTo>
                  <a:pt x="3637152" y="1269347"/>
                </a:lnTo>
                <a:close/>
              </a:path>
              <a:path w="4359909" h="1712595">
                <a:moveTo>
                  <a:pt x="3641136" y="1272626"/>
                </a:moveTo>
                <a:lnTo>
                  <a:pt x="3641136" y="1269347"/>
                </a:lnTo>
                <a:lnTo>
                  <a:pt x="3641468" y="1272659"/>
                </a:lnTo>
                <a:lnTo>
                  <a:pt x="3641136" y="1272626"/>
                </a:lnTo>
                <a:close/>
              </a:path>
              <a:path w="4359909" h="1712595">
                <a:moveTo>
                  <a:pt x="3670018" y="1269181"/>
                </a:moveTo>
                <a:lnTo>
                  <a:pt x="3670350" y="1265040"/>
                </a:lnTo>
                <a:lnTo>
                  <a:pt x="3676160" y="1265040"/>
                </a:lnTo>
                <a:lnTo>
                  <a:pt x="3676160" y="1270837"/>
                </a:lnTo>
                <a:lnTo>
                  <a:pt x="3671844" y="1271169"/>
                </a:lnTo>
                <a:lnTo>
                  <a:pt x="3670018" y="1269181"/>
                </a:lnTo>
                <a:close/>
              </a:path>
              <a:path w="4359909" h="1712595">
                <a:moveTo>
                  <a:pt x="3182508" y="1148104"/>
                </a:moveTo>
                <a:lnTo>
                  <a:pt x="3185776" y="1149874"/>
                </a:lnTo>
                <a:lnTo>
                  <a:pt x="3184749" y="1149346"/>
                </a:lnTo>
                <a:lnTo>
                  <a:pt x="3182602" y="1148197"/>
                </a:lnTo>
                <a:close/>
              </a:path>
              <a:path w="4359909" h="1712595">
                <a:moveTo>
                  <a:pt x="3207251" y="1282605"/>
                </a:moveTo>
                <a:lnTo>
                  <a:pt x="3208029" y="1279926"/>
                </a:lnTo>
                <a:lnTo>
                  <a:pt x="3209492" y="1280322"/>
                </a:lnTo>
                <a:lnTo>
                  <a:pt x="3209399" y="1286075"/>
                </a:lnTo>
                <a:lnTo>
                  <a:pt x="3207251" y="1282605"/>
                </a:lnTo>
                <a:close/>
              </a:path>
              <a:path w="4359909" h="1712595">
                <a:moveTo>
                  <a:pt x="1903098" y="1161859"/>
                </a:moveTo>
                <a:lnTo>
                  <a:pt x="1903915" y="1159180"/>
                </a:lnTo>
                <a:lnTo>
                  <a:pt x="1905386" y="1159576"/>
                </a:lnTo>
                <a:lnTo>
                  <a:pt x="1905223" y="1165330"/>
                </a:lnTo>
                <a:lnTo>
                  <a:pt x="1903098" y="1161859"/>
                </a:lnTo>
                <a:close/>
              </a:path>
              <a:path w="4359909" h="1712595">
                <a:moveTo>
                  <a:pt x="2110883" y="1169470"/>
                </a:moveTo>
                <a:lnTo>
                  <a:pt x="2112709" y="1161520"/>
                </a:lnTo>
                <a:lnTo>
                  <a:pt x="2118519" y="1162017"/>
                </a:lnTo>
                <a:lnTo>
                  <a:pt x="2110883" y="1169470"/>
                </a:lnTo>
                <a:close/>
              </a:path>
              <a:path w="4359909" h="1712595">
                <a:moveTo>
                  <a:pt x="3345842" y="1318705"/>
                </a:moveTo>
                <a:lnTo>
                  <a:pt x="3345842" y="1314895"/>
                </a:lnTo>
                <a:lnTo>
                  <a:pt x="3349659" y="1314895"/>
                </a:lnTo>
                <a:lnTo>
                  <a:pt x="3349659" y="1318705"/>
                </a:lnTo>
                <a:lnTo>
                  <a:pt x="3345842" y="1318705"/>
                </a:lnTo>
                <a:close/>
              </a:path>
              <a:path w="4359909" h="1712595">
                <a:moveTo>
                  <a:pt x="2122336" y="1326324"/>
                </a:moveTo>
                <a:lnTo>
                  <a:pt x="2122336" y="1322515"/>
                </a:lnTo>
                <a:lnTo>
                  <a:pt x="2126154" y="1322515"/>
                </a:lnTo>
                <a:lnTo>
                  <a:pt x="2126154" y="1326324"/>
                </a:lnTo>
                <a:lnTo>
                  <a:pt x="2122336" y="1326324"/>
                </a:lnTo>
                <a:close/>
              </a:path>
              <a:path w="4359909" h="1712595">
                <a:moveTo>
                  <a:pt x="2066564" y="1316717"/>
                </a:moveTo>
                <a:lnTo>
                  <a:pt x="2069552" y="1310423"/>
                </a:lnTo>
                <a:lnTo>
                  <a:pt x="2072041" y="1320030"/>
                </a:lnTo>
                <a:lnTo>
                  <a:pt x="2074199" y="1320527"/>
                </a:lnTo>
                <a:lnTo>
                  <a:pt x="2072539" y="1325662"/>
                </a:lnTo>
                <a:lnTo>
                  <a:pt x="2069884" y="1316221"/>
                </a:lnTo>
                <a:lnTo>
                  <a:pt x="2066564" y="1316717"/>
                </a:lnTo>
                <a:close/>
              </a:path>
              <a:path w="4359909" h="1712595">
                <a:moveTo>
                  <a:pt x="3460499" y="1322100"/>
                </a:moveTo>
                <a:lnTo>
                  <a:pt x="3462568" y="1322675"/>
                </a:lnTo>
                <a:lnTo>
                  <a:pt x="3464856" y="1328312"/>
                </a:lnTo>
                <a:lnTo>
                  <a:pt x="3460608" y="1324631"/>
                </a:lnTo>
                <a:lnTo>
                  <a:pt x="3460499" y="1322100"/>
                </a:lnTo>
                <a:close/>
              </a:path>
              <a:path w="4359909" h="1712595">
                <a:moveTo>
                  <a:pt x="3634144" y="1284129"/>
                </a:moveTo>
                <a:lnTo>
                  <a:pt x="3635825" y="1282266"/>
                </a:lnTo>
                <a:lnTo>
                  <a:pt x="3638065" y="1284688"/>
                </a:lnTo>
                <a:lnTo>
                  <a:pt x="3636198" y="1285123"/>
                </a:lnTo>
                <a:lnTo>
                  <a:pt x="3634144" y="1284129"/>
                </a:lnTo>
                <a:close/>
              </a:path>
              <a:path w="4359909" h="1712595">
                <a:moveTo>
                  <a:pt x="3119101" y="1318705"/>
                </a:moveTo>
                <a:lnTo>
                  <a:pt x="3119599" y="1317214"/>
                </a:lnTo>
                <a:lnTo>
                  <a:pt x="3121093" y="1316883"/>
                </a:lnTo>
                <a:lnTo>
                  <a:pt x="3121093" y="1314895"/>
                </a:lnTo>
                <a:lnTo>
                  <a:pt x="3122586" y="1315227"/>
                </a:lnTo>
                <a:lnTo>
                  <a:pt x="3122918" y="1316717"/>
                </a:lnTo>
                <a:lnTo>
                  <a:pt x="3124910" y="1316883"/>
                </a:lnTo>
                <a:lnTo>
                  <a:pt x="3124412" y="1318374"/>
                </a:lnTo>
                <a:lnTo>
                  <a:pt x="3122919" y="1318705"/>
                </a:lnTo>
                <a:lnTo>
                  <a:pt x="3122919" y="1320693"/>
                </a:lnTo>
                <a:lnTo>
                  <a:pt x="3121425" y="1320196"/>
                </a:lnTo>
                <a:lnTo>
                  <a:pt x="3121093" y="1318705"/>
                </a:lnTo>
                <a:lnTo>
                  <a:pt x="3119101" y="1318705"/>
                </a:lnTo>
                <a:close/>
              </a:path>
              <a:path w="4359909" h="1712595">
                <a:moveTo>
                  <a:pt x="3655178" y="1305856"/>
                </a:moveTo>
                <a:lnTo>
                  <a:pt x="3656905" y="1307276"/>
                </a:lnTo>
                <a:lnTo>
                  <a:pt x="3658259" y="1308977"/>
                </a:lnTo>
                <a:lnTo>
                  <a:pt x="3656656" y="1307463"/>
                </a:lnTo>
                <a:lnTo>
                  <a:pt x="3655178" y="1305856"/>
                </a:lnTo>
                <a:close/>
              </a:path>
              <a:path w="4359909" h="1712595">
                <a:moveTo>
                  <a:pt x="2766374" y="1308436"/>
                </a:moveTo>
                <a:lnTo>
                  <a:pt x="2768366" y="1306448"/>
                </a:lnTo>
                <a:lnTo>
                  <a:pt x="2767702" y="1307276"/>
                </a:lnTo>
                <a:lnTo>
                  <a:pt x="2766374" y="1308436"/>
                </a:lnTo>
                <a:close/>
              </a:path>
              <a:path w="4359909" h="1712595">
                <a:moveTo>
                  <a:pt x="2414311" y="1332452"/>
                </a:moveTo>
                <a:lnTo>
                  <a:pt x="2416137" y="1324502"/>
                </a:lnTo>
                <a:lnTo>
                  <a:pt x="2421946" y="1324833"/>
                </a:lnTo>
                <a:lnTo>
                  <a:pt x="2414311" y="1332452"/>
                </a:lnTo>
                <a:close/>
              </a:path>
              <a:path w="4359909" h="1712595">
                <a:moveTo>
                  <a:pt x="2076191" y="1302804"/>
                </a:moveTo>
                <a:lnTo>
                  <a:pt x="2076191" y="1299492"/>
                </a:lnTo>
                <a:lnTo>
                  <a:pt x="2078515" y="1300320"/>
                </a:lnTo>
                <a:lnTo>
                  <a:pt x="2080175" y="1301976"/>
                </a:lnTo>
                <a:lnTo>
                  <a:pt x="2080009" y="1305289"/>
                </a:lnTo>
                <a:lnTo>
                  <a:pt x="2077685" y="1304461"/>
                </a:lnTo>
                <a:lnTo>
                  <a:pt x="2076191" y="1302804"/>
                </a:lnTo>
                <a:close/>
              </a:path>
              <a:path w="4359909" h="1712595">
                <a:moveTo>
                  <a:pt x="3189812" y="1305620"/>
                </a:moveTo>
                <a:lnTo>
                  <a:pt x="3190144" y="1301479"/>
                </a:lnTo>
                <a:lnTo>
                  <a:pt x="3195954" y="1301479"/>
                </a:lnTo>
                <a:lnTo>
                  <a:pt x="3195954" y="1307276"/>
                </a:lnTo>
                <a:lnTo>
                  <a:pt x="3191638" y="1307608"/>
                </a:lnTo>
                <a:lnTo>
                  <a:pt x="3189812" y="1305620"/>
                </a:lnTo>
                <a:close/>
              </a:path>
              <a:path w="4359909" h="1712595">
                <a:moveTo>
                  <a:pt x="3745875" y="1160857"/>
                </a:moveTo>
                <a:lnTo>
                  <a:pt x="3748033" y="1158870"/>
                </a:lnTo>
                <a:lnTo>
                  <a:pt x="3747203" y="1159698"/>
                </a:lnTo>
                <a:lnTo>
                  <a:pt x="3745875" y="1160857"/>
                </a:lnTo>
                <a:close/>
              </a:path>
              <a:path w="4359909" h="1712595">
                <a:moveTo>
                  <a:pt x="2816037" y="977477"/>
                </a:moveTo>
                <a:lnTo>
                  <a:pt x="2821482" y="975515"/>
                </a:lnTo>
                <a:lnTo>
                  <a:pt x="2821482" y="981312"/>
                </a:lnTo>
                <a:lnTo>
                  <a:pt x="2816037" y="977477"/>
                </a:lnTo>
                <a:close/>
              </a:path>
              <a:path w="4359909" h="1712595">
                <a:moveTo>
                  <a:pt x="2813349" y="981975"/>
                </a:moveTo>
                <a:lnTo>
                  <a:pt x="2813847" y="971705"/>
                </a:lnTo>
                <a:lnTo>
                  <a:pt x="2816835" y="972534"/>
                </a:lnTo>
                <a:lnTo>
                  <a:pt x="2815507" y="977668"/>
                </a:lnTo>
                <a:lnTo>
                  <a:pt x="2815507" y="977955"/>
                </a:lnTo>
                <a:lnTo>
                  <a:pt x="2813349" y="981975"/>
                </a:lnTo>
                <a:close/>
              </a:path>
              <a:path w="4359909" h="1712595">
                <a:moveTo>
                  <a:pt x="2815697" y="977599"/>
                </a:moveTo>
                <a:lnTo>
                  <a:pt x="2815838" y="977337"/>
                </a:lnTo>
                <a:lnTo>
                  <a:pt x="2816037" y="977477"/>
                </a:lnTo>
                <a:lnTo>
                  <a:pt x="2815697" y="977599"/>
                </a:lnTo>
                <a:close/>
              </a:path>
              <a:path w="4359909" h="1712595">
                <a:moveTo>
                  <a:pt x="2815507" y="977955"/>
                </a:moveTo>
                <a:lnTo>
                  <a:pt x="2815507" y="977668"/>
                </a:lnTo>
                <a:lnTo>
                  <a:pt x="2815697" y="977599"/>
                </a:lnTo>
                <a:lnTo>
                  <a:pt x="2815507" y="977955"/>
                </a:lnTo>
                <a:close/>
              </a:path>
              <a:path w="4359909" h="1712595">
                <a:moveTo>
                  <a:pt x="3457221" y="985453"/>
                </a:moveTo>
                <a:lnTo>
                  <a:pt x="3459046" y="977502"/>
                </a:lnTo>
                <a:lnTo>
                  <a:pt x="3464856" y="977999"/>
                </a:lnTo>
                <a:lnTo>
                  <a:pt x="3457221" y="985453"/>
                </a:lnTo>
                <a:close/>
              </a:path>
              <a:path w="4359909" h="1712595">
                <a:moveTo>
                  <a:pt x="3355684" y="983175"/>
                </a:moveTo>
                <a:lnTo>
                  <a:pt x="3357295" y="981312"/>
                </a:lnTo>
                <a:lnTo>
                  <a:pt x="3359559" y="983734"/>
                </a:lnTo>
                <a:lnTo>
                  <a:pt x="3357731" y="984169"/>
                </a:lnTo>
                <a:lnTo>
                  <a:pt x="3355684" y="983175"/>
                </a:lnTo>
                <a:close/>
              </a:path>
              <a:path w="4359909" h="1712595">
                <a:moveTo>
                  <a:pt x="3554988" y="973859"/>
                </a:moveTo>
                <a:lnTo>
                  <a:pt x="3555320" y="971540"/>
                </a:lnTo>
                <a:lnTo>
                  <a:pt x="3558474" y="972202"/>
                </a:lnTo>
                <a:lnTo>
                  <a:pt x="3560798" y="971871"/>
                </a:lnTo>
                <a:lnTo>
                  <a:pt x="3562125" y="978165"/>
                </a:lnTo>
                <a:lnTo>
                  <a:pt x="3556814" y="974852"/>
                </a:lnTo>
                <a:lnTo>
                  <a:pt x="3554988" y="973859"/>
                </a:lnTo>
                <a:close/>
              </a:path>
              <a:path w="4359909" h="1712595">
                <a:moveTo>
                  <a:pt x="2892525" y="1178746"/>
                </a:moveTo>
                <a:lnTo>
                  <a:pt x="2892525" y="1174936"/>
                </a:lnTo>
                <a:lnTo>
                  <a:pt x="2896343" y="1174936"/>
                </a:lnTo>
                <a:lnTo>
                  <a:pt x="2896343" y="1178746"/>
                </a:lnTo>
                <a:lnTo>
                  <a:pt x="2892525" y="1178746"/>
                </a:lnTo>
                <a:close/>
              </a:path>
              <a:path w="4359909" h="1712595">
                <a:moveTo>
                  <a:pt x="3526272" y="985122"/>
                </a:moveTo>
                <a:lnTo>
                  <a:pt x="3527102" y="982803"/>
                </a:lnTo>
                <a:lnTo>
                  <a:pt x="3528762" y="981146"/>
                </a:lnTo>
                <a:lnTo>
                  <a:pt x="3532081" y="981312"/>
                </a:lnTo>
                <a:lnTo>
                  <a:pt x="3532911" y="985453"/>
                </a:lnTo>
                <a:lnTo>
                  <a:pt x="3529260" y="985122"/>
                </a:lnTo>
                <a:lnTo>
                  <a:pt x="3526272" y="985122"/>
                </a:lnTo>
                <a:close/>
              </a:path>
              <a:path w="4359909" h="1712595">
                <a:moveTo>
                  <a:pt x="3384004" y="317238"/>
                </a:moveTo>
                <a:lnTo>
                  <a:pt x="3386011" y="318286"/>
                </a:lnTo>
                <a:lnTo>
                  <a:pt x="3387085" y="320359"/>
                </a:lnTo>
                <a:lnTo>
                  <a:pt x="3385389" y="318969"/>
                </a:lnTo>
                <a:lnTo>
                  <a:pt x="3384004" y="317238"/>
                </a:lnTo>
                <a:close/>
              </a:path>
              <a:path w="4359909" h="1712595">
                <a:moveTo>
                  <a:pt x="2371652" y="1146779"/>
                </a:moveTo>
                <a:lnTo>
                  <a:pt x="2375304" y="1142969"/>
                </a:lnTo>
                <a:lnTo>
                  <a:pt x="2375801" y="1138497"/>
                </a:lnTo>
                <a:lnTo>
                  <a:pt x="2378623" y="1140816"/>
                </a:lnTo>
                <a:lnTo>
                  <a:pt x="2380283" y="1145785"/>
                </a:lnTo>
                <a:lnTo>
                  <a:pt x="2377793" y="1148104"/>
                </a:lnTo>
                <a:lnTo>
                  <a:pt x="2371652" y="1146779"/>
                </a:lnTo>
                <a:close/>
              </a:path>
              <a:path w="4359909" h="1712595">
                <a:moveTo>
                  <a:pt x="3656724" y="997655"/>
                </a:moveTo>
                <a:lnTo>
                  <a:pt x="3658731" y="998703"/>
                </a:lnTo>
                <a:lnTo>
                  <a:pt x="3659805" y="1000776"/>
                </a:lnTo>
                <a:lnTo>
                  <a:pt x="3658109" y="999387"/>
                </a:lnTo>
                <a:lnTo>
                  <a:pt x="3656724" y="997655"/>
                </a:lnTo>
                <a:close/>
              </a:path>
              <a:path w="4359909" h="1712595">
                <a:moveTo>
                  <a:pt x="2976716" y="317507"/>
                </a:moveTo>
                <a:lnTo>
                  <a:pt x="2977533" y="314456"/>
                </a:lnTo>
                <a:lnTo>
                  <a:pt x="2979003" y="315224"/>
                </a:lnTo>
                <a:lnTo>
                  <a:pt x="2978840" y="322096"/>
                </a:lnTo>
                <a:lnTo>
                  <a:pt x="2976716" y="317507"/>
                </a:lnTo>
                <a:close/>
              </a:path>
              <a:path w="4359909" h="1712595">
                <a:moveTo>
                  <a:pt x="3906841" y="330851"/>
                </a:moveTo>
                <a:lnTo>
                  <a:pt x="3908545" y="327893"/>
                </a:lnTo>
                <a:lnTo>
                  <a:pt x="3910529" y="330059"/>
                </a:lnTo>
                <a:lnTo>
                  <a:pt x="3908731" y="331309"/>
                </a:lnTo>
                <a:lnTo>
                  <a:pt x="3906841" y="330851"/>
                </a:lnTo>
                <a:close/>
              </a:path>
              <a:path w="4359909" h="1712595">
                <a:moveTo>
                  <a:pt x="3654913" y="324083"/>
                </a:moveTo>
                <a:lnTo>
                  <a:pt x="3659727" y="324414"/>
                </a:lnTo>
                <a:lnTo>
                  <a:pt x="3656739" y="328827"/>
                </a:lnTo>
                <a:lnTo>
                  <a:pt x="3656739" y="327561"/>
                </a:lnTo>
                <a:lnTo>
                  <a:pt x="3654913" y="324083"/>
                </a:lnTo>
                <a:close/>
              </a:path>
              <a:path w="4359909" h="1712595">
                <a:moveTo>
                  <a:pt x="3649104" y="330543"/>
                </a:moveTo>
                <a:lnTo>
                  <a:pt x="3656739" y="327561"/>
                </a:lnTo>
                <a:lnTo>
                  <a:pt x="3656739" y="328827"/>
                </a:lnTo>
                <a:lnTo>
                  <a:pt x="3655577" y="330543"/>
                </a:lnTo>
                <a:lnTo>
                  <a:pt x="3654913" y="331702"/>
                </a:lnTo>
                <a:lnTo>
                  <a:pt x="3649104" y="330543"/>
                </a:lnTo>
                <a:close/>
              </a:path>
              <a:path w="4359909" h="1712595">
                <a:moveTo>
                  <a:pt x="3205913" y="982140"/>
                </a:moveTo>
                <a:lnTo>
                  <a:pt x="3207407" y="975680"/>
                </a:lnTo>
                <a:lnTo>
                  <a:pt x="3211390" y="974852"/>
                </a:lnTo>
                <a:lnTo>
                  <a:pt x="3212552" y="977006"/>
                </a:lnTo>
                <a:lnTo>
                  <a:pt x="3215042" y="977668"/>
                </a:lnTo>
                <a:lnTo>
                  <a:pt x="3214710" y="983134"/>
                </a:lnTo>
                <a:lnTo>
                  <a:pt x="3205913" y="982140"/>
                </a:lnTo>
                <a:close/>
              </a:path>
              <a:path w="4359909" h="1712595">
                <a:moveTo>
                  <a:pt x="3135202" y="1072741"/>
                </a:moveTo>
                <a:lnTo>
                  <a:pt x="3136364" y="1071416"/>
                </a:lnTo>
                <a:lnTo>
                  <a:pt x="3137193" y="1070754"/>
                </a:lnTo>
                <a:lnTo>
                  <a:pt x="3135202" y="1072741"/>
                </a:lnTo>
                <a:close/>
              </a:path>
              <a:path w="4359909" h="1712595">
                <a:moveTo>
                  <a:pt x="3430994" y="1055515"/>
                </a:moveTo>
                <a:lnTo>
                  <a:pt x="3432156" y="1054190"/>
                </a:lnTo>
                <a:lnTo>
                  <a:pt x="3432986" y="1053362"/>
                </a:lnTo>
                <a:lnTo>
                  <a:pt x="3430994" y="1055515"/>
                </a:lnTo>
                <a:close/>
              </a:path>
              <a:path w="4359909" h="1712595">
                <a:moveTo>
                  <a:pt x="3416885" y="1004666"/>
                </a:moveTo>
                <a:lnTo>
                  <a:pt x="3418711" y="996716"/>
                </a:lnTo>
                <a:lnTo>
                  <a:pt x="3424521" y="997047"/>
                </a:lnTo>
                <a:lnTo>
                  <a:pt x="3416885" y="1004666"/>
                </a:lnTo>
                <a:close/>
              </a:path>
              <a:path w="4359909" h="1712595">
                <a:moveTo>
                  <a:pt x="3843809" y="1076551"/>
                </a:moveTo>
                <a:lnTo>
                  <a:pt x="3845967" y="1074563"/>
                </a:lnTo>
                <a:lnTo>
                  <a:pt x="3845137" y="1075391"/>
                </a:lnTo>
                <a:lnTo>
                  <a:pt x="3843809" y="1076551"/>
                </a:lnTo>
                <a:close/>
              </a:path>
              <a:path w="4359909" h="1712595">
                <a:moveTo>
                  <a:pt x="3180683" y="1081354"/>
                </a:moveTo>
                <a:lnTo>
                  <a:pt x="3182508" y="1073404"/>
                </a:lnTo>
                <a:lnTo>
                  <a:pt x="3188318" y="1073735"/>
                </a:lnTo>
                <a:lnTo>
                  <a:pt x="3180683" y="1081354"/>
                </a:lnTo>
                <a:close/>
              </a:path>
              <a:path w="4359909" h="1712595">
                <a:moveTo>
                  <a:pt x="3632007" y="1075557"/>
                </a:moveTo>
                <a:lnTo>
                  <a:pt x="3633833" y="1067606"/>
                </a:lnTo>
                <a:lnTo>
                  <a:pt x="3639642" y="1068103"/>
                </a:lnTo>
                <a:lnTo>
                  <a:pt x="3632007" y="1075557"/>
                </a:lnTo>
                <a:close/>
              </a:path>
              <a:path w="4359909" h="1712595">
                <a:moveTo>
                  <a:pt x="3208735" y="318286"/>
                </a:moveTo>
                <a:lnTo>
                  <a:pt x="3212220" y="310336"/>
                </a:lnTo>
                <a:lnTo>
                  <a:pt x="3212220" y="306758"/>
                </a:lnTo>
                <a:lnTo>
                  <a:pt x="3215540" y="307023"/>
                </a:lnTo>
                <a:lnTo>
                  <a:pt x="3215540" y="311495"/>
                </a:lnTo>
                <a:lnTo>
                  <a:pt x="3215208" y="316298"/>
                </a:lnTo>
                <a:lnTo>
                  <a:pt x="3212220" y="317216"/>
                </a:lnTo>
                <a:lnTo>
                  <a:pt x="3212220" y="310336"/>
                </a:lnTo>
                <a:lnTo>
                  <a:pt x="3211391" y="306692"/>
                </a:lnTo>
                <a:lnTo>
                  <a:pt x="3211391" y="317471"/>
                </a:lnTo>
                <a:lnTo>
                  <a:pt x="3208735" y="318286"/>
                </a:lnTo>
                <a:close/>
              </a:path>
              <a:path w="4359909" h="1712595">
                <a:moveTo>
                  <a:pt x="3684532" y="998786"/>
                </a:moveTo>
                <a:lnTo>
                  <a:pt x="3684625" y="996426"/>
                </a:lnTo>
                <a:lnTo>
                  <a:pt x="3686213" y="997109"/>
                </a:lnTo>
                <a:lnTo>
                  <a:pt x="3687613" y="1002513"/>
                </a:lnTo>
                <a:lnTo>
                  <a:pt x="3684532" y="998786"/>
                </a:lnTo>
                <a:close/>
              </a:path>
              <a:path w="4359909" h="1712595">
                <a:moveTo>
                  <a:pt x="3499296" y="1003287"/>
                </a:moveTo>
                <a:lnTo>
                  <a:pt x="3501373" y="1004335"/>
                </a:lnTo>
                <a:lnTo>
                  <a:pt x="3502424" y="1006408"/>
                </a:lnTo>
                <a:lnTo>
                  <a:pt x="3500689" y="1005018"/>
                </a:lnTo>
                <a:lnTo>
                  <a:pt x="3499296" y="1003287"/>
                </a:lnTo>
                <a:close/>
              </a:path>
              <a:path w="4359909" h="1712595">
                <a:moveTo>
                  <a:pt x="3053867" y="1012285"/>
                </a:moveTo>
                <a:lnTo>
                  <a:pt x="3055693" y="1004335"/>
                </a:lnTo>
                <a:lnTo>
                  <a:pt x="3061502" y="1004832"/>
                </a:lnTo>
                <a:lnTo>
                  <a:pt x="3053867" y="1012285"/>
                </a:lnTo>
                <a:close/>
              </a:path>
              <a:path w="4359909" h="1712595">
                <a:moveTo>
                  <a:pt x="3178027" y="1055535"/>
                </a:moveTo>
                <a:lnTo>
                  <a:pt x="3178027" y="1053693"/>
                </a:lnTo>
                <a:lnTo>
                  <a:pt x="3180185" y="1054025"/>
                </a:lnTo>
                <a:lnTo>
                  <a:pt x="3182508" y="1054190"/>
                </a:lnTo>
                <a:lnTo>
                  <a:pt x="3186824" y="1058497"/>
                </a:lnTo>
                <a:lnTo>
                  <a:pt x="3178027" y="1055535"/>
                </a:lnTo>
                <a:close/>
              </a:path>
              <a:path w="4359909" h="1712595">
                <a:moveTo>
                  <a:pt x="3171055" y="1052368"/>
                </a:moveTo>
                <a:lnTo>
                  <a:pt x="3171553" y="1049718"/>
                </a:lnTo>
                <a:lnTo>
                  <a:pt x="3175869" y="1050712"/>
                </a:lnTo>
                <a:lnTo>
                  <a:pt x="3178690" y="1050381"/>
                </a:lnTo>
                <a:lnTo>
                  <a:pt x="3178027" y="1053693"/>
                </a:lnTo>
                <a:lnTo>
                  <a:pt x="3178027" y="1055535"/>
                </a:lnTo>
                <a:lnTo>
                  <a:pt x="3173047" y="1053859"/>
                </a:lnTo>
                <a:lnTo>
                  <a:pt x="3171055" y="1052368"/>
                </a:lnTo>
                <a:close/>
              </a:path>
              <a:path w="4359909" h="1712595">
                <a:moveTo>
                  <a:pt x="3670257" y="1403791"/>
                </a:moveTo>
                <a:lnTo>
                  <a:pt x="3670350" y="1399202"/>
                </a:lnTo>
                <a:lnTo>
                  <a:pt x="3672498" y="1401601"/>
                </a:lnTo>
                <a:lnTo>
                  <a:pt x="3671720" y="1403861"/>
                </a:lnTo>
                <a:lnTo>
                  <a:pt x="3670257" y="1403791"/>
                </a:lnTo>
                <a:close/>
              </a:path>
              <a:path w="4359909" h="1712595">
                <a:moveTo>
                  <a:pt x="3193962" y="1401024"/>
                </a:moveTo>
                <a:lnTo>
                  <a:pt x="3193962" y="1397215"/>
                </a:lnTo>
                <a:lnTo>
                  <a:pt x="3197779" y="1397215"/>
                </a:lnTo>
                <a:lnTo>
                  <a:pt x="3197779" y="1401024"/>
                </a:lnTo>
                <a:lnTo>
                  <a:pt x="3193962" y="1401024"/>
                </a:lnTo>
                <a:close/>
              </a:path>
              <a:path w="4359909" h="1712595">
                <a:moveTo>
                  <a:pt x="3323433" y="1400527"/>
                </a:moveTo>
                <a:lnTo>
                  <a:pt x="3324595" y="1399202"/>
                </a:lnTo>
                <a:lnTo>
                  <a:pt x="3325425" y="1398374"/>
                </a:lnTo>
                <a:lnTo>
                  <a:pt x="3323433" y="1400527"/>
                </a:lnTo>
                <a:close/>
              </a:path>
              <a:path w="4359909" h="1712595">
                <a:moveTo>
                  <a:pt x="3008386" y="1400527"/>
                </a:moveTo>
                <a:lnTo>
                  <a:pt x="3010378" y="1398374"/>
                </a:lnTo>
                <a:lnTo>
                  <a:pt x="3009714" y="1399202"/>
                </a:lnTo>
                <a:lnTo>
                  <a:pt x="3008386" y="1400527"/>
                </a:lnTo>
                <a:close/>
              </a:path>
              <a:path w="4359909" h="1712595">
                <a:moveTo>
                  <a:pt x="3339700" y="1405828"/>
                </a:moveTo>
                <a:lnTo>
                  <a:pt x="3340198" y="1402184"/>
                </a:lnTo>
                <a:lnTo>
                  <a:pt x="3340198" y="1399261"/>
                </a:lnTo>
                <a:lnTo>
                  <a:pt x="3342356" y="1400030"/>
                </a:lnTo>
                <a:lnTo>
                  <a:pt x="3343850" y="1401687"/>
                </a:lnTo>
                <a:lnTo>
                  <a:pt x="3343850" y="1404999"/>
                </a:lnTo>
                <a:lnTo>
                  <a:pt x="3340198" y="1405728"/>
                </a:lnTo>
                <a:lnTo>
                  <a:pt x="3340198" y="1402184"/>
                </a:lnTo>
                <a:lnTo>
                  <a:pt x="3340032" y="1399202"/>
                </a:lnTo>
                <a:lnTo>
                  <a:pt x="3340032" y="1405761"/>
                </a:lnTo>
                <a:lnTo>
                  <a:pt x="3339700" y="1405828"/>
                </a:lnTo>
                <a:close/>
              </a:path>
              <a:path w="4359909" h="1712595">
                <a:moveTo>
                  <a:pt x="3155618" y="1531377"/>
                </a:moveTo>
                <a:lnTo>
                  <a:pt x="3159768" y="1531045"/>
                </a:lnTo>
                <a:lnTo>
                  <a:pt x="3156614" y="1537812"/>
                </a:lnTo>
                <a:lnTo>
                  <a:pt x="3156614" y="1534193"/>
                </a:lnTo>
                <a:lnTo>
                  <a:pt x="3155618" y="1531377"/>
                </a:lnTo>
                <a:close/>
              </a:path>
              <a:path w="4359909" h="1712595">
                <a:moveTo>
                  <a:pt x="3156448" y="1541073"/>
                </a:moveTo>
                <a:lnTo>
                  <a:pt x="3156448" y="1538168"/>
                </a:lnTo>
                <a:lnTo>
                  <a:pt x="3157610" y="1540984"/>
                </a:lnTo>
                <a:lnTo>
                  <a:pt x="3156448" y="1541073"/>
                </a:lnTo>
                <a:close/>
              </a:path>
              <a:path w="4359909" h="1712595">
                <a:moveTo>
                  <a:pt x="3153294" y="1541315"/>
                </a:moveTo>
                <a:lnTo>
                  <a:pt x="3156614" y="1534193"/>
                </a:lnTo>
                <a:lnTo>
                  <a:pt x="3156614" y="1537812"/>
                </a:lnTo>
                <a:lnTo>
                  <a:pt x="3156448" y="1538168"/>
                </a:lnTo>
                <a:lnTo>
                  <a:pt x="3156448" y="1541073"/>
                </a:lnTo>
                <a:lnTo>
                  <a:pt x="3153294" y="1541315"/>
                </a:lnTo>
                <a:close/>
              </a:path>
              <a:path w="4359909" h="1712595">
                <a:moveTo>
                  <a:pt x="3535401" y="1403509"/>
                </a:moveTo>
                <a:lnTo>
                  <a:pt x="3535899" y="1399202"/>
                </a:lnTo>
                <a:lnTo>
                  <a:pt x="3538389" y="1400362"/>
                </a:lnTo>
                <a:lnTo>
                  <a:pt x="3539385" y="1403343"/>
                </a:lnTo>
                <a:lnTo>
                  <a:pt x="3539717" y="1406821"/>
                </a:lnTo>
                <a:lnTo>
                  <a:pt x="3536397" y="1406324"/>
                </a:lnTo>
                <a:lnTo>
                  <a:pt x="3535401" y="1403509"/>
                </a:lnTo>
                <a:close/>
              </a:path>
              <a:path w="4359909" h="1712595">
                <a:moveTo>
                  <a:pt x="3573247" y="1413742"/>
                </a:moveTo>
                <a:lnTo>
                  <a:pt x="3573247" y="1407981"/>
                </a:lnTo>
                <a:lnTo>
                  <a:pt x="3576235" y="1408809"/>
                </a:lnTo>
                <a:lnTo>
                  <a:pt x="3573745" y="1413778"/>
                </a:lnTo>
                <a:lnTo>
                  <a:pt x="3573247" y="1413742"/>
                </a:lnTo>
                <a:close/>
              </a:path>
              <a:path w="4359909" h="1712595">
                <a:moveTo>
                  <a:pt x="3566939" y="1413281"/>
                </a:moveTo>
                <a:lnTo>
                  <a:pt x="3568599" y="1404999"/>
                </a:lnTo>
                <a:lnTo>
                  <a:pt x="3574575" y="1402680"/>
                </a:lnTo>
                <a:lnTo>
                  <a:pt x="3573247" y="1407981"/>
                </a:lnTo>
                <a:lnTo>
                  <a:pt x="3573247" y="1413742"/>
                </a:lnTo>
                <a:lnTo>
                  <a:pt x="3566939" y="1413281"/>
                </a:lnTo>
                <a:close/>
              </a:path>
              <a:path w="4359909" h="1712595">
                <a:moveTo>
                  <a:pt x="3359035" y="1401964"/>
                </a:moveTo>
                <a:lnTo>
                  <a:pt x="3361113" y="1403012"/>
                </a:lnTo>
                <a:lnTo>
                  <a:pt x="3362163" y="1405085"/>
                </a:lnTo>
                <a:lnTo>
                  <a:pt x="3360428" y="1403695"/>
                </a:lnTo>
                <a:lnTo>
                  <a:pt x="3359035" y="1401964"/>
                </a:lnTo>
                <a:close/>
              </a:path>
              <a:path w="4359909" h="1712595">
                <a:moveTo>
                  <a:pt x="3483944" y="1408809"/>
                </a:moveTo>
                <a:lnTo>
                  <a:pt x="3486185" y="1411208"/>
                </a:lnTo>
                <a:lnTo>
                  <a:pt x="3485438" y="1413467"/>
                </a:lnTo>
                <a:lnTo>
                  <a:pt x="3483944" y="1413397"/>
                </a:lnTo>
                <a:lnTo>
                  <a:pt x="3483944" y="1408809"/>
                </a:lnTo>
                <a:close/>
              </a:path>
              <a:path w="4359909" h="1712595">
                <a:moveTo>
                  <a:pt x="3317624" y="1538499"/>
                </a:moveTo>
                <a:lnTo>
                  <a:pt x="3318785" y="1537174"/>
                </a:lnTo>
                <a:lnTo>
                  <a:pt x="3319615" y="1536346"/>
                </a:lnTo>
                <a:lnTo>
                  <a:pt x="3317624" y="1538499"/>
                </a:lnTo>
                <a:close/>
              </a:path>
              <a:path w="4359909" h="1712595">
                <a:moveTo>
                  <a:pt x="2804053" y="1712413"/>
                </a:moveTo>
                <a:lnTo>
                  <a:pt x="2804053" y="1712082"/>
                </a:lnTo>
                <a:lnTo>
                  <a:pt x="2804219" y="1711916"/>
                </a:lnTo>
                <a:lnTo>
                  <a:pt x="2804219" y="1711585"/>
                </a:lnTo>
                <a:lnTo>
                  <a:pt x="2805049" y="1711419"/>
                </a:lnTo>
                <a:lnTo>
                  <a:pt x="2805713" y="1711916"/>
                </a:lnTo>
                <a:lnTo>
                  <a:pt x="2806211" y="1712579"/>
                </a:lnTo>
                <a:lnTo>
                  <a:pt x="2804053" y="1712413"/>
                </a:lnTo>
                <a:close/>
              </a:path>
              <a:path w="4359909" h="1712595">
                <a:moveTo>
                  <a:pt x="2252970" y="1387939"/>
                </a:moveTo>
                <a:lnTo>
                  <a:pt x="2254795" y="1379989"/>
                </a:lnTo>
                <a:lnTo>
                  <a:pt x="2260605" y="1380486"/>
                </a:lnTo>
                <a:lnTo>
                  <a:pt x="2252970" y="1387939"/>
                </a:lnTo>
                <a:close/>
              </a:path>
              <a:path w="4359909" h="1712595">
                <a:moveTo>
                  <a:pt x="3310673" y="1550280"/>
                </a:moveTo>
                <a:lnTo>
                  <a:pt x="3310836" y="1547322"/>
                </a:lnTo>
                <a:lnTo>
                  <a:pt x="3314968" y="1548603"/>
                </a:lnTo>
                <a:lnTo>
                  <a:pt x="3312657" y="1552399"/>
                </a:lnTo>
                <a:lnTo>
                  <a:pt x="3310673" y="1550280"/>
                </a:lnTo>
                <a:close/>
              </a:path>
              <a:path w="4359909" h="1712595">
                <a:moveTo>
                  <a:pt x="3499382" y="1575435"/>
                </a:moveTo>
                <a:lnTo>
                  <a:pt x="3499382" y="1571625"/>
                </a:lnTo>
                <a:lnTo>
                  <a:pt x="3503199" y="1571625"/>
                </a:lnTo>
                <a:lnTo>
                  <a:pt x="3503199" y="1575435"/>
                </a:lnTo>
                <a:lnTo>
                  <a:pt x="3499382" y="1575435"/>
                </a:lnTo>
                <a:close/>
              </a:path>
              <a:path w="4359909" h="1712595">
                <a:moveTo>
                  <a:pt x="3136278" y="1549542"/>
                </a:moveTo>
                <a:lnTo>
                  <a:pt x="3138355" y="1550590"/>
                </a:lnTo>
                <a:lnTo>
                  <a:pt x="3139406" y="1552663"/>
                </a:lnTo>
                <a:lnTo>
                  <a:pt x="3137671" y="1551273"/>
                </a:lnTo>
                <a:lnTo>
                  <a:pt x="3136278" y="1549542"/>
                </a:lnTo>
                <a:close/>
              </a:path>
              <a:path w="4359909" h="1712595">
                <a:moveTo>
                  <a:pt x="2788948" y="1577091"/>
                </a:moveTo>
                <a:lnTo>
                  <a:pt x="2791855" y="1569840"/>
                </a:lnTo>
                <a:lnTo>
                  <a:pt x="2792579" y="1570300"/>
                </a:lnTo>
                <a:lnTo>
                  <a:pt x="2794792" y="1575207"/>
                </a:lnTo>
                <a:lnTo>
                  <a:pt x="2794592" y="1581232"/>
                </a:lnTo>
                <a:lnTo>
                  <a:pt x="2788948" y="1577091"/>
                </a:lnTo>
                <a:close/>
              </a:path>
              <a:path w="4359909" h="1712595">
                <a:moveTo>
                  <a:pt x="2789934" y="1568618"/>
                </a:moveTo>
                <a:lnTo>
                  <a:pt x="2792600" y="1567982"/>
                </a:lnTo>
                <a:lnTo>
                  <a:pt x="2791855" y="1569840"/>
                </a:lnTo>
                <a:lnTo>
                  <a:pt x="2789934" y="1568618"/>
                </a:lnTo>
                <a:close/>
              </a:path>
              <a:path w="4359909" h="1712595">
                <a:moveTo>
                  <a:pt x="2784965" y="1569804"/>
                </a:moveTo>
                <a:lnTo>
                  <a:pt x="2788967" y="1568002"/>
                </a:lnTo>
                <a:lnTo>
                  <a:pt x="2789934" y="1568618"/>
                </a:lnTo>
                <a:lnTo>
                  <a:pt x="2784965" y="1569804"/>
                </a:lnTo>
                <a:close/>
              </a:path>
              <a:path w="4359909" h="1712595">
                <a:moveTo>
                  <a:pt x="3159602" y="1581563"/>
                </a:moveTo>
                <a:lnTo>
                  <a:pt x="3161428" y="1573613"/>
                </a:lnTo>
                <a:lnTo>
                  <a:pt x="3167071" y="1573944"/>
                </a:lnTo>
                <a:lnTo>
                  <a:pt x="3159602" y="1581563"/>
                </a:lnTo>
                <a:close/>
              </a:path>
              <a:path w="4359909" h="1712595">
                <a:moveTo>
                  <a:pt x="3278616" y="1692703"/>
                </a:moveTo>
                <a:lnTo>
                  <a:pt x="3280442" y="1684752"/>
                </a:lnTo>
                <a:lnTo>
                  <a:pt x="3286252" y="1685084"/>
                </a:lnTo>
                <a:lnTo>
                  <a:pt x="3278616" y="1692703"/>
                </a:lnTo>
                <a:close/>
              </a:path>
              <a:path w="4359909" h="1712595">
                <a:moveTo>
                  <a:pt x="3330073" y="1591170"/>
                </a:moveTo>
                <a:lnTo>
                  <a:pt x="3330405" y="1585042"/>
                </a:lnTo>
                <a:lnTo>
                  <a:pt x="3334222" y="1586864"/>
                </a:lnTo>
                <a:lnTo>
                  <a:pt x="3334555" y="1592329"/>
                </a:lnTo>
                <a:lnTo>
                  <a:pt x="3334222" y="1598458"/>
                </a:lnTo>
                <a:lnTo>
                  <a:pt x="3330239" y="1596636"/>
                </a:lnTo>
                <a:lnTo>
                  <a:pt x="3330073" y="1591170"/>
                </a:lnTo>
                <a:close/>
              </a:path>
              <a:path w="4359909" h="1712595">
                <a:moveTo>
                  <a:pt x="3350821" y="1596139"/>
                </a:moveTo>
                <a:lnTo>
                  <a:pt x="3354307" y="1588189"/>
                </a:lnTo>
                <a:lnTo>
                  <a:pt x="3355303" y="1587029"/>
                </a:lnTo>
                <a:lnTo>
                  <a:pt x="3361444" y="1587857"/>
                </a:lnTo>
                <a:lnTo>
                  <a:pt x="3359121" y="1595311"/>
                </a:lnTo>
                <a:lnTo>
                  <a:pt x="3355303" y="1596636"/>
                </a:lnTo>
                <a:lnTo>
                  <a:pt x="3350821" y="1596139"/>
                </a:lnTo>
                <a:close/>
              </a:path>
              <a:path w="4359909" h="1712595">
                <a:moveTo>
                  <a:pt x="2287402" y="1436397"/>
                </a:moveTo>
                <a:lnTo>
                  <a:pt x="2287495" y="1431832"/>
                </a:lnTo>
                <a:lnTo>
                  <a:pt x="2289643" y="1434161"/>
                </a:lnTo>
                <a:lnTo>
                  <a:pt x="2288865" y="1436428"/>
                </a:lnTo>
                <a:lnTo>
                  <a:pt x="2287402" y="1436397"/>
                </a:lnTo>
                <a:close/>
              </a:path>
              <a:path w="4359909" h="1712595">
                <a:moveTo>
                  <a:pt x="3683702" y="1438312"/>
                </a:moveTo>
                <a:lnTo>
                  <a:pt x="3683795" y="1433654"/>
                </a:lnTo>
                <a:lnTo>
                  <a:pt x="3685943" y="1436076"/>
                </a:lnTo>
                <a:lnTo>
                  <a:pt x="3685165" y="1438374"/>
                </a:lnTo>
                <a:lnTo>
                  <a:pt x="3683702" y="1438312"/>
                </a:lnTo>
                <a:close/>
              </a:path>
              <a:path w="4359909" h="1712595">
                <a:moveTo>
                  <a:pt x="3013438" y="1434433"/>
                </a:moveTo>
                <a:lnTo>
                  <a:pt x="3013532" y="1429844"/>
                </a:lnTo>
                <a:lnTo>
                  <a:pt x="3015679" y="1432243"/>
                </a:lnTo>
                <a:lnTo>
                  <a:pt x="3014901" y="1434503"/>
                </a:lnTo>
                <a:lnTo>
                  <a:pt x="3013438" y="1434433"/>
                </a:lnTo>
                <a:close/>
              </a:path>
              <a:path w="4359909" h="1712595">
                <a:moveTo>
                  <a:pt x="2842563" y="1453198"/>
                </a:moveTo>
                <a:lnTo>
                  <a:pt x="2844555" y="1445248"/>
                </a:lnTo>
                <a:lnTo>
                  <a:pt x="2850198" y="1445579"/>
                </a:lnTo>
                <a:lnTo>
                  <a:pt x="2842563" y="1453198"/>
                </a:lnTo>
                <a:close/>
              </a:path>
              <a:path w="4359909" h="1712595">
                <a:moveTo>
                  <a:pt x="2683711" y="1429182"/>
                </a:moveTo>
                <a:lnTo>
                  <a:pt x="2685869" y="1427194"/>
                </a:lnTo>
                <a:lnTo>
                  <a:pt x="2685039" y="1428022"/>
                </a:lnTo>
                <a:lnTo>
                  <a:pt x="2683711" y="1429182"/>
                </a:lnTo>
                <a:close/>
              </a:path>
              <a:path w="4359909" h="1712595">
                <a:moveTo>
                  <a:pt x="2508427" y="1353488"/>
                </a:moveTo>
                <a:lnTo>
                  <a:pt x="2510253" y="1345537"/>
                </a:lnTo>
                <a:lnTo>
                  <a:pt x="2516062" y="1345869"/>
                </a:lnTo>
                <a:lnTo>
                  <a:pt x="2508427" y="1353488"/>
                </a:lnTo>
                <a:close/>
              </a:path>
              <a:path w="4359909" h="1712595">
                <a:moveTo>
                  <a:pt x="3334222" y="1316717"/>
                </a:moveTo>
                <a:lnTo>
                  <a:pt x="3335249" y="1311430"/>
                </a:lnTo>
                <a:lnTo>
                  <a:pt x="3338206" y="1312307"/>
                </a:lnTo>
                <a:lnTo>
                  <a:pt x="3339171" y="1315390"/>
                </a:lnTo>
                <a:lnTo>
                  <a:pt x="3334222" y="1316717"/>
                </a:lnTo>
                <a:close/>
              </a:path>
              <a:path w="4359909" h="1712595">
                <a:moveTo>
                  <a:pt x="3524194" y="1315669"/>
                </a:moveTo>
                <a:lnTo>
                  <a:pt x="3526272" y="1316717"/>
                </a:lnTo>
                <a:lnTo>
                  <a:pt x="3527322" y="1318790"/>
                </a:lnTo>
                <a:lnTo>
                  <a:pt x="3525587" y="1317401"/>
                </a:lnTo>
                <a:lnTo>
                  <a:pt x="3524194" y="1315669"/>
                </a:lnTo>
                <a:close/>
              </a:path>
              <a:path w="4359909" h="1712595">
                <a:moveTo>
                  <a:pt x="3591505" y="1430623"/>
                </a:moveTo>
                <a:lnTo>
                  <a:pt x="3591506" y="1426035"/>
                </a:lnTo>
                <a:lnTo>
                  <a:pt x="3593746" y="1428434"/>
                </a:lnTo>
                <a:lnTo>
                  <a:pt x="3592999" y="1430693"/>
                </a:lnTo>
                <a:lnTo>
                  <a:pt x="3591505" y="1430623"/>
                </a:lnTo>
                <a:close/>
              </a:path>
              <a:path w="4359909" h="1712595">
                <a:moveTo>
                  <a:pt x="3418379" y="1430175"/>
                </a:moveTo>
                <a:lnTo>
                  <a:pt x="3418711" y="1426035"/>
                </a:lnTo>
                <a:lnTo>
                  <a:pt x="3423027" y="1425703"/>
                </a:lnTo>
                <a:lnTo>
                  <a:pt x="3424853" y="1427691"/>
                </a:lnTo>
                <a:lnTo>
                  <a:pt x="3424521" y="1431832"/>
                </a:lnTo>
                <a:lnTo>
                  <a:pt x="3420371" y="1432163"/>
                </a:lnTo>
                <a:lnTo>
                  <a:pt x="3418379" y="1430175"/>
                </a:lnTo>
                <a:close/>
              </a:path>
              <a:path w="4359909" h="1712595">
                <a:moveTo>
                  <a:pt x="2667942" y="1349678"/>
                </a:moveTo>
                <a:lnTo>
                  <a:pt x="2669602" y="1341728"/>
                </a:lnTo>
                <a:lnTo>
                  <a:pt x="2675412" y="1342059"/>
                </a:lnTo>
                <a:lnTo>
                  <a:pt x="2667942" y="1349678"/>
                </a:lnTo>
                <a:close/>
              </a:path>
              <a:path w="4359909" h="1712595">
                <a:moveTo>
                  <a:pt x="2155700" y="1341065"/>
                </a:moveTo>
                <a:lnTo>
                  <a:pt x="2156862" y="1339740"/>
                </a:lnTo>
                <a:lnTo>
                  <a:pt x="2157692" y="1338912"/>
                </a:lnTo>
                <a:lnTo>
                  <a:pt x="2155700" y="1341065"/>
                </a:lnTo>
                <a:close/>
              </a:path>
              <a:path w="4359909" h="1712595">
                <a:moveTo>
                  <a:pt x="2942654" y="1344709"/>
                </a:moveTo>
                <a:lnTo>
                  <a:pt x="2944314" y="1337918"/>
                </a:lnTo>
                <a:lnTo>
                  <a:pt x="2946804" y="1338581"/>
                </a:lnTo>
                <a:lnTo>
                  <a:pt x="2947302" y="1341231"/>
                </a:lnTo>
                <a:lnTo>
                  <a:pt x="2950124" y="1341728"/>
                </a:lnTo>
                <a:lnTo>
                  <a:pt x="2948962" y="1348022"/>
                </a:lnTo>
                <a:lnTo>
                  <a:pt x="2942654" y="1344709"/>
                </a:lnTo>
                <a:close/>
              </a:path>
              <a:path w="4359909" h="1712595">
                <a:moveTo>
                  <a:pt x="2137607" y="1337918"/>
                </a:moveTo>
                <a:lnTo>
                  <a:pt x="2143583" y="1339243"/>
                </a:lnTo>
                <a:lnTo>
                  <a:pt x="2140927" y="1343715"/>
                </a:lnTo>
                <a:lnTo>
                  <a:pt x="2139599" y="1344444"/>
                </a:lnTo>
                <a:lnTo>
                  <a:pt x="2139599" y="1341397"/>
                </a:lnTo>
                <a:lnTo>
                  <a:pt x="2137607" y="1337918"/>
                </a:lnTo>
                <a:close/>
              </a:path>
              <a:path w="4359909" h="1712595">
                <a:moveTo>
                  <a:pt x="2133623" y="1344544"/>
                </a:moveTo>
                <a:lnTo>
                  <a:pt x="2133712" y="1343567"/>
                </a:lnTo>
                <a:lnTo>
                  <a:pt x="2139599" y="1341397"/>
                </a:lnTo>
                <a:lnTo>
                  <a:pt x="2139599" y="1344444"/>
                </a:lnTo>
                <a:lnTo>
                  <a:pt x="2137607" y="1345537"/>
                </a:lnTo>
                <a:lnTo>
                  <a:pt x="2133627" y="1344603"/>
                </a:lnTo>
                <a:close/>
              </a:path>
              <a:path w="4359909" h="1712595">
                <a:moveTo>
                  <a:pt x="2129806" y="1345041"/>
                </a:moveTo>
                <a:lnTo>
                  <a:pt x="2129972" y="1341728"/>
                </a:lnTo>
                <a:lnTo>
                  <a:pt x="2133956" y="1340900"/>
                </a:lnTo>
                <a:lnTo>
                  <a:pt x="2133712" y="1343567"/>
                </a:lnTo>
                <a:lnTo>
                  <a:pt x="2131964" y="1344212"/>
                </a:lnTo>
                <a:lnTo>
                  <a:pt x="2131964" y="1346874"/>
                </a:lnTo>
                <a:lnTo>
                  <a:pt x="2131466" y="1346697"/>
                </a:lnTo>
                <a:lnTo>
                  <a:pt x="2129806" y="1345041"/>
                </a:lnTo>
                <a:close/>
              </a:path>
              <a:path w="4359909" h="1712595">
                <a:moveTo>
                  <a:pt x="2131964" y="1346874"/>
                </a:moveTo>
                <a:lnTo>
                  <a:pt x="2131964" y="1344212"/>
                </a:lnTo>
                <a:lnTo>
                  <a:pt x="2133627" y="1344603"/>
                </a:lnTo>
                <a:lnTo>
                  <a:pt x="2133789" y="1347525"/>
                </a:lnTo>
                <a:lnTo>
                  <a:pt x="2131964" y="1346874"/>
                </a:lnTo>
                <a:close/>
              </a:path>
              <a:path w="4359909" h="1712595">
                <a:moveTo>
                  <a:pt x="2131964" y="1344212"/>
                </a:moveTo>
                <a:lnTo>
                  <a:pt x="2133712" y="1343567"/>
                </a:lnTo>
                <a:lnTo>
                  <a:pt x="2133623" y="1344602"/>
                </a:lnTo>
                <a:lnTo>
                  <a:pt x="2131964" y="1344212"/>
                </a:lnTo>
                <a:close/>
              </a:path>
              <a:path w="4359909" h="1712595">
                <a:moveTo>
                  <a:pt x="2133623" y="1344602"/>
                </a:moveTo>
                <a:close/>
              </a:path>
              <a:path w="4359909" h="1712595">
                <a:moveTo>
                  <a:pt x="2408501" y="1458664"/>
                </a:moveTo>
                <a:lnTo>
                  <a:pt x="2409663" y="1452867"/>
                </a:lnTo>
                <a:lnTo>
                  <a:pt x="2412651" y="1460486"/>
                </a:lnTo>
                <a:lnTo>
                  <a:pt x="2416137" y="1458664"/>
                </a:lnTo>
                <a:lnTo>
                  <a:pt x="2415971" y="1463468"/>
                </a:lnTo>
                <a:lnTo>
                  <a:pt x="2409663" y="1459161"/>
                </a:lnTo>
                <a:lnTo>
                  <a:pt x="2408501" y="1458664"/>
                </a:lnTo>
                <a:close/>
              </a:path>
              <a:path w="4359909" h="1712595">
                <a:moveTo>
                  <a:pt x="3237949" y="1653613"/>
                </a:moveTo>
                <a:lnTo>
                  <a:pt x="3238115" y="1650301"/>
                </a:lnTo>
                <a:lnTo>
                  <a:pt x="3240605" y="1651129"/>
                </a:lnTo>
                <a:lnTo>
                  <a:pt x="3242098" y="1652785"/>
                </a:lnTo>
                <a:lnTo>
                  <a:pt x="3241932" y="1656098"/>
                </a:lnTo>
                <a:lnTo>
                  <a:pt x="3239608" y="1655270"/>
                </a:lnTo>
                <a:lnTo>
                  <a:pt x="3237949" y="1653613"/>
                </a:lnTo>
                <a:close/>
              </a:path>
              <a:path w="4359909" h="1712595">
                <a:moveTo>
                  <a:pt x="3442447" y="1494610"/>
                </a:moveTo>
                <a:lnTo>
                  <a:pt x="3442447" y="1491791"/>
                </a:lnTo>
                <a:lnTo>
                  <a:pt x="3447593" y="1494938"/>
                </a:lnTo>
                <a:lnTo>
                  <a:pt x="3442447" y="1494610"/>
                </a:lnTo>
                <a:close/>
              </a:path>
              <a:path w="4359909" h="1712595">
                <a:moveTo>
                  <a:pt x="3434148" y="1483509"/>
                </a:moveTo>
                <a:lnTo>
                  <a:pt x="3434646" y="1481356"/>
                </a:lnTo>
                <a:lnTo>
                  <a:pt x="3437966" y="1482184"/>
                </a:lnTo>
                <a:lnTo>
                  <a:pt x="3437966" y="1479700"/>
                </a:lnTo>
                <a:lnTo>
                  <a:pt x="3442945" y="1483012"/>
                </a:lnTo>
                <a:lnTo>
                  <a:pt x="3442447" y="1491791"/>
                </a:lnTo>
                <a:lnTo>
                  <a:pt x="3442447" y="1494610"/>
                </a:lnTo>
                <a:lnTo>
                  <a:pt x="3439791" y="1494441"/>
                </a:lnTo>
                <a:lnTo>
                  <a:pt x="3439625" y="1486325"/>
                </a:lnTo>
                <a:lnTo>
                  <a:pt x="3437966" y="1485472"/>
                </a:lnTo>
                <a:lnTo>
                  <a:pt x="3437966" y="1482184"/>
                </a:lnTo>
                <a:lnTo>
                  <a:pt x="3437965" y="1485472"/>
                </a:lnTo>
                <a:lnTo>
                  <a:pt x="3434148" y="1483509"/>
                </a:lnTo>
                <a:close/>
              </a:path>
              <a:path w="4359909" h="1712595">
                <a:moveTo>
                  <a:pt x="3611424" y="1490466"/>
                </a:moveTo>
                <a:lnTo>
                  <a:pt x="3613582" y="1488478"/>
                </a:lnTo>
                <a:lnTo>
                  <a:pt x="3612752" y="1489306"/>
                </a:lnTo>
                <a:lnTo>
                  <a:pt x="3611424" y="1490466"/>
                </a:lnTo>
                <a:close/>
              </a:path>
              <a:path w="4359909" h="1712595">
                <a:moveTo>
                  <a:pt x="3362853" y="1637658"/>
                </a:moveTo>
                <a:lnTo>
                  <a:pt x="3364930" y="1638706"/>
                </a:lnTo>
                <a:lnTo>
                  <a:pt x="3365981" y="1640780"/>
                </a:lnTo>
                <a:lnTo>
                  <a:pt x="3364246" y="1639390"/>
                </a:lnTo>
                <a:lnTo>
                  <a:pt x="3362853" y="1637658"/>
                </a:lnTo>
                <a:close/>
              </a:path>
              <a:path w="4359909" h="1712595">
                <a:moveTo>
                  <a:pt x="3047964" y="907461"/>
                </a:moveTo>
                <a:lnTo>
                  <a:pt x="3048057" y="902802"/>
                </a:lnTo>
                <a:lnTo>
                  <a:pt x="3050205" y="905225"/>
                </a:lnTo>
                <a:lnTo>
                  <a:pt x="3049427" y="907523"/>
                </a:lnTo>
                <a:lnTo>
                  <a:pt x="3047964" y="907461"/>
                </a:lnTo>
                <a:close/>
              </a:path>
              <a:path w="4359909" h="1712595">
                <a:moveTo>
                  <a:pt x="55606" y="391684"/>
                </a:moveTo>
                <a:lnTo>
                  <a:pt x="55606" y="391330"/>
                </a:lnTo>
                <a:lnTo>
                  <a:pt x="61582" y="390999"/>
                </a:lnTo>
                <a:lnTo>
                  <a:pt x="62246" y="395636"/>
                </a:lnTo>
                <a:lnTo>
                  <a:pt x="55606" y="391684"/>
                </a:lnTo>
                <a:close/>
              </a:path>
              <a:path w="4359909" h="1712595">
                <a:moveTo>
                  <a:pt x="50295" y="396630"/>
                </a:moveTo>
                <a:lnTo>
                  <a:pt x="52286" y="388845"/>
                </a:lnTo>
                <a:lnTo>
                  <a:pt x="52286" y="383261"/>
                </a:lnTo>
                <a:lnTo>
                  <a:pt x="60752" y="380233"/>
                </a:lnTo>
                <a:lnTo>
                  <a:pt x="55606" y="391330"/>
                </a:lnTo>
                <a:lnTo>
                  <a:pt x="55606" y="391684"/>
                </a:lnTo>
                <a:lnTo>
                  <a:pt x="52784" y="390005"/>
                </a:lnTo>
                <a:lnTo>
                  <a:pt x="52784" y="396705"/>
                </a:lnTo>
                <a:lnTo>
                  <a:pt x="52286" y="396690"/>
                </a:lnTo>
                <a:lnTo>
                  <a:pt x="52286" y="388845"/>
                </a:lnTo>
                <a:lnTo>
                  <a:pt x="51955" y="383380"/>
                </a:lnTo>
                <a:lnTo>
                  <a:pt x="51955" y="396680"/>
                </a:lnTo>
                <a:lnTo>
                  <a:pt x="50295" y="396630"/>
                </a:lnTo>
                <a:close/>
              </a:path>
              <a:path w="4359909" h="1712595">
                <a:moveTo>
                  <a:pt x="52784" y="396705"/>
                </a:moveTo>
                <a:lnTo>
                  <a:pt x="52784" y="390005"/>
                </a:lnTo>
                <a:lnTo>
                  <a:pt x="55772" y="396796"/>
                </a:lnTo>
                <a:lnTo>
                  <a:pt x="52784" y="396705"/>
                </a:lnTo>
                <a:close/>
              </a:path>
              <a:path w="4359909" h="1712595">
                <a:moveTo>
                  <a:pt x="445681" y="389177"/>
                </a:moveTo>
                <a:lnTo>
                  <a:pt x="449579" y="388827"/>
                </a:lnTo>
                <a:lnTo>
                  <a:pt x="451470" y="391226"/>
                </a:lnTo>
                <a:lnTo>
                  <a:pt x="450466" y="392601"/>
                </a:lnTo>
                <a:lnTo>
                  <a:pt x="445681" y="389177"/>
                </a:lnTo>
                <a:close/>
              </a:path>
              <a:path w="4359909" h="1712595">
                <a:moveTo>
                  <a:pt x="215288" y="397127"/>
                </a:moveTo>
                <a:lnTo>
                  <a:pt x="217114" y="389177"/>
                </a:lnTo>
                <a:lnTo>
                  <a:pt x="222757" y="389508"/>
                </a:lnTo>
                <a:lnTo>
                  <a:pt x="215288" y="397127"/>
                </a:lnTo>
                <a:close/>
              </a:path>
              <a:path w="4359909" h="1712595">
                <a:moveTo>
                  <a:pt x="853168" y="393581"/>
                </a:moveTo>
                <a:lnTo>
                  <a:pt x="854180" y="393814"/>
                </a:lnTo>
                <a:lnTo>
                  <a:pt x="854678" y="391164"/>
                </a:lnTo>
                <a:lnTo>
                  <a:pt x="860487" y="391164"/>
                </a:lnTo>
                <a:lnTo>
                  <a:pt x="863143" y="393649"/>
                </a:lnTo>
                <a:lnTo>
                  <a:pt x="862479" y="399446"/>
                </a:lnTo>
                <a:lnTo>
                  <a:pt x="862479" y="404580"/>
                </a:lnTo>
                <a:lnTo>
                  <a:pt x="857831" y="405077"/>
                </a:lnTo>
                <a:lnTo>
                  <a:pt x="853168" y="393581"/>
                </a:lnTo>
                <a:close/>
              </a:path>
              <a:path w="4359909" h="1712595">
                <a:moveTo>
                  <a:pt x="850860" y="393050"/>
                </a:moveTo>
                <a:lnTo>
                  <a:pt x="850860" y="391164"/>
                </a:lnTo>
                <a:lnTo>
                  <a:pt x="854678" y="391164"/>
                </a:lnTo>
                <a:lnTo>
                  <a:pt x="852188" y="391164"/>
                </a:lnTo>
                <a:lnTo>
                  <a:pt x="852188" y="393356"/>
                </a:lnTo>
                <a:lnTo>
                  <a:pt x="850860" y="393050"/>
                </a:lnTo>
                <a:close/>
              </a:path>
              <a:path w="4359909" h="1712595">
                <a:moveTo>
                  <a:pt x="852188" y="391164"/>
                </a:moveTo>
                <a:lnTo>
                  <a:pt x="854678" y="391164"/>
                </a:lnTo>
                <a:lnTo>
                  <a:pt x="854180" y="393814"/>
                </a:lnTo>
                <a:lnTo>
                  <a:pt x="853168" y="393581"/>
                </a:lnTo>
                <a:lnTo>
                  <a:pt x="852188" y="391164"/>
                </a:lnTo>
                <a:close/>
              </a:path>
              <a:path w="4359909" h="1712595">
                <a:moveTo>
                  <a:pt x="852188" y="393356"/>
                </a:moveTo>
                <a:lnTo>
                  <a:pt x="852188" y="391164"/>
                </a:lnTo>
                <a:lnTo>
                  <a:pt x="853168" y="393581"/>
                </a:lnTo>
                <a:lnTo>
                  <a:pt x="852188" y="393356"/>
                </a:lnTo>
                <a:close/>
              </a:path>
              <a:path w="4359909" h="1712595">
                <a:moveTo>
                  <a:pt x="847042" y="393152"/>
                </a:moveTo>
                <a:lnTo>
                  <a:pt x="847042" y="387355"/>
                </a:lnTo>
                <a:lnTo>
                  <a:pt x="852188" y="385864"/>
                </a:lnTo>
                <a:lnTo>
                  <a:pt x="850860" y="391164"/>
                </a:lnTo>
                <a:lnTo>
                  <a:pt x="850860" y="393050"/>
                </a:lnTo>
                <a:lnTo>
                  <a:pt x="849864" y="392821"/>
                </a:lnTo>
                <a:lnTo>
                  <a:pt x="847042" y="393152"/>
                </a:lnTo>
                <a:close/>
              </a:path>
              <a:path w="4359909" h="1712595">
                <a:moveTo>
                  <a:pt x="497469" y="389177"/>
                </a:moveTo>
                <a:lnTo>
                  <a:pt x="499959" y="384373"/>
                </a:lnTo>
                <a:lnTo>
                  <a:pt x="505935" y="391992"/>
                </a:lnTo>
                <a:lnTo>
                  <a:pt x="510914" y="391164"/>
                </a:lnTo>
                <a:lnTo>
                  <a:pt x="510914" y="396796"/>
                </a:lnTo>
                <a:lnTo>
                  <a:pt x="503943" y="396796"/>
                </a:lnTo>
                <a:lnTo>
                  <a:pt x="502283" y="391330"/>
                </a:lnTo>
                <a:lnTo>
                  <a:pt x="497469" y="389177"/>
                </a:lnTo>
                <a:close/>
              </a:path>
              <a:path w="4359909" h="1712595">
                <a:moveTo>
                  <a:pt x="1406238" y="362292"/>
                </a:moveTo>
                <a:lnTo>
                  <a:pt x="1407919" y="360522"/>
                </a:lnTo>
                <a:lnTo>
                  <a:pt x="1410160" y="362851"/>
                </a:lnTo>
                <a:lnTo>
                  <a:pt x="1408293" y="363255"/>
                </a:lnTo>
                <a:lnTo>
                  <a:pt x="1406238" y="362292"/>
                </a:lnTo>
                <a:close/>
              </a:path>
              <a:path w="4359909" h="1712595">
                <a:moveTo>
                  <a:pt x="1317455" y="356547"/>
                </a:moveTo>
                <a:lnTo>
                  <a:pt x="1317455" y="352738"/>
                </a:lnTo>
                <a:lnTo>
                  <a:pt x="1319115" y="353897"/>
                </a:lnTo>
                <a:lnTo>
                  <a:pt x="1320609" y="354891"/>
                </a:lnTo>
                <a:lnTo>
                  <a:pt x="1323265" y="354725"/>
                </a:lnTo>
                <a:lnTo>
                  <a:pt x="1322767" y="356713"/>
                </a:lnTo>
                <a:lnTo>
                  <a:pt x="1319447" y="356050"/>
                </a:lnTo>
                <a:lnTo>
                  <a:pt x="1319447" y="358535"/>
                </a:lnTo>
                <a:lnTo>
                  <a:pt x="1317787" y="358866"/>
                </a:lnTo>
                <a:lnTo>
                  <a:pt x="1317621" y="357872"/>
                </a:lnTo>
                <a:lnTo>
                  <a:pt x="1317455" y="356547"/>
                </a:lnTo>
                <a:close/>
              </a:path>
              <a:path w="4359909" h="1712595">
                <a:moveTo>
                  <a:pt x="1175534" y="366485"/>
                </a:moveTo>
                <a:lnTo>
                  <a:pt x="1177360" y="358535"/>
                </a:lnTo>
                <a:lnTo>
                  <a:pt x="1183170" y="358866"/>
                </a:lnTo>
                <a:lnTo>
                  <a:pt x="1175534" y="366485"/>
                </a:lnTo>
                <a:close/>
              </a:path>
              <a:path w="4359909" h="1712595">
                <a:moveTo>
                  <a:pt x="393892" y="375760"/>
                </a:moveTo>
                <a:lnTo>
                  <a:pt x="394888" y="364994"/>
                </a:lnTo>
                <a:lnTo>
                  <a:pt x="397544" y="362344"/>
                </a:lnTo>
                <a:lnTo>
                  <a:pt x="401859" y="363172"/>
                </a:lnTo>
                <a:lnTo>
                  <a:pt x="398373" y="371785"/>
                </a:lnTo>
                <a:lnTo>
                  <a:pt x="398373" y="375760"/>
                </a:lnTo>
                <a:lnTo>
                  <a:pt x="393892" y="375760"/>
                </a:lnTo>
                <a:close/>
              </a:path>
              <a:path w="4359909" h="1712595">
                <a:moveTo>
                  <a:pt x="398373" y="375760"/>
                </a:moveTo>
                <a:lnTo>
                  <a:pt x="398373" y="371785"/>
                </a:lnTo>
                <a:lnTo>
                  <a:pt x="399535" y="375760"/>
                </a:lnTo>
                <a:lnTo>
                  <a:pt x="398373" y="375760"/>
                </a:lnTo>
                <a:close/>
              </a:path>
              <a:path w="4359909" h="1712595">
                <a:moveTo>
                  <a:pt x="1571252" y="427769"/>
                </a:moveTo>
                <a:lnTo>
                  <a:pt x="1571252" y="427603"/>
                </a:lnTo>
                <a:lnTo>
                  <a:pt x="1571418" y="427769"/>
                </a:lnTo>
                <a:lnTo>
                  <a:pt x="1571252" y="427769"/>
                </a:lnTo>
                <a:close/>
              </a:path>
              <a:path w="4359909" h="1712595">
                <a:moveTo>
                  <a:pt x="203337" y="380564"/>
                </a:moveTo>
                <a:lnTo>
                  <a:pt x="203668" y="375760"/>
                </a:lnTo>
                <a:lnTo>
                  <a:pt x="209312" y="375429"/>
                </a:lnTo>
                <a:lnTo>
                  <a:pt x="210308" y="382551"/>
                </a:lnTo>
                <a:lnTo>
                  <a:pt x="207486" y="385367"/>
                </a:lnTo>
                <a:lnTo>
                  <a:pt x="204664" y="383711"/>
                </a:lnTo>
                <a:lnTo>
                  <a:pt x="203337" y="380564"/>
                </a:lnTo>
                <a:close/>
              </a:path>
              <a:path w="4359909" h="1712595">
                <a:moveTo>
                  <a:pt x="111212" y="476299"/>
                </a:moveTo>
                <a:lnTo>
                  <a:pt x="111545" y="472655"/>
                </a:lnTo>
                <a:lnTo>
                  <a:pt x="111545" y="469733"/>
                </a:lnTo>
                <a:lnTo>
                  <a:pt x="113703" y="470502"/>
                </a:lnTo>
                <a:lnTo>
                  <a:pt x="115363" y="472158"/>
                </a:lnTo>
                <a:lnTo>
                  <a:pt x="115196" y="475471"/>
                </a:lnTo>
                <a:lnTo>
                  <a:pt x="111545" y="476230"/>
                </a:lnTo>
                <a:lnTo>
                  <a:pt x="111545" y="472655"/>
                </a:lnTo>
                <a:lnTo>
                  <a:pt x="111379" y="469674"/>
                </a:lnTo>
                <a:lnTo>
                  <a:pt x="111379" y="476265"/>
                </a:lnTo>
                <a:lnTo>
                  <a:pt x="111212" y="476299"/>
                </a:lnTo>
                <a:close/>
              </a:path>
              <a:path w="4359909" h="1712595">
                <a:moveTo>
                  <a:pt x="898333" y="446154"/>
                </a:moveTo>
                <a:lnTo>
                  <a:pt x="899163" y="443173"/>
                </a:lnTo>
                <a:lnTo>
                  <a:pt x="900823" y="441020"/>
                </a:lnTo>
                <a:lnTo>
                  <a:pt x="902649" y="448142"/>
                </a:lnTo>
                <a:lnTo>
                  <a:pt x="910616" y="449136"/>
                </a:lnTo>
                <a:lnTo>
                  <a:pt x="910450" y="458245"/>
                </a:lnTo>
                <a:lnTo>
                  <a:pt x="906723" y="457125"/>
                </a:lnTo>
                <a:lnTo>
                  <a:pt x="905284" y="453753"/>
                </a:lnTo>
                <a:lnTo>
                  <a:pt x="903564" y="450722"/>
                </a:lnTo>
                <a:lnTo>
                  <a:pt x="898997" y="450626"/>
                </a:lnTo>
                <a:lnTo>
                  <a:pt x="898333" y="446154"/>
                </a:lnTo>
                <a:close/>
              </a:path>
              <a:path w="4359909" h="1712595">
                <a:moveTo>
                  <a:pt x="64336" y="470879"/>
                </a:moveTo>
                <a:lnTo>
                  <a:pt x="64336" y="465370"/>
                </a:lnTo>
                <a:lnTo>
                  <a:pt x="65400" y="471662"/>
                </a:lnTo>
                <a:lnTo>
                  <a:pt x="64336" y="470879"/>
                </a:lnTo>
                <a:close/>
              </a:path>
              <a:path w="4359909" h="1712595">
                <a:moveTo>
                  <a:pt x="61582" y="450626"/>
                </a:moveTo>
                <a:lnTo>
                  <a:pt x="64886" y="454588"/>
                </a:lnTo>
                <a:lnTo>
                  <a:pt x="64985" y="459591"/>
                </a:lnTo>
                <a:lnTo>
                  <a:pt x="64336" y="465370"/>
                </a:lnTo>
                <a:lnTo>
                  <a:pt x="64336" y="470879"/>
                </a:lnTo>
                <a:lnTo>
                  <a:pt x="62669" y="469653"/>
                </a:lnTo>
                <a:lnTo>
                  <a:pt x="62669" y="456988"/>
                </a:lnTo>
                <a:lnTo>
                  <a:pt x="61582" y="450626"/>
                </a:lnTo>
                <a:close/>
              </a:path>
              <a:path w="4359909" h="1712595">
                <a:moveTo>
                  <a:pt x="60298" y="467909"/>
                </a:moveTo>
                <a:lnTo>
                  <a:pt x="60814" y="462883"/>
                </a:lnTo>
                <a:lnTo>
                  <a:pt x="62669" y="456988"/>
                </a:lnTo>
                <a:lnTo>
                  <a:pt x="62669" y="469653"/>
                </a:lnTo>
                <a:lnTo>
                  <a:pt x="60298" y="467909"/>
                </a:lnTo>
                <a:close/>
              </a:path>
              <a:path w="4359909" h="1712595">
                <a:moveTo>
                  <a:pt x="1260023" y="479612"/>
                </a:moveTo>
                <a:lnTo>
                  <a:pt x="1261849" y="471662"/>
                </a:lnTo>
                <a:lnTo>
                  <a:pt x="1267658" y="471993"/>
                </a:lnTo>
                <a:lnTo>
                  <a:pt x="1260023" y="479612"/>
                </a:lnTo>
                <a:close/>
              </a:path>
              <a:path w="4359909" h="1712595">
                <a:moveTo>
                  <a:pt x="728243" y="473502"/>
                </a:moveTo>
                <a:lnTo>
                  <a:pt x="729854" y="471662"/>
                </a:lnTo>
                <a:lnTo>
                  <a:pt x="732118" y="474014"/>
                </a:lnTo>
                <a:lnTo>
                  <a:pt x="730290" y="474457"/>
                </a:lnTo>
                <a:lnTo>
                  <a:pt x="728243" y="473502"/>
                </a:lnTo>
                <a:close/>
              </a:path>
              <a:path w="4359909" h="1712595">
                <a:moveTo>
                  <a:pt x="569342" y="448473"/>
                </a:moveTo>
                <a:lnTo>
                  <a:pt x="573492" y="439198"/>
                </a:lnTo>
                <a:lnTo>
                  <a:pt x="573492" y="435137"/>
                </a:lnTo>
                <a:lnTo>
                  <a:pt x="577144" y="435388"/>
                </a:lnTo>
                <a:lnTo>
                  <a:pt x="576148" y="441516"/>
                </a:lnTo>
                <a:lnTo>
                  <a:pt x="576148" y="446651"/>
                </a:lnTo>
                <a:lnTo>
                  <a:pt x="573492" y="447362"/>
                </a:lnTo>
                <a:lnTo>
                  <a:pt x="573492" y="439198"/>
                </a:lnTo>
                <a:lnTo>
                  <a:pt x="572330" y="435057"/>
                </a:lnTo>
                <a:lnTo>
                  <a:pt x="572330" y="447673"/>
                </a:lnTo>
                <a:lnTo>
                  <a:pt x="569342" y="448473"/>
                </a:lnTo>
                <a:close/>
              </a:path>
              <a:path w="4359909" h="1712595">
                <a:moveTo>
                  <a:pt x="1177135" y="351185"/>
                </a:moveTo>
                <a:lnTo>
                  <a:pt x="1177921" y="348514"/>
                </a:lnTo>
                <a:lnTo>
                  <a:pt x="1179422" y="348949"/>
                </a:lnTo>
                <a:lnTo>
                  <a:pt x="1179352" y="354725"/>
                </a:lnTo>
                <a:lnTo>
                  <a:pt x="1177135" y="351185"/>
                </a:lnTo>
                <a:close/>
              </a:path>
              <a:path w="4359909" h="1712595">
                <a:moveTo>
                  <a:pt x="455806" y="449798"/>
                </a:moveTo>
                <a:lnTo>
                  <a:pt x="457964" y="447810"/>
                </a:lnTo>
                <a:lnTo>
                  <a:pt x="457134" y="448639"/>
                </a:lnTo>
                <a:lnTo>
                  <a:pt x="455806" y="449798"/>
                </a:lnTo>
                <a:close/>
              </a:path>
              <a:path w="4359909" h="1712595">
                <a:moveTo>
                  <a:pt x="2347085" y="427438"/>
                </a:moveTo>
                <a:lnTo>
                  <a:pt x="2349575" y="421641"/>
                </a:lnTo>
                <a:lnTo>
                  <a:pt x="2355883" y="430750"/>
                </a:lnTo>
                <a:lnTo>
                  <a:pt x="2350903" y="433235"/>
                </a:lnTo>
                <a:lnTo>
                  <a:pt x="2350239" y="433157"/>
                </a:lnTo>
                <a:lnTo>
                  <a:pt x="2350239" y="427603"/>
                </a:lnTo>
                <a:lnTo>
                  <a:pt x="2347085" y="427438"/>
                </a:lnTo>
                <a:close/>
              </a:path>
              <a:path w="4359909" h="1712595">
                <a:moveTo>
                  <a:pt x="2348081" y="432904"/>
                </a:moveTo>
                <a:lnTo>
                  <a:pt x="2350239" y="427603"/>
                </a:lnTo>
                <a:lnTo>
                  <a:pt x="2350239" y="433157"/>
                </a:lnTo>
                <a:lnTo>
                  <a:pt x="2348081" y="432904"/>
                </a:lnTo>
                <a:close/>
              </a:path>
              <a:path w="4359909" h="1712595">
                <a:moveTo>
                  <a:pt x="704956" y="477624"/>
                </a:moveTo>
                <a:lnTo>
                  <a:pt x="706781" y="469674"/>
                </a:lnTo>
                <a:lnTo>
                  <a:pt x="712591" y="470005"/>
                </a:lnTo>
                <a:lnTo>
                  <a:pt x="704956" y="477624"/>
                </a:lnTo>
                <a:close/>
              </a:path>
              <a:path w="4359909" h="1712595">
                <a:moveTo>
                  <a:pt x="602312" y="447148"/>
                </a:moveTo>
                <a:lnTo>
                  <a:pt x="603378" y="445207"/>
                </a:lnTo>
                <a:lnTo>
                  <a:pt x="606856" y="446651"/>
                </a:lnTo>
                <a:lnTo>
                  <a:pt x="603518" y="448840"/>
                </a:lnTo>
                <a:lnTo>
                  <a:pt x="602312" y="447148"/>
                </a:lnTo>
                <a:close/>
              </a:path>
              <a:path w="4359909" h="1712595">
                <a:moveTo>
                  <a:pt x="1974440" y="258824"/>
                </a:moveTo>
                <a:lnTo>
                  <a:pt x="1978589" y="258493"/>
                </a:lnTo>
                <a:lnTo>
                  <a:pt x="1975436" y="265260"/>
                </a:lnTo>
                <a:lnTo>
                  <a:pt x="1975436" y="261640"/>
                </a:lnTo>
                <a:lnTo>
                  <a:pt x="1974440" y="258824"/>
                </a:lnTo>
                <a:close/>
              </a:path>
              <a:path w="4359909" h="1712595">
                <a:moveTo>
                  <a:pt x="1975270" y="268523"/>
                </a:moveTo>
                <a:lnTo>
                  <a:pt x="1975270" y="265615"/>
                </a:lnTo>
                <a:lnTo>
                  <a:pt x="1976432" y="268431"/>
                </a:lnTo>
                <a:lnTo>
                  <a:pt x="1975270" y="268523"/>
                </a:lnTo>
                <a:close/>
              </a:path>
              <a:path w="4359909" h="1712595">
                <a:moveTo>
                  <a:pt x="1972282" y="268762"/>
                </a:moveTo>
                <a:lnTo>
                  <a:pt x="1975436" y="261640"/>
                </a:lnTo>
                <a:lnTo>
                  <a:pt x="1975436" y="265260"/>
                </a:lnTo>
                <a:lnTo>
                  <a:pt x="1975270" y="265615"/>
                </a:lnTo>
                <a:lnTo>
                  <a:pt x="1975270" y="268523"/>
                </a:lnTo>
                <a:lnTo>
                  <a:pt x="1972282" y="268762"/>
                </a:lnTo>
                <a:close/>
              </a:path>
              <a:path w="4359909" h="1712595">
                <a:moveTo>
                  <a:pt x="3929625" y="264621"/>
                </a:moveTo>
                <a:lnTo>
                  <a:pt x="3933443" y="264621"/>
                </a:lnTo>
                <a:lnTo>
                  <a:pt x="3933443" y="276050"/>
                </a:lnTo>
                <a:lnTo>
                  <a:pt x="3930787" y="276744"/>
                </a:lnTo>
                <a:lnTo>
                  <a:pt x="3930787" y="268596"/>
                </a:lnTo>
                <a:lnTo>
                  <a:pt x="3929625" y="264621"/>
                </a:lnTo>
                <a:close/>
              </a:path>
              <a:path w="4359909" h="1712595">
                <a:moveTo>
                  <a:pt x="3926471" y="277872"/>
                </a:moveTo>
                <a:lnTo>
                  <a:pt x="3930787" y="268596"/>
                </a:lnTo>
                <a:lnTo>
                  <a:pt x="3930787" y="276744"/>
                </a:lnTo>
                <a:lnTo>
                  <a:pt x="3926471" y="277872"/>
                </a:lnTo>
                <a:close/>
              </a:path>
              <a:path w="4359909" h="1712595">
                <a:moveTo>
                  <a:pt x="3093040" y="266774"/>
                </a:moveTo>
                <a:lnTo>
                  <a:pt x="3105655" y="266940"/>
                </a:lnTo>
                <a:lnTo>
                  <a:pt x="3103830" y="272240"/>
                </a:lnTo>
                <a:lnTo>
                  <a:pt x="3097854" y="273852"/>
                </a:lnTo>
                <a:lnTo>
                  <a:pt x="3097854" y="269259"/>
                </a:lnTo>
                <a:lnTo>
                  <a:pt x="3094202" y="268431"/>
                </a:lnTo>
                <a:lnTo>
                  <a:pt x="3093040" y="266774"/>
                </a:lnTo>
                <a:close/>
              </a:path>
              <a:path w="4359909" h="1712595">
                <a:moveTo>
                  <a:pt x="3097688" y="273897"/>
                </a:moveTo>
                <a:lnTo>
                  <a:pt x="3097854" y="269259"/>
                </a:lnTo>
                <a:lnTo>
                  <a:pt x="3097854" y="273852"/>
                </a:lnTo>
                <a:lnTo>
                  <a:pt x="3097688" y="273897"/>
                </a:lnTo>
                <a:close/>
              </a:path>
              <a:path w="4359909" h="1712595">
                <a:moveTo>
                  <a:pt x="2821067" y="259424"/>
                </a:moveTo>
                <a:lnTo>
                  <a:pt x="2823308" y="257002"/>
                </a:lnTo>
                <a:lnTo>
                  <a:pt x="2824989" y="258865"/>
                </a:lnTo>
                <a:lnTo>
                  <a:pt x="2822935" y="259859"/>
                </a:lnTo>
                <a:lnTo>
                  <a:pt x="2821067" y="259424"/>
                </a:lnTo>
                <a:close/>
              </a:path>
              <a:path w="4359909" h="1712595">
                <a:moveTo>
                  <a:pt x="2306965" y="260687"/>
                </a:moveTo>
                <a:lnTo>
                  <a:pt x="2308576" y="258824"/>
                </a:lnTo>
                <a:lnTo>
                  <a:pt x="2310840" y="261246"/>
                </a:lnTo>
                <a:lnTo>
                  <a:pt x="2309012" y="261681"/>
                </a:lnTo>
                <a:lnTo>
                  <a:pt x="2306965" y="260687"/>
                </a:lnTo>
                <a:close/>
              </a:path>
              <a:path w="4359909" h="1712595">
                <a:moveTo>
                  <a:pt x="992615" y="315139"/>
                </a:moveTo>
                <a:lnTo>
                  <a:pt x="992615" y="311826"/>
                </a:lnTo>
                <a:lnTo>
                  <a:pt x="995104" y="311661"/>
                </a:lnTo>
                <a:lnTo>
                  <a:pt x="994939" y="313648"/>
                </a:lnTo>
                <a:lnTo>
                  <a:pt x="992615" y="315139"/>
                </a:lnTo>
                <a:close/>
              </a:path>
              <a:path w="4359909" h="1712595">
                <a:moveTo>
                  <a:pt x="3220022" y="260715"/>
                </a:moveTo>
                <a:lnTo>
                  <a:pt x="3220022" y="258327"/>
                </a:lnTo>
                <a:lnTo>
                  <a:pt x="3226661" y="258824"/>
                </a:lnTo>
                <a:lnTo>
                  <a:pt x="3225002" y="264456"/>
                </a:lnTo>
                <a:lnTo>
                  <a:pt x="3223840" y="260977"/>
                </a:lnTo>
                <a:lnTo>
                  <a:pt x="3220022" y="260715"/>
                </a:lnTo>
                <a:close/>
              </a:path>
              <a:path w="4359909" h="1712595">
                <a:moveTo>
                  <a:pt x="3216038" y="253358"/>
                </a:moveTo>
                <a:lnTo>
                  <a:pt x="3217034" y="247230"/>
                </a:lnTo>
                <a:lnTo>
                  <a:pt x="3222678" y="248720"/>
                </a:lnTo>
                <a:lnTo>
                  <a:pt x="3220520" y="256526"/>
                </a:lnTo>
                <a:lnTo>
                  <a:pt x="3220520" y="254021"/>
                </a:lnTo>
                <a:lnTo>
                  <a:pt x="3216038" y="253358"/>
                </a:lnTo>
                <a:close/>
              </a:path>
              <a:path w="4359909" h="1712595">
                <a:moveTo>
                  <a:pt x="3219026" y="260646"/>
                </a:moveTo>
                <a:lnTo>
                  <a:pt x="3220520" y="254021"/>
                </a:lnTo>
                <a:lnTo>
                  <a:pt x="3220520" y="256526"/>
                </a:lnTo>
                <a:lnTo>
                  <a:pt x="3220022" y="258327"/>
                </a:lnTo>
                <a:lnTo>
                  <a:pt x="3220022" y="260715"/>
                </a:lnTo>
                <a:lnTo>
                  <a:pt x="3219026" y="260646"/>
                </a:lnTo>
                <a:close/>
              </a:path>
              <a:path w="4359909" h="1712595">
                <a:moveTo>
                  <a:pt x="4058267" y="266609"/>
                </a:moveTo>
                <a:lnTo>
                  <a:pt x="4060259" y="260646"/>
                </a:lnTo>
                <a:lnTo>
                  <a:pt x="4063412" y="268762"/>
                </a:lnTo>
                <a:lnTo>
                  <a:pt x="4065902" y="268431"/>
                </a:lnTo>
                <a:lnTo>
                  <a:pt x="4063744" y="275884"/>
                </a:lnTo>
                <a:lnTo>
                  <a:pt x="4060923" y="269093"/>
                </a:lnTo>
                <a:lnTo>
                  <a:pt x="4058267" y="266609"/>
                </a:lnTo>
                <a:close/>
              </a:path>
              <a:path w="4359909" h="1712595">
                <a:moveTo>
                  <a:pt x="2669104" y="284331"/>
                </a:moveTo>
                <a:lnTo>
                  <a:pt x="2669768" y="280025"/>
                </a:lnTo>
                <a:lnTo>
                  <a:pt x="2675578" y="278037"/>
                </a:lnTo>
                <a:lnTo>
                  <a:pt x="2673088" y="284331"/>
                </a:lnTo>
                <a:lnTo>
                  <a:pt x="2673088" y="287573"/>
                </a:lnTo>
                <a:lnTo>
                  <a:pt x="2670100" y="287147"/>
                </a:lnTo>
                <a:lnTo>
                  <a:pt x="2669104" y="284331"/>
                </a:lnTo>
                <a:close/>
              </a:path>
              <a:path w="4359909" h="1712595">
                <a:moveTo>
                  <a:pt x="2673088" y="287573"/>
                </a:moveTo>
                <a:lnTo>
                  <a:pt x="2673088" y="284331"/>
                </a:lnTo>
                <a:lnTo>
                  <a:pt x="2673586" y="287644"/>
                </a:lnTo>
                <a:lnTo>
                  <a:pt x="2673088" y="287573"/>
                </a:lnTo>
                <a:close/>
              </a:path>
              <a:path w="4359909" h="1712595">
                <a:moveTo>
                  <a:pt x="2101256" y="287975"/>
                </a:moveTo>
                <a:lnTo>
                  <a:pt x="2103081" y="280025"/>
                </a:lnTo>
                <a:lnTo>
                  <a:pt x="2108891" y="280356"/>
                </a:lnTo>
                <a:lnTo>
                  <a:pt x="2101256" y="287975"/>
                </a:lnTo>
                <a:close/>
              </a:path>
              <a:path w="4359909" h="1712595">
                <a:moveTo>
                  <a:pt x="3534073" y="291785"/>
                </a:moveTo>
                <a:lnTo>
                  <a:pt x="3535899" y="283835"/>
                </a:lnTo>
                <a:lnTo>
                  <a:pt x="3541709" y="284166"/>
                </a:lnTo>
                <a:lnTo>
                  <a:pt x="3534073" y="291785"/>
                </a:lnTo>
                <a:close/>
              </a:path>
              <a:path w="4359909" h="1712595">
                <a:moveTo>
                  <a:pt x="4060259" y="291785"/>
                </a:moveTo>
                <a:lnTo>
                  <a:pt x="4062084" y="283835"/>
                </a:lnTo>
                <a:lnTo>
                  <a:pt x="4067894" y="284166"/>
                </a:lnTo>
                <a:lnTo>
                  <a:pt x="4060259" y="291785"/>
                </a:lnTo>
                <a:close/>
              </a:path>
              <a:path w="4359909" h="1712595">
                <a:moveTo>
                  <a:pt x="2295131" y="262799"/>
                </a:moveTo>
                <a:lnTo>
                  <a:pt x="2295131" y="258990"/>
                </a:lnTo>
                <a:lnTo>
                  <a:pt x="2298948" y="258990"/>
                </a:lnTo>
                <a:lnTo>
                  <a:pt x="2298948" y="262799"/>
                </a:lnTo>
                <a:lnTo>
                  <a:pt x="2295131" y="262799"/>
                </a:lnTo>
                <a:close/>
              </a:path>
              <a:path w="4359909" h="1712595">
                <a:moveTo>
                  <a:pt x="3820073" y="257002"/>
                </a:moveTo>
                <a:lnTo>
                  <a:pt x="3820073" y="253193"/>
                </a:lnTo>
                <a:lnTo>
                  <a:pt x="3821732" y="253524"/>
                </a:lnTo>
                <a:lnTo>
                  <a:pt x="3822064" y="251205"/>
                </a:lnTo>
                <a:lnTo>
                  <a:pt x="3825716" y="250542"/>
                </a:lnTo>
                <a:lnTo>
                  <a:pt x="3824886" y="259983"/>
                </a:lnTo>
                <a:lnTo>
                  <a:pt x="3820073" y="257002"/>
                </a:lnTo>
                <a:close/>
              </a:path>
              <a:path w="4359909" h="1712595">
                <a:moveTo>
                  <a:pt x="3505437" y="254122"/>
                </a:moveTo>
                <a:lnTo>
                  <a:pt x="3509009" y="253193"/>
                </a:lnTo>
                <a:lnTo>
                  <a:pt x="3505689" y="259983"/>
                </a:lnTo>
                <a:lnTo>
                  <a:pt x="3505437" y="254122"/>
                </a:lnTo>
                <a:close/>
              </a:path>
              <a:path w="4359909" h="1712595">
                <a:moveTo>
                  <a:pt x="3504864" y="248474"/>
                </a:moveTo>
                <a:lnTo>
                  <a:pt x="3505191" y="248397"/>
                </a:lnTo>
                <a:lnTo>
                  <a:pt x="3505437" y="254122"/>
                </a:lnTo>
                <a:lnTo>
                  <a:pt x="3505191" y="254181"/>
                </a:lnTo>
                <a:lnTo>
                  <a:pt x="3504864" y="248474"/>
                </a:lnTo>
                <a:close/>
              </a:path>
              <a:path w="4359909" h="1712595">
                <a:moveTo>
                  <a:pt x="3501373" y="249383"/>
                </a:moveTo>
                <a:lnTo>
                  <a:pt x="3504527" y="242592"/>
                </a:lnTo>
                <a:lnTo>
                  <a:pt x="3504864" y="248474"/>
                </a:lnTo>
                <a:lnTo>
                  <a:pt x="3501373" y="249383"/>
                </a:lnTo>
                <a:close/>
              </a:path>
              <a:path w="4359909" h="1712595">
                <a:moveTo>
                  <a:pt x="1432817" y="280025"/>
                </a:moveTo>
                <a:lnTo>
                  <a:pt x="1432817" y="278866"/>
                </a:lnTo>
                <a:lnTo>
                  <a:pt x="1436635" y="278534"/>
                </a:lnTo>
                <a:lnTo>
                  <a:pt x="1436635" y="280025"/>
                </a:lnTo>
                <a:lnTo>
                  <a:pt x="1432817" y="280025"/>
                </a:lnTo>
                <a:close/>
              </a:path>
              <a:path w="4359909" h="1712595">
                <a:moveTo>
                  <a:pt x="1382191" y="282509"/>
                </a:moveTo>
                <a:lnTo>
                  <a:pt x="1390988" y="281847"/>
                </a:lnTo>
                <a:lnTo>
                  <a:pt x="1392482" y="283835"/>
                </a:lnTo>
                <a:lnTo>
                  <a:pt x="1388996" y="283503"/>
                </a:lnTo>
                <a:lnTo>
                  <a:pt x="1385179" y="283338"/>
                </a:lnTo>
                <a:lnTo>
                  <a:pt x="1382191" y="282509"/>
                </a:lnTo>
                <a:close/>
              </a:path>
              <a:path w="4359909" h="1712595">
                <a:moveTo>
                  <a:pt x="1286913" y="289632"/>
                </a:moveTo>
                <a:lnTo>
                  <a:pt x="1287411" y="289683"/>
                </a:lnTo>
                <a:lnTo>
                  <a:pt x="1291395" y="290294"/>
                </a:lnTo>
                <a:lnTo>
                  <a:pt x="1288407" y="294642"/>
                </a:lnTo>
                <a:lnTo>
                  <a:pt x="1288407" y="293110"/>
                </a:lnTo>
                <a:lnTo>
                  <a:pt x="1286913" y="289632"/>
                </a:lnTo>
                <a:close/>
              </a:path>
              <a:path w="4359909" h="1712595">
                <a:moveTo>
                  <a:pt x="1281104" y="295926"/>
                </a:moveTo>
                <a:lnTo>
                  <a:pt x="1288407" y="293110"/>
                </a:lnTo>
                <a:lnTo>
                  <a:pt x="1288407" y="294642"/>
                </a:lnTo>
                <a:lnTo>
                  <a:pt x="1287411" y="296091"/>
                </a:lnTo>
                <a:lnTo>
                  <a:pt x="1286913" y="297251"/>
                </a:lnTo>
                <a:lnTo>
                  <a:pt x="1281104" y="295926"/>
                </a:lnTo>
                <a:close/>
              </a:path>
              <a:path w="4359909" h="1712595">
                <a:moveTo>
                  <a:pt x="2925059" y="262799"/>
                </a:moveTo>
                <a:lnTo>
                  <a:pt x="2927549" y="256505"/>
                </a:lnTo>
                <a:lnTo>
                  <a:pt x="2927549" y="253267"/>
                </a:lnTo>
                <a:lnTo>
                  <a:pt x="2930371" y="253689"/>
                </a:lnTo>
                <a:lnTo>
                  <a:pt x="2931367" y="256505"/>
                </a:lnTo>
                <a:lnTo>
                  <a:pt x="2930869" y="260812"/>
                </a:lnTo>
                <a:lnTo>
                  <a:pt x="2927549" y="261947"/>
                </a:lnTo>
                <a:lnTo>
                  <a:pt x="2927549" y="256505"/>
                </a:lnTo>
                <a:lnTo>
                  <a:pt x="2927051" y="253193"/>
                </a:lnTo>
                <a:lnTo>
                  <a:pt x="2927051" y="262118"/>
                </a:lnTo>
                <a:lnTo>
                  <a:pt x="2925059" y="262799"/>
                </a:lnTo>
                <a:close/>
              </a:path>
              <a:path w="4359909" h="1712595">
                <a:moveTo>
                  <a:pt x="2911780" y="262965"/>
                </a:moveTo>
                <a:lnTo>
                  <a:pt x="2913606" y="255015"/>
                </a:lnTo>
                <a:lnTo>
                  <a:pt x="2919416" y="255511"/>
                </a:lnTo>
                <a:lnTo>
                  <a:pt x="2911780" y="262965"/>
                </a:lnTo>
                <a:close/>
              </a:path>
              <a:path w="4359909" h="1712595">
                <a:moveTo>
                  <a:pt x="3024155" y="256836"/>
                </a:moveTo>
                <a:lnTo>
                  <a:pt x="3026811" y="251205"/>
                </a:lnTo>
                <a:lnTo>
                  <a:pt x="3032620" y="251205"/>
                </a:lnTo>
                <a:lnTo>
                  <a:pt x="3035442" y="256836"/>
                </a:lnTo>
                <a:lnTo>
                  <a:pt x="3024155" y="256836"/>
                </a:lnTo>
                <a:close/>
              </a:path>
              <a:path w="4359909" h="1712595">
                <a:moveTo>
                  <a:pt x="3422303" y="261151"/>
                </a:moveTo>
                <a:lnTo>
                  <a:pt x="3423089" y="258472"/>
                </a:lnTo>
                <a:lnTo>
                  <a:pt x="3424591" y="258868"/>
                </a:lnTo>
                <a:lnTo>
                  <a:pt x="3424521" y="264621"/>
                </a:lnTo>
                <a:lnTo>
                  <a:pt x="3422303" y="261151"/>
                </a:lnTo>
                <a:close/>
              </a:path>
              <a:path w="4359909" h="1712595">
                <a:moveTo>
                  <a:pt x="1893769" y="264952"/>
                </a:moveTo>
                <a:lnTo>
                  <a:pt x="1895761" y="257002"/>
                </a:lnTo>
                <a:lnTo>
                  <a:pt x="1901405" y="257333"/>
                </a:lnTo>
                <a:lnTo>
                  <a:pt x="1893769" y="264952"/>
                </a:lnTo>
                <a:close/>
              </a:path>
              <a:path w="4359909" h="1712595">
                <a:moveTo>
                  <a:pt x="3382193" y="260812"/>
                </a:moveTo>
                <a:lnTo>
                  <a:pt x="3382193" y="257002"/>
                </a:lnTo>
                <a:lnTo>
                  <a:pt x="3386011" y="257002"/>
                </a:lnTo>
                <a:lnTo>
                  <a:pt x="3386011" y="260812"/>
                </a:lnTo>
                <a:lnTo>
                  <a:pt x="3382193" y="260812"/>
                </a:lnTo>
                <a:close/>
              </a:path>
              <a:path w="4359909" h="1712595">
                <a:moveTo>
                  <a:pt x="1334054" y="533026"/>
                </a:moveTo>
                <a:lnTo>
                  <a:pt x="1334054" y="529302"/>
                </a:lnTo>
                <a:lnTo>
                  <a:pt x="1334884" y="532945"/>
                </a:lnTo>
                <a:lnTo>
                  <a:pt x="1334054" y="533026"/>
                </a:lnTo>
                <a:close/>
              </a:path>
              <a:path w="4359909" h="1712595">
                <a:moveTo>
                  <a:pt x="1328576" y="530295"/>
                </a:moveTo>
                <a:lnTo>
                  <a:pt x="1329074" y="525326"/>
                </a:lnTo>
                <a:lnTo>
                  <a:pt x="1334220" y="524664"/>
                </a:lnTo>
                <a:lnTo>
                  <a:pt x="1334054" y="529302"/>
                </a:lnTo>
                <a:lnTo>
                  <a:pt x="1334054" y="533026"/>
                </a:lnTo>
                <a:lnTo>
                  <a:pt x="1329738" y="533442"/>
                </a:lnTo>
                <a:lnTo>
                  <a:pt x="1328576" y="530295"/>
                </a:lnTo>
                <a:close/>
              </a:path>
              <a:path w="4359909" h="1712595">
                <a:moveTo>
                  <a:pt x="743465" y="592573"/>
                </a:moveTo>
                <a:lnTo>
                  <a:pt x="745291" y="584623"/>
                </a:lnTo>
                <a:lnTo>
                  <a:pt x="750934" y="585120"/>
                </a:lnTo>
                <a:lnTo>
                  <a:pt x="743465" y="592573"/>
                </a:lnTo>
                <a:close/>
              </a:path>
              <a:path w="4359909" h="1712595">
                <a:moveTo>
                  <a:pt x="201345" y="602180"/>
                </a:moveTo>
                <a:lnTo>
                  <a:pt x="201677" y="601848"/>
                </a:lnTo>
                <a:lnTo>
                  <a:pt x="201677" y="602014"/>
                </a:lnTo>
                <a:lnTo>
                  <a:pt x="201510" y="602180"/>
                </a:lnTo>
                <a:lnTo>
                  <a:pt x="201345" y="602180"/>
                </a:lnTo>
                <a:close/>
              </a:path>
              <a:path w="4359909" h="1712595">
                <a:moveTo>
                  <a:pt x="883560" y="592407"/>
                </a:moveTo>
                <a:lnTo>
                  <a:pt x="885884" y="586113"/>
                </a:lnTo>
                <a:lnTo>
                  <a:pt x="885884" y="582851"/>
                </a:lnTo>
                <a:lnTo>
                  <a:pt x="888705" y="583132"/>
                </a:lnTo>
                <a:lnTo>
                  <a:pt x="889701" y="586113"/>
                </a:lnTo>
                <a:lnTo>
                  <a:pt x="889203" y="590420"/>
                </a:lnTo>
                <a:lnTo>
                  <a:pt x="885884" y="591589"/>
                </a:lnTo>
                <a:lnTo>
                  <a:pt x="885884" y="586113"/>
                </a:lnTo>
                <a:lnTo>
                  <a:pt x="885385" y="582801"/>
                </a:lnTo>
                <a:lnTo>
                  <a:pt x="885385" y="591765"/>
                </a:lnTo>
                <a:lnTo>
                  <a:pt x="883560" y="592407"/>
                </a:lnTo>
                <a:close/>
              </a:path>
              <a:path w="4359909" h="1712595">
                <a:moveTo>
                  <a:pt x="261267" y="598039"/>
                </a:moveTo>
                <a:lnTo>
                  <a:pt x="261910" y="593637"/>
                </a:lnTo>
                <a:lnTo>
                  <a:pt x="264794" y="593256"/>
                </a:lnTo>
                <a:lnTo>
                  <a:pt x="266869" y="595267"/>
                </a:lnTo>
                <a:lnTo>
                  <a:pt x="265085" y="598039"/>
                </a:lnTo>
                <a:lnTo>
                  <a:pt x="261267" y="598039"/>
                </a:lnTo>
                <a:close/>
              </a:path>
              <a:path w="4359909" h="1712595">
                <a:moveTo>
                  <a:pt x="3029" y="600523"/>
                </a:moveTo>
                <a:lnTo>
                  <a:pt x="4087" y="598582"/>
                </a:lnTo>
                <a:lnTo>
                  <a:pt x="7635" y="600027"/>
                </a:lnTo>
                <a:lnTo>
                  <a:pt x="4274" y="602216"/>
                </a:lnTo>
                <a:lnTo>
                  <a:pt x="3029" y="600523"/>
                </a:lnTo>
                <a:close/>
              </a:path>
              <a:path w="4359909" h="1712595">
                <a:moveTo>
                  <a:pt x="556893" y="597542"/>
                </a:moveTo>
                <a:lnTo>
                  <a:pt x="557059" y="594229"/>
                </a:lnTo>
                <a:lnTo>
                  <a:pt x="559383" y="595058"/>
                </a:lnTo>
                <a:lnTo>
                  <a:pt x="560877" y="596714"/>
                </a:lnTo>
                <a:lnTo>
                  <a:pt x="560877" y="600027"/>
                </a:lnTo>
                <a:lnTo>
                  <a:pt x="558553" y="599198"/>
                </a:lnTo>
                <a:lnTo>
                  <a:pt x="556893" y="597542"/>
                </a:lnTo>
                <a:close/>
              </a:path>
              <a:path w="4359909" h="1712595">
                <a:moveTo>
                  <a:pt x="731846" y="596548"/>
                </a:moveTo>
                <a:lnTo>
                  <a:pt x="733671" y="588598"/>
                </a:lnTo>
                <a:lnTo>
                  <a:pt x="739481" y="588929"/>
                </a:lnTo>
                <a:lnTo>
                  <a:pt x="731846" y="596548"/>
                </a:lnTo>
                <a:close/>
              </a:path>
              <a:path w="4359909" h="1712595">
                <a:moveTo>
                  <a:pt x="1052537" y="573194"/>
                </a:moveTo>
                <a:lnTo>
                  <a:pt x="1057848" y="572863"/>
                </a:lnTo>
                <a:lnTo>
                  <a:pt x="1058844" y="578660"/>
                </a:lnTo>
                <a:lnTo>
                  <a:pt x="1056355" y="580813"/>
                </a:lnTo>
                <a:lnTo>
                  <a:pt x="1053864" y="579654"/>
                </a:lnTo>
                <a:lnTo>
                  <a:pt x="1052869" y="576838"/>
                </a:lnTo>
                <a:lnTo>
                  <a:pt x="1052537" y="573194"/>
                </a:lnTo>
                <a:close/>
              </a:path>
              <a:path w="4359909" h="1712595">
                <a:moveTo>
                  <a:pt x="128807" y="586610"/>
                </a:moveTo>
                <a:lnTo>
                  <a:pt x="128807" y="582801"/>
                </a:lnTo>
                <a:lnTo>
                  <a:pt x="132625" y="582801"/>
                </a:lnTo>
                <a:lnTo>
                  <a:pt x="132625" y="586610"/>
                </a:lnTo>
                <a:lnTo>
                  <a:pt x="128807" y="586610"/>
                </a:lnTo>
                <a:close/>
              </a:path>
              <a:path w="4359909" h="1712595">
                <a:moveTo>
                  <a:pt x="1338702" y="465864"/>
                </a:moveTo>
                <a:lnTo>
                  <a:pt x="1346337" y="464042"/>
                </a:lnTo>
                <a:lnTo>
                  <a:pt x="1344677" y="471330"/>
                </a:lnTo>
                <a:lnTo>
                  <a:pt x="1344677" y="474229"/>
                </a:lnTo>
                <a:lnTo>
                  <a:pt x="1343018" y="472987"/>
                </a:lnTo>
                <a:lnTo>
                  <a:pt x="1338868" y="471496"/>
                </a:lnTo>
                <a:lnTo>
                  <a:pt x="1338702" y="465864"/>
                </a:lnTo>
                <a:close/>
              </a:path>
              <a:path w="4359909" h="1712595">
                <a:moveTo>
                  <a:pt x="1344677" y="474229"/>
                </a:moveTo>
                <a:lnTo>
                  <a:pt x="1344677" y="471330"/>
                </a:lnTo>
                <a:lnTo>
                  <a:pt x="1346337" y="475471"/>
                </a:lnTo>
                <a:lnTo>
                  <a:pt x="1344677" y="474229"/>
                </a:lnTo>
                <a:close/>
              </a:path>
              <a:path w="4359909" h="1712595">
                <a:moveTo>
                  <a:pt x="925223" y="579488"/>
                </a:moveTo>
                <a:lnTo>
                  <a:pt x="925721" y="575182"/>
                </a:lnTo>
                <a:lnTo>
                  <a:pt x="929041" y="575679"/>
                </a:lnTo>
                <a:lnTo>
                  <a:pt x="930037" y="578494"/>
                </a:lnTo>
                <a:lnTo>
                  <a:pt x="929539" y="582801"/>
                </a:lnTo>
                <a:lnTo>
                  <a:pt x="926219" y="582304"/>
                </a:lnTo>
                <a:lnTo>
                  <a:pt x="925223" y="579488"/>
                </a:lnTo>
                <a:close/>
              </a:path>
              <a:path w="4359909" h="1712595">
                <a:moveTo>
                  <a:pt x="134119" y="642428"/>
                </a:moveTo>
                <a:lnTo>
                  <a:pt x="134451" y="642097"/>
                </a:lnTo>
                <a:lnTo>
                  <a:pt x="134285" y="642263"/>
                </a:lnTo>
                <a:lnTo>
                  <a:pt x="134285" y="642428"/>
                </a:lnTo>
                <a:lnTo>
                  <a:pt x="134119" y="642428"/>
                </a:lnTo>
                <a:close/>
              </a:path>
              <a:path w="4359909" h="1712595">
                <a:moveTo>
                  <a:pt x="145819" y="637239"/>
                </a:moveTo>
                <a:lnTo>
                  <a:pt x="147896" y="638288"/>
                </a:lnTo>
                <a:lnTo>
                  <a:pt x="148947" y="640361"/>
                </a:lnTo>
                <a:lnTo>
                  <a:pt x="147211" y="638971"/>
                </a:lnTo>
                <a:lnTo>
                  <a:pt x="145819" y="637239"/>
                </a:lnTo>
                <a:close/>
              </a:path>
              <a:path w="4359909" h="1712595">
                <a:moveTo>
                  <a:pt x="177940" y="645410"/>
                </a:moveTo>
                <a:lnTo>
                  <a:pt x="178936" y="641269"/>
                </a:lnTo>
                <a:lnTo>
                  <a:pt x="178936" y="638515"/>
                </a:lnTo>
                <a:lnTo>
                  <a:pt x="181260" y="638950"/>
                </a:lnTo>
                <a:lnTo>
                  <a:pt x="180264" y="643257"/>
                </a:lnTo>
                <a:lnTo>
                  <a:pt x="180264" y="645990"/>
                </a:lnTo>
                <a:lnTo>
                  <a:pt x="178936" y="645658"/>
                </a:lnTo>
                <a:lnTo>
                  <a:pt x="178936" y="641269"/>
                </a:lnTo>
                <a:lnTo>
                  <a:pt x="178604" y="638453"/>
                </a:lnTo>
                <a:lnTo>
                  <a:pt x="178604" y="645575"/>
                </a:lnTo>
                <a:lnTo>
                  <a:pt x="177940" y="645410"/>
                </a:lnTo>
                <a:close/>
              </a:path>
              <a:path w="4359909" h="1712595">
                <a:moveTo>
                  <a:pt x="180264" y="645990"/>
                </a:moveTo>
                <a:lnTo>
                  <a:pt x="180264" y="643257"/>
                </a:lnTo>
                <a:lnTo>
                  <a:pt x="180596" y="646072"/>
                </a:lnTo>
                <a:lnTo>
                  <a:pt x="180264" y="645990"/>
                </a:lnTo>
                <a:close/>
              </a:path>
              <a:path w="4359909" h="1712595">
                <a:moveTo>
                  <a:pt x="247655" y="637791"/>
                </a:moveTo>
                <a:lnTo>
                  <a:pt x="247822" y="634478"/>
                </a:lnTo>
                <a:lnTo>
                  <a:pt x="251971" y="633650"/>
                </a:lnTo>
                <a:lnTo>
                  <a:pt x="251473" y="637294"/>
                </a:lnTo>
                <a:lnTo>
                  <a:pt x="251473" y="640216"/>
                </a:lnTo>
                <a:lnTo>
                  <a:pt x="249315" y="639447"/>
                </a:lnTo>
                <a:lnTo>
                  <a:pt x="247655" y="637791"/>
                </a:lnTo>
                <a:close/>
              </a:path>
              <a:path w="4359909" h="1712595">
                <a:moveTo>
                  <a:pt x="251473" y="640216"/>
                </a:moveTo>
                <a:lnTo>
                  <a:pt x="251473" y="637294"/>
                </a:lnTo>
                <a:lnTo>
                  <a:pt x="251639" y="640275"/>
                </a:lnTo>
                <a:lnTo>
                  <a:pt x="251473" y="640216"/>
                </a:lnTo>
                <a:close/>
              </a:path>
              <a:path w="4359909" h="1712595">
                <a:moveTo>
                  <a:pt x="88472" y="650213"/>
                </a:moveTo>
                <a:lnTo>
                  <a:pt x="90298" y="642097"/>
                </a:lnTo>
                <a:lnTo>
                  <a:pt x="96107" y="642594"/>
                </a:lnTo>
                <a:lnTo>
                  <a:pt x="88472" y="650213"/>
                </a:lnTo>
                <a:close/>
              </a:path>
              <a:path w="4359909" h="1712595">
                <a:moveTo>
                  <a:pt x="49760" y="633112"/>
                </a:moveTo>
                <a:lnTo>
                  <a:pt x="51456" y="631869"/>
                </a:lnTo>
                <a:lnTo>
                  <a:pt x="53402" y="632925"/>
                </a:lnTo>
                <a:lnTo>
                  <a:pt x="51955" y="636466"/>
                </a:lnTo>
                <a:lnTo>
                  <a:pt x="49760" y="633112"/>
                </a:lnTo>
                <a:close/>
              </a:path>
              <a:path w="4359909" h="1712595">
                <a:moveTo>
                  <a:pt x="26060" y="623381"/>
                </a:moveTo>
                <a:lnTo>
                  <a:pt x="27056" y="619074"/>
                </a:lnTo>
                <a:lnTo>
                  <a:pt x="30874" y="619737"/>
                </a:lnTo>
                <a:lnTo>
                  <a:pt x="32036" y="622884"/>
                </a:lnTo>
                <a:lnTo>
                  <a:pt x="34692" y="624871"/>
                </a:lnTo>
                <a:lnTo>
                  <a:pt x="32700" y="629840"/>
                </a:lnTo>
                <a:lnTo>
                  <a:pt x="26060" y="623381"/>
                </a:lnTo>
                <a:close/>
              </a:path>
              <a:path w="4359909" h="1712595">
                <a:moveTo>
                  <a:pt x="796083" y="614271"/>
                </a:moveTo>
                <a:lnTo>
                  <a:pt x="799569" y="604499"/>
                </a:lnTo>
                <a:lnTo>
                  <a:pt x="800897" y="600027"/>
                </a:lnTo>
                <a:lnTo>
                  <a:pt x="807039" y="603174"/>
                </a:lnTo>
                <a:lnTo>
                  <a:pt x="805711" y="606486"/>
                </a:lnTo>
                <a:lnTo>
                  <a:pt x="804715" y="613443"/>
                </a:lnTo>
                <a:lnTo>
                  <a:pt x="796083" y="614271"/>
                </a:lnTo>
                <a:close/>
              </a:path>
              <a:path w="4359909" h="1712595">
                <a:moveTo>
                  <a:pt x="361026" y="637294"/>
                </a:moveTo>
                <a:lnTo>
                  <a:pt x="364844" y="631828"/>
                </a:lnTo>
                <a:lnTo>
                  <a:pt x="366836" y="626859"/>
                </a:lnTo>
                <a:lnTo>
                  <a:pt x="370986" y="628018"/>
                </a:lnTo>
                <a:lnTo>
                  <a:pt x="368662" y="638619"/>
                </a:lnTo>
                <a:lnTo>
                  <a:pt x="366836" y="640275"/>
                </a:lnTo>
                <a:lnTo>
                  <a:pt x="361026" y="637294"/>
                </a:lnTo>
                <a:close/>
              </a:path>
              <a:path w="4359909" h="1712595">
                <a:moveTo>
                  <a:pt x="34692" y="638619"/>
                </a:moveTo>
                <a:lnTo>
                  <a:pt x="36517" y="630669"/>
                </a:lnTo>
                <a:lnTo>
                  <a:pt x="42327" y="631000"/>
                </a:lnTo>
                <a:lnTo>
                  <a:pt x="34692" y="638619"/>
                </a:lnTo>
                <a:close/>
              </a:path>
              <a:path w="4359909" h="1712595">
                <a:moveTo>
                  <a:pt x="562869" y="592573"/>
                </a:moveTo>
                <a:lnTo>
                  <a:pt x="564695" y="584623"/>
                </a:lnTo>
                <a:lnTo>
                  <a:pt x="570504" y="585120"/>
                </a:lnTo>
                <a:lnTo>
                  <a:pt x="562869" y="592573"/>
                </a:lnTo>
                <a:close/>
              </a:path>
              <a:path w="4359909" h="1712595">
                <a:moveTo>
                  <a:pt x="7801" y="510254"/>
                </a:moveTo>
                <a:lnTo>
                  <a:pt x="9627" y="502303"/>
                </a:lnTo>
                <a:lnTo>
                  <a:pt x="15437" y="502635"/>
                </a:lnTo>
                <a:lnTo>
                  <a:pt x="7801" y="510254"/>
                </a:lnTo>
                <a:close/>
              </a:path>
              <a:path w="4359909" h="1712595">
                <a:moveTo>
                  <a:pt x="606524" y="506776"/>
                </a:moveTo>
                <a:lnTo>
                  <a:pt x="606524" y="505782"/>
                </a:lnTo>
                <a:lnTo>
                  <a:pt x="612666" y="504125"/>
                </a:lnTo>
                <a:lnTo>
                  <a:pt x="610508" y="509260"/>
                </a:lnTo>
                <a:lnTo>
                  <a:pt x="606524" y="506776"/>
                </a:lnTo>
                <a:close/>
              </a:path>
              <a:path w="4359909" h="1712595">
                <a:moveTo>
                  <a:pt x="602540" y="504291"/>
                </a:moveTo>
                <a:lnTo>
                  <a:pt x="605030" y="498328"/>
                </a:lnTo>
                <a:lnTo>
                  <a:pt x="610010" y="497831"/>
                </a:lnTo>
                <a:lnTo>
                  <a:pt x="606524" y="505782"/>
                </a:lnTo>
                <a:lnTo>
                  <a:pt x="606524" y="506776"/>
                </a:lnTo>
                <a:lnTo>
                  <a:pt x="602540" y="504291"/>
                </a:lnTo>
                <a:close/>
              </a:path>
              <a:path w="4359909" h="1712595">
                <a:moveTo>
                  <a:pt x="166" y="523670"/>
                </a:moveTo>
                <a:lnTo>
                  <a:pt x="1992" y="515720"/>
                </a:lnTo>
                <a:lnTo>
                  <a:pt x="7635" y="516051"/>
                </a:lnTo>
                <a:lnTo>
                  <a:pt x="166" y="523670"/>
                </a:lnTo>
                <a:close/>
              </a:path>
              <a:path w="4359909" h="1712595">
                <a:moveTo>
                  <a:pt x="311608" y="513463"/>
                </a:moveTo>
                <a:lnTo>
                  <a:pt x="313055" y="509923"/>
                </a:lnTo>
                <a:lnTo>
                  <a:pt x="315249" y="513277"/>
                </a:lnTo>
                <a:lnTo>
                  <a:pt x="313553" y="514519"/>
                </a:lnTo>
                <a:lnTo>
                  <a:pt x="311608" y="513463"/>
                </a:lnTo>
                <a:close/>
              </a:path>
              <a:path w="4359909" h="1712595">
                <a:moveTo>
                  <a:pt x="318699" y="515223"/>
                </a:moveTo>
                <a:lnTo>
                  <a:pt x="318865" y="511745"/>
                </a:lnTo>
                <a:lnTo>
                  <a:pt x="321189" y="512573"/>
                </a:lnTo>
                <a:lnTo>
                  <a:pt x="322849" y="514229"/>
                </a:lnTo>
                <a:lnTo>
                  <a:pt x="322683" y="517542"/>
                </a:lnTo>
                <a:lnTo>
                  <a:pt x="320359" y="516713"/>
                </a:lnTo>
                <a:lnTo>
                  <a:pt x="318699" y="515223"/>
                </a:lnTo>
                <a:close/>
              </a:path>
              <a:path w="4359909" h="1712595">
                <a:moveTo>
                  <a:pt x="140260" y="498825"/>
                </a:moveTo>
                <a:lnTo>
                  <a:pt x="142087" y="490709"/>
                </a:lnTo>
                <a:lnTo>
                  <a:pt x="147896" y="491206"/>
                </a:lnTo>
                <a:lnTo>
                  <a:pt x="140260" y="498825"/>
                </a:lnTo>
                <a:close/>
              </a:path>
              <a:path w="4359909" h="1712595">
                <a:moveTo>
                  <a:pt x="138435" y="491041"/>
                </a:moveTo>
                <a:lnTo>
                  <a:pt x="140260" y="483090"/>
                </a:lnTo>
                <a:lnTo>
                  <a:pt x="145904" y="483421"/>
                </a:lnTo>
                <a:lnTo>
                  <a:pt x="138435" y="491041"/>
                </a:lnTo>
                <a:close/>
              </a:path>
              <a:path w="4359909" h="1712595">
                <a:moveTo>
                  <a:pt x="2577312" y="484746"/>
                </a:moveTo>
                <a:lnTo>
                  <a:pt x="2579802" y="471827"/>
                </a:lnTo>
                <a:lnTo>
                  <a:pt x="2585280" y="471661"/>
                </a:lnTo>
                <a:lnTo>
                  <a:pt x="2586110" y="477790"/>
                </a:lnTo>
                <a:lnTo>
                  <a:pt x="2581794" y="478452"/>
                </a:lnTo>
                <a:lnTo>
                  <a:pt x="2581794" y="484995"/>
                </a:lnTo>
                <a:lnTo>
                  <a:pt x="2577312" y="484746"/>
                </a:lnTo>
                <a:close/>
              </a:path>
              <a:path w="4359909" h="1712595">
                <a:moveTo>
                  <a:pt x="2581794" y="484995"/>
                </a:moveTo>
                <a:lnTo>
                  <a:pt x="2581794" y="478452"/>
                </a:lnTo>
                <a:lnTo>
                  <a:pt x="2583288" y="485078"/>
                </a:lnTo>
                <a:lnTo>
                  <a:pt x="2581794" y="484995"/>
                </a:lnTo>
                <a:close/>
              </a:path>
              <a:path w="4359909" h="1712595">
                <a:moveTo>
                  <a:pt x="756578" y="566900"/>
                </a:moveTo>
                <a:lnTo>
                  <a:pt x="756744" y="563587"/>
                </a:lnTo>
                <a:lnTo>
                  <a:pt x="759068" y="564416"/>
                </a:lnTo>
                <a:lnTo>
                  <a:pt x="760728" y="566072"/>
                </a:lnTo>
                <a:lnTo>
                  <a:pt x="760562" y="569385"/>
                </a:lnTo>
                <a:lnTo>
                  <a:pt x="758238" y="568556"/>
                </a:lnTo>
                <a:lnTo>
                  <a:pt x="756578" y="566900"/>
                </a:lnTo>
                <a:close/>
              </a:path>
              <a:path w="4359909" h="1712595">
                <a:moveTo>
                  <a:pt x="404183" y="485906"/>
                </a:moveTo>
                <a:lnTo>
                  <a:pt x="407171" y="483090"/>
                </a:lnTo>
                <a:lnTo>
                  <a:pt x="410491" y="483587"/>
                </a:lnTo>
                <a:lnTo>
                  <a:pt x="411487" y="486403"/>
                </a:lnTo>
                <a:lnTo>
                  <a:pt x="410989" y="490709"/>
                </a:lnTo>
                <a:lnTo>
                  <a:pt x="405013" y="491703"/>
                </a:lnTo>
                <a:lnTo>
                  <a:pt x="404183" y="485906"/>
                </a:lnTo>
                <a:close/>
              </a:path>
              <a:path w="4359909" h="1712595">
                <a:moveTo>
                  <a:pt x="312970" y="484030"/>
                </a:moveTo>
                <a:lnTo>
                  <a:pt x="315047" y="485078"/>
                </a:lnTo>
                <a:lnTo>
                  <a:pt x="316097" y="487151"/>
                </a:lnTo>
                <a:lnTo>
                  <a:pt x="314362" y="485761"/>
                </a:lnTo>
                <a:lnTo>
                  <a:pt x="312970" y="484030"/>
                </a:lnTo>
                <a:close/>
              </a:path>
              <a:path w="4359909" h="1712595">
                <a:moveTo>
                  <a:pt x="395220" y="486734"/>
                </a:moveTo>
                <a:lnTo>
                  <a:pt x="397368" y="481733"/>
                </a:lnTo>
                <a:lnTo>
                  <a:pt x="401361" y="479281"/>
                </a:lnTo>
                <a:lnTo>
                  <a:pt x="401361" y="485078"/>
                </a:lnTo>
                <a:lnTo>
                  <a:pt x="395220" y="486734"/>
                </a:lnTo>
                <a:close/>
              </a:path>
              <a:path w="4359909" h="1712595">
                <a:moveTo>
                  <a:pt x="395954" y="478984"/>
                </a:moveTo>
                <a:lnTo>
                  <a:pt x="398706" y="478618"/>
                </a:lnTo>
                <a:lnTo>
                  <a:pt x="397368" y="481733"/>
                </a:lnTo>
                <a:lnTo>
                  <a:pt x="397046" y="481931"/>
                </a:lnTo>
                <a:lnTo>
                  <a:pt x="395954" y="478984"/>
                </a:lnTo>
                <a:close/>
              </a:path>
              <a:path w="4359909" h="1712595">
                <a:moveTo>
                  <a:pt x="393726" y="479281"/>
                </a:moveTo>
                <a:lnTo>
                  <a:pt x="394224" y="474312"/>
                </a:lnTo>
                <a:lnTo>
                  <a:pt x="395954" y="478984"/>
                </a:lnTo>
                <a:lnTo>
                  <a:pt x="393726" y="479281"/>
                </a:lnTo>
                <a:close/>
              </a:path>
              <a:path w="4359909" h="1712595">
                <a:moveTo>
                  <a:pt x="146900" y="552987"/>
                </a:moveTo>
                <a:lnTo>
                  <a:pt x="149722" y="548184"/>
                </a:lnTo>
                <a:lnTo>
                  <a:pt x="152876" y="547687"/>
                </a:lnTo>
                <a:lnTo>
                  <a:pt x="153042" y="550006"/>
                </a:lnTo>
                <a:lnTo>
                  <a:pt x="155532" y="550171"/>
                </a:lnTo>
                <a:lnTo>
                  <a:pt x="156361" y="553981"/>
                </a:lnTo>
                <a:lnTo>
                  <a:pt x="146900" y="552987"/>
                </a:lnTo>
                <a:close/>
              </a:path>
              <a:path w="4359909" h="1712595">
                <a:moveTo>
                  <a:pt x="2184084" y="554146"/>
                </a:moveTo>
                <a:lnTo>
                  <a:pt x="2184582" y="554312"/>
                </a:lnTo>
                <a:lnTo>
                  <a:pt x="2184250" y="554312"/>
                </a:lnTo>
                <a:lnTo>
                  <a:pt x="2184084" y="554146"/>
                </a:lnTo>
                <a:close/>
              </a:path>
              <a:path w="4359909" h="1712595">
                <a:moveTo>
                  <a:pt x="2182922" y="553649"/>
                </a:moveTo>
                <a:lnTo>
                  <a:pt x="2183586" y="553815"/>
                </a:lnTo>
                <a:lnTo>
                  <a:pt x="2184084" y="554146"/>
                </a:lnTo>
                <a:lnTo>
                  <a:pt x="2183586" y="553898"/>
                </a:lnTo>
                <a:lnTo>
                  <a:pt x="2183254" y="553815"/>
                </a:lnTo>
                <a:lnTo>
                  <a:pt x="2182922" y="553649"/>
                </a:lnTo>
                <a:close/>
              </a:path>
              <a:path w="4359909" h="1712595">
                <a:moveTo>
                  <a:pt x="1202259" y="555968"/>
                </a:moveTo>
                <a:lnTo>
                  <a:pt x="1204500" y="558298"/>
                </a:lnTo>
                <a:lnTo>
                  <a:pt x="1203753" y="560565"/>
                </a:lnTo>
                <a:lnTo>
                  <a:pt x="1202259" y="560534"/>
                </a:lnTo>
                <a:lnTo>
                  <a:pt x="1202259" y="555968"/>
                </a:lnTo>
                <a:close/>
              </a:path>
              <a:path w="4359909" h="1712595">
                <a:moveTo>
                  <a:pt x="2149133" y="558639"/>
                </a:moveTo>
                <a:lnTo>
                  <a:pt x="2149226" y="553981"/>
                </a:lnTo>
                <a:lnTo>
                  <a:pt x="2151374" y="556403"/>
                </a:lnTo>
                <a:lnTo>
                  <a:pt x="2150596" y="558701"/>
                </a:lnTo>
                <a:lnTo>
                  <a:pt x="2149133" y="558639"/>
                </a:lnTo>
                <a:close/>
              </a:path>
              <a:path w="4359909" h="1712595">
                <a:moveTo>
                  <a:pt x="1597977" y="534933"/>
                </a:moveTo>
                <a:lnTo>
                  <a:pt x="1602791" y="534602"/>
                </a:lnTo>
                <a:lnTo>
                  <a:pt x="1603952" y="537914"/>
                </a:lnTo>
                <a:lnTo>
                  <a:pt x="1607604" y="538743"/>
                </a:lnTo>
                <a:lnTo>
                  <a:pt x="1607106" y="541393"/>
                </a:lnTo>
                <a:lnTo>
                  <a:pt x="1601795" y="539405"/>
                </a:lnTo>
                <a:lnTo>
                  <a:pt x="1601795" y="542552"/>
                </a:lnTo>
                <a:lnTo>
                  <a:pt x="1599305" y="541393"/>
                </a:lnTo>
                <a:lnTo>
                  <a:pt x="1598309" y="538577"/>
                </a:lnTo>
                <a:lnTo>
                  <a:pt x="1597977" y="534933"/>
                </a:lnTo>
                <a:close/>
              </a:path>
              <a:path w="4359909" h="1712595">
                <a:moveTo>
                  <a:pt x="1601795" y="542552"/>
                </a:moveTo>
                <a:lnTo>
                  <a:pt x="1601795" y="539405"/>
                </a:lnTo>
                <a:lnTo>
                  <a:pt x="1601795" y="542552"/>
                </a:lnTo>
                <a:close/>
              </a:path>
              <a:path w="4359909" h="1712595">
                <a:moveTo>
                  <a:pt x="899142" y="529012"/>
                </a:moveTo>
                <a:lnTo>
                  <a:pt x="900823" y="527148"/>
                </a:lnTo>
                <a:lnTo>
                  <a:pt x="903064" y="529571"/>
                </a:lnTo>
                <a:lnTo>
                  <a:pt x="901196" y="530006"/>
                </a:lnTo>
                <a:lnTo>
                  <a:pt x="899142" y="529012"/>
                </a:lnTo>
                <a:close/>
              </a:path>
              <a:path w="4359909" h="1712595">
                <a:moveTo>
                  <a:pt x="249624" y="527927"/>
                </a:moveTo>
                <a:lnTo>
                  <a:pt x="249647" y="523339"/>
                </a:lnTo>
                <a:lnTo>
                  <a:pt x="251818" y="525738"/>
                </a:lnTo>
                <a:lnTo>
                  <a:pt x="251079" y="527997"/>
                </a:lnTo>
                <a:lnTo>
                  <a:pt x="249624" y="527927"/>
                </a:lnTo>
                <a:close/>
              </a:path>
              <a:path w="4359909" h="1712595">
                <a:moveTo>
                  <a:pt x="700972" y="536258"/>
                </a:moveTo>
                <a:lnTo>
                  <a:pt x="701138" y="532945"/>
                </a:lnTo>
                <a:lnTo>
                  <a:pt x="703462" y="533774"/>
                </a:lnTo>
                <a:lnTo>
                  <a:pt x="705122" y="535430"/>
                </a:lnTo>
                <a:lnTo>
                  <a:pt x="704956" y="538743"/>
                </a:lnTo>
                <a:lnTo>
                  <a:pt x="702465" y="537914"/>
                </a:lnTo>
                <a:lnTo>
                  <a:pt x="700972" y="536258"/>
                </a:lnTo>
                <a:close/>
              </a:path>
              <a:path w="4359909" h="1712595">
                <a:moveTo>
                  <a:pt x="1182506" y="525823"/>
                </a:moveTo>
                <a:lnTo>
                  <a:pt x="1183170" y="521517"/>
                </a:lnTo>
                <a:lnTo>
                  <a:pt x="1188979" y="519529"/>
                </a:lnTo>
                <a:lnTo>
                  <a:pt x="1186490" y="525658"/>
                </a:lnTo>
                <a:lnTo>
                  <a:pt x="1186490" y="529061"/>
                </a:lnTo>
                <a:lnTo>
                  <a:pt x="1183668" y="528639"/>
                </a:lnTo>
                <a:lnTo>
                  <a:pt x="1182506" y="525823"/>
                </a:lnTo>
                <a:close/>
              </a:path>
              <a:path w="4359909" h="1712595">
                <a:moveTo>
                  <a:pt x="1186490" y="529061"/>
                </a:moveTo>
                <a:lnTo>
                  <a:pt x="1186490" y="525658"/>
                </a:lnTo>
                <a:lnTo>
                  <a:pt x="1186988" y="529136"/>
                </a:lnTo>
                <a:lnTo>
                  <a:pt x="1186490" y="529061"/>
                </a:lnTo>
                <a:close/>
              </a:path>
              <a:path w="4359909" h="1712595">
                <a:moveTo>
                  <a:pt x="1877668" y="282509"/>
                </a:moveTo>
                <a:lnTo>
                  <a:pt x="1880988" y="273565"/>
                </a:lnTo>
                <a:lnTo>
                  <a:pt x="1880988" y="270343"/>
                </a:lnTo>
                <a:lnTo>
                  <a:pt x="1884142" y="270253"/>
                </a:lnTo>
                <a:lnTo>
                  <a:pt x="1883146" y="277044"/>
                </a:lnTo>
                <a:lnTo>
                  <a:pt x="1883146" y="281949"/>
                </a:lnTo>
                <a:lnTo>
                  <a:pt x="1880988" y="282170"/>
                </a:lnTo>
                <a:lnTo>
                  <a:pt x="1880988" y="273565"/>
                </a:lnTo>
                <a:lnTo>
                  <a:pt x="1878332" y="270418"/>
                </a:lnTo>
                <a:lnTo>
                  <a:pt x="1878332" y="282442"/>
                </a:lnTo>
                <a:lnTo>
                  <a:pt x="1877668" y="282509"/>
                </a:lnTo>
                <a:close/>
              </a:path>
              <a:path w="4359909" h="1712595">
                <a:moveTo>
                  <a:pt x="1883146" y="281949"/>
                </a:moveTo>
                <a:lnTo>
                  <a:pt x="1883146" y="277044"/>
                </a:lnTo>
                <a:lnTo>
                  <a:pt x="1884142" y="281847"/>
                </a:lnTo>
                <a:lnTo>
                  <a:pt x="1883146" y="281949"/>
                </a:lnTo>
                <a:close/>
              </a:path>
              <a:path w="4359909" h="1712595">
                <a:moveTo>
                  <a:pt x="74861" y="530958"/>
                </a:moveTo>
                <a:lnTo>
                  <a:pt x="77102" y="533380"/>
                </a:lnTo>
                <a:lnTo>
                  <a:pt x="76355" y="535678"/>
                </a:lnTo>
                <a:lnTo>
                  <a:pt x="74861" y="535616"/>
                </a:lnTo>
                <a:lnTo>
                  <a:pt x="74861" y="530958"/>
                </a:lnTo>
                <a:close/>
              </a:path>
              <a:path w="4359909" h="1712595">
                <a:moveTo>
                  <a:pt x="3461038" y="370129"/>
                </a:moveTo>
                <a:lnTo>
                  <a:pt x="3461038" y="364332"/>
                </a:lnTo>
                <a:lnTo>
                  <a:pt x="3464856" y="364332"/>
                </a:lnTo>
                <a:lnTo>
                  <a:pt x="3465520" y="368141"/>
                </a:lnTo>
                <a:lnTo>
                  <a:pt x="3464358" y="370295"/>
                </a:lnTo>
                <a:lnTo>
                  <a:pt x="3461038" y="370129"/>
                </a:lnTo>
                <a:close/>
              </a:path>
              <a:path w="4359909" h="1712595">
                <a:moveTo>
                  <a:pt x="2838745" y="341640"/>
                </a:moveTo>
                <a:lnTo>
                  <a:pt x="2840571" y="333690"/>
                </a:lnTo>
                <a:lnTo>
                  <a:pt x="2846381" y="334021"/>
                </a:lnTo>
                <a:lnTo>
                  <a:pt x="2838745" y="341640"/>
                </a:lnTo>
                <a:close/>
              </a:path>
              <a:path w="4359909" h="1712595">
                <a:moveTo>
                  <a:pt x="3096858" y="338328"/>
                </a:moveTo>
                <a:lnTo>
                  <a:pt x="3099846" y="333690"/>
                </a:lnTo>
                <a:lnTo>
                  <a:pt x="3103000" y="333027"/>
                </a:lnTo>
                <a:lnTo>
                  <a:pt x="3103166" y="335512"/>
                </a:lnTo>
                <a:lnTo>
                  <a:pt x="3105655" y="335677"/>
                </a:lnTo>
                <a:lnTo>
                  <a:pt x="3106319" y="339321"/>
                </a:lnTo>
                <a:lnTo>
                  <a:pt x="3096858" y="338328"/>
                </a:lnTo>
                <a:close/>
              </a:path>
              <a:path w="4359909" h="1712595">
                <a:moveTo>
                  <a:pt x="2666166" y="337375"/>
                </a:moveTo>
                <a:lnTo>
                  <a:pt x="2667776" y="335512"/>
                </a:lnTo>
                <a:lnTo>
                  <a:pt x="2670040" y="337934"/>
                </a:lnTo>
                <a:lnTo>
                  <a:pt x="2668212" y="338369"/>
                </a:lnTo>
                <a:lnTo>
                  <a:pt x="2666166" y="337375"/>
                </a:lnTo>
                <a:close/>
              </a:path>
              <a:path w="4359909" h="1712595">
                <a:moveTo>
                  <a:pt x="2077851" y="338328"/>
                </a:moveTo>
                <a:lnTo>
                  <a:pt x="2078349" y="334684"/>
                </a:lnTo>
                <a:lnTo>
                  <a:pt x="2078349" y="331761"/>
                </a:lnTo>
                <a:lnTo>
                  <a:pt x="2080507" y="332530"/>
                </a:lnTo>
                <a:lnTo>
                  <a:pt x="2082167" y="334187"/>
                </a:lnTo>
                <a:lnTo>
                  <a:pt x="2082001" y="337499"/>
                </a:lnTo>
                <a:lnTo>
                  <a:pt x="2078349" y="338228"/>
                </a:lnTo>
                <a:lnTo>
                  <a:pt x="2078349" y="334684"/>
                </a:lnTo>
                <a:lnTo>
                  <a:pt x="2078183" y="331702"/>
                </a:lnTo>
                <a:lnTo>
                  <a:pt x="2078183" y="338261"/>
                </a:lnTo>
                <a:lnTo>
                  <a:pt x="2077851" y="338328"/>
                </a:lnTo>
                <a:close/>
              </a:path>
              <a:path w="4359909" h="1712595">
                <a:moveTo>
                  <a:pt x="2904192" y="341593"/>
                </a:moveTo>
                <a:lnTo>
                  <a:pt x="2904477" y="341971"/>
                </a:lnTo>
                <a:lnTo>
                  <a:pt x="2904643" y="342468"/>
                </a:lnTo>
                <a:lnTo>
                  <a:pt x="2904975" y="342965"/>
                </a:lnTo>
                <a:lnTo>
                  <a:pt x="2904477" y="342303"/>
                </a:lnTo>
                <a:lnTo>
                  <a:pt x="2904192" y="341593"/>
                </a:lnTo>
                <a:close/>
              </a:path>
              <a:path w="4359909" h="1712595">
                <a:moveTo>
                  <a:pt x="2903813" y="341143"/>
                </a:moveTo>
                <a:lnTo>
                  <a:pt x="2904145" y="341475"/>
                </a:lnTo>
                <a:lnTo>
                  <a:pt x="2903979" y="341309"/>
                </a:lnTo>
                <a:lnTo>
                  <a:pt x="2903813" y="341143"/>
                </a:lnTo>
                <a:close/>
              </a:path>
              <a:path w="4359909" h="1712595">
                <a:moveTo>
                  <a:pt x="2903647" y="340812"/>
                </a:moveTo>
                <a:lnTo>
                  <a:pt x="2903813" y="340978"/>
                </a:lnTo>
                <a:lnTo>
                  <a:pt x="2903647" y="340812"/>
                </a:lnTo>
                <a:close/>
              </a:path>
              <a:path w="4359909" h="1712595">
                <a:moveTo>
                  <a:pt x="2512245" y="331702"/>
                </a:moveTo>
                <a:lnTo>
                  <a:pt x="2516394" y="332034"/>
                </a:lnTo>
                <a:lnTo>
                  <a:pt x="2516394" y="336506"/>
                </a:lnTo>
                <a:lnTo>
                  <a:pt x="2516062" y="341309"/>
                </a:lnTo>
                <a:lnTo>
                  <a:pt x="2513240" y="339653"/>
                </a:lnTo>
                <a:lnTo>
                  <a:pt x="2513240" y="335181"/>
                </a:lnTo>
                <a:lnTo>
                  <a:pt x="2512245" y="331702"/>
                </a:lnTo>
                <a:close/>
              </a:path>
              <a:path w="4359909" h="1712595">
                <a:moveTo>
                  <a:pt x="2321025" y="362410"/>
                </a:moveTo>
                <a:lnTo>
                  <a:pt x="2321025" y="355553"/>
                </a:lnTo>
                <a:lnTo>
                  <a:pt x="2324345" y="362675"/>
                </a:lnTo>
                <a:lnTo>
                  <a:pt x="2321025" y="362410"/>
                </a:lnTo>
                <a:close/>
              </a:path>
              <a:path w="4359909" h="1712595">
                <a:moveTo>
                  <a:pt x="2312892" y="363835"/>
                </a:moveTo>
                <a:lnTo>
                  <a:pt x="2316046" y="349922"/>
                </a:lnTo>
                <a:lnTo>
                  <a:pt x="2322187" y="352738"/>
                </a:lnTo>
                <a:lnTo>
                  <a:pt x="2321025" y="355553"/>
                </a:lnTo>
                <a:lnTo>
                  <a:pt x="2321025" y="362410"/>
                </a:lnTo>
                <a:lnTo>
                  <a:pt x="2320195" y="362344"/>
                </a:lnTo>
                <a:lnTo>
                  <a:pt x="2312892" y="363835"/>
                </a:lnTo>
                <a:close/>
              </a:path>
              <a:path w="4359909" h="1712595">
                <a:moveTo>
                  <a:pt x="3123084" y="360688"/>
                </a:moveTo>
                <a:lnTo>
                  <a:pt x="3124910" y="352738"/>
                </a:lnTo>
                <a:lnTo>
                  <a:pt x="3130554" y="353234"/>
                </a:lnTo>
                <a:lnTo>
                  <a:pt x="3123084" y="360688"/>
                </a:lnTo>
                <a:close/>
              </a:path>
              <a:path w="4359909" h="1712595">
                <a:moveTo>
                  <a:pt x="3151634" y="335512"/>
                </a:moveTo>
                <a:lnTo>
                  <a:pt x="3154124" y="336174"/>
                </a:lnTo>
                <a:lnTo>
                  <a:pt x="3154622" y="338824"/>
                </a:lnTo>
                <a:lnTo>
                  <a:pt x="3157444" y="339321"/>
                </a:lnTo>
                <a:lnTo>
                  <a:pt x="3156946" y="341309"/>
                </a:lnTo>
                <a:lnTo>
                  <a:pt x="3153626" y="340646"/>
                </a:lnTo>
                <a:lnTo>
                  <a:pt x="3153626" y="343131"/>
                </a:lnTo>
                <a:lnTo>
                  <a:pt x="3152132" y="342833"/>
                </a:lnTo>
                <a:lnTo>
                  <a:pt x="3152132" y="338328"/>
                </a:lnTo>
                <a:lnTo>
                  <a:pt x="3151634" y="335512"/>
                </a:lnTo>
                <a:close/>
              </a:path>
              <a:path w="4359909" h="1712595">
                <a:moveTo>
                  <a:pt x="3151136" y="342634"/>
                </a:moveTo>
                <a:lnTo>
                  <a:pt x="3152132" y="338328"/>
                </a:lnTo>
                <a:lnTo>
                  <a:pt x="3152132" y="342833"/>
                </a:lnTo>
                <a:lnTo>
                  <a:pt x="3151136" y="342634"/>
                </a:lnTo>
                <a:close/>
              </a:path>
              <a:path w="4359909" h="1712595">
                <a:moveTo>
                  <a:pt x="2444687" y="351247"/>
                </a:moveTo>
                <a:lnTo>
                  <a:pt x="2450662" y="352075"/>
                </a:lnTo>
                <a:lnTo>
                  <a:pt x="2450829" y="346940"/>
                </a:lnTo>
                <a:lnTo>
                  <a:pt x="2455642" y="351909"/>
                </a:lnTo>
                <a:lnTo>
                  <a:pt x="2458796" y="354228"/>
                </a:lnTo>
                <a:lnTo>
                  <a:pt x="2464274" y="354560"/>
                </a:lnTo>
                <a:lnTo>
                  <a:pt x="2457136" y="359694"/>
                </a:lnTo>
                <a:lnTo>
                  <a:pt x="2454812" y="357541"/>
                </a:lnTo>
                <a:lnTo>
                  <a:pt x="2445019" y="356547"/>
                </a:lnTo>
                <a:lnTo>
                  <a:pt x="2444687" y="351247"/>
                </a:lnTo>
                <a:close/>
              </a:path>
              <a:path w="4359909" h="1712595">
                <a:moveTo>
                  <a:pt x="2354721" y="352738"/>
                </a:moveTo>
                <a:lnTo>
                  <a:pt x="2356547" y="356713"/>
                </a:lnTo>
                <a:lnTo>
                  <a:pt x="2364514" y="354394"/>
                </a:lnTo>
                <a:lnTo>
                  <a:pt x="2364348" y="360357"/>
                </a:lnTo>
                <a:lnTo>
                  <a:pt x="2359701" y="359197"/>
                </a:lnTo>
                <a:lnTo>
                  <a:pt x="2355385" y="357872"/>
                </a:lnTo>
                <a:lnTo>
                  <a:pt x="2354721" y="352738"/>
                </a:lnTo>
                <a:close/>
              </a:path>
              <a:path w="4359909" h="1712595">
                <a:moveTo>
                  <a:pt x="3560798" y="357396"/>
                </a:moveTo>
                <a:lnTo>
                  <a:pt x="3560798" y="352738"/>
                </a:lnTo>
                <a:lnTo>
                  <a:pt x="3563038" y="355160"/>
                </a:lnTo>
                <a:lnTo>
                  <a:pt x="3562291" y="357458"/>
                </a:lnTo>
                <a:lnTo>
                  <a:pt x="3560798" y="357396"/>
                </a:lnTo>
                <a:close/>
              </a:path>
              <a:path w="4359909" h="1712595">
                <a:moveTo>
                  <a:pt x="2333640" y="355056"/>
                </a:moveTo>
                <a:lnTo>
                  <a:pt x="2335466" y="347106"/>
                </a:lnTo>
                <a:lnTo>
                  <a:pt x="2341276" y="347437"/>
                </a:lnTo>
                <a:lnTo>
                  <a:pt x="2333640" y="355056"/>
                </a:lnTo>
                <a:close/>
              </a:path>
              <a:path w="4359909" h="1712595">
                <a:moveTo>
                  <a:pt x="2308576" y="339487"/>
                </a:moveTo>
                <a:lnTo>
                  <a:pt x="2308908" y="337168"/>
                </a:lnTo>
                <a:lnTo>
                  <a:pt x="2312062" y="337831"/>
                </a:lnTo>
                <a:lnTo>
                  <a:pt x="2314386" y="337499"/>
                </a:lnTo>
                <a:lnTo>
                  <a:pt x="2315713" y="343793"/>
                </a:lnTo>
                <a:lnTo>
                  <a:pt x="2310402" y="340481"/>
                </a:lnTo>
                <a:lnTo>
                  <a:pt x="2308576" y="339487"/>
                </a:lnTo>
                <a:close/>
              </a:path>
              <a:path w="4359909" h="1712595">
                <a:moveTo>
                  <a:pt x="2318203" y="343131"/>
                </a:moveTo>
                <a:lnTo>
                  <a:pt x="2318203" y="337334"/>
                </a:lnTo>
                <a:lnTo>
                  <a:pt x="2326337" y="334684"/>
                </a:lnTo>
                <a:lnTo>
                  <a:pt x="2325839" y="343131"/>
                </a:lnTo>
                <a:lnTo>
                  <a:pt x="2318203" y="343131"/>
                </a:lnTo>
                <a:close/>
              </a:path>
              <a:path w="4359909" h="1712595">
                <a:moveTo>
                  <a:pt x="2016982" y="343172"/>
                </a:moveTo>
                <a:lnTo>
                  <a:pt x="2018593" y="341309"/>
                </a:lnTo>
                <a:lnTo>
                  <a:pt x="2020857" y="343731"/>
                </a:lnTo>
                <a:lnTo>
                  <a:pt x="2019029" y="344166"/>
                </a:lnTo>
                <a:lnTo>
                  <a:pt x="2016982" y="343172"/>
                </a:lnTo>
                <a:close/>
              </a:path>
              <a:path w="4359909" h="1712595">
                <a:moveTo>
                  <a:pt x="1874681" y="339653"/>
                </a:moveTo>
                <a:lnTo>
                  <a:pt x="1876506" y="331702"/>
                </a:lnTo>
                <a:lnTo>
                  <a:pt x="1882150" y="332034"/>
                </a:lnTo>
                <a:lnTo>
                  <a:pt x="1874681" y="339653"/>
                </a:lnTo>
                <a:close/>
              </a:path>
              <a:path w="4359909" h="1712595">
                <a:moveTo>
                  <a:pt x="2068224" y="353731"/>
                </a:moveTo>
                <a:lnTo>
                  <a:pt x="2068722" y="350087"/>
                </a:lnTo>
                <a:lnTo>
                  <a:pt x="2068722" y="347000"/>
                </a:lnTo>
                <a:lnTo>
                  <a:pt x="2070880" y="347769"/>
                </a:lnTo>
                <a:lnTo>
                  <a:pt x="2072540" y="349425"/>
                </a:lnTo>
                <a:lnTo>
                  <a:pt x="2072374" y="352738"/>
                </a:lnTo>
                <a:lnTo>
                  <a:pt x="2068722" y="353612"/>
                </a:lnTo>
                <a:lnTo>
                  <a:pt x="2068722" y="350087"/>
                </a:lnTo>
                <a:lnTo>
                  <a:pt x="2068556" y="346940"/>
                </a:lnTo>
                <a:lnTo>
                  <a:pt x="2068556" y="353652"/>
                </a:lnTo>
                <a:lnTo>
                  <a:pt x="2068224" y="353731"/>
                </a:lnTo>
                <a:close/>
              </a:path>
              <a:path w="4359909" h="1712595">
                <a:moveTo>
                  <a:pt x="2979711" y="345936"/>
                </a:moveTo>
                <a:lnTo>
                  <a:pt x="2980832" y="339321"/>
                </a:lnTo>
                <a:lnTo>
                  <a:pt x="2982886" y="344818"/>
                </a:lnTo>
                <a:lnTo>
                  <a:pt x="2981454" y="347396"/>
                </a:lnTo>
                <a:lnTo>
                  <a:pt x="2979711" y="345936"/>
                </a:lnTo>
                <a:close/>
              </a:path>
              <a:path w="4359909" h="1712595">
                <a:moveTo>
                  <a:pt x="1824552" y="329715"/>
                </a:moveTo>
                <a:lnTo>
                  <a:pt x="1828370" y="331040"/>
                </a:lnTo>
                <a:lnTo>
                  <a:pt x="1829697" y="334849"/>
                </a:lnTo>
                <a:lnTo>
                  <a:pt x="1830361" y="339321"/>
                </a:lnTo>
                <a:lnTo>
                  <a:pt x="1826543" y="337996"/>
                </a:lnTo>
                <a:lnTo>
                  <a:pt x="1825216" y="334187"/>
                </a:lnTo>
                <a:lnTo>
                  <a:pt x="1824552" y="329715"/>
                </a:lnTo>
                <a:close/>
              </a:path>
              <a:path w="4359909" h="1712595">
                <a:moveTo>
                  <a:pt x="2342936" y="336506"/>
                </a:moveTo>
                <a:lnTo>
                  <a:pt x="2343434" y="332862"/>
                </a:lnTo>
                <a:lnTo>
                  <a:pt x="2343434" y="329774"/>
                </a:lnTo>
                <a:lnTo>
                  <a:pt x="2345592" y="330543"/>
                </a:lnTo>
                <a:lnTo>
                  <a:pt x="2347251" y="332199"/>
                </a:lnTo>
                <a:lnTo>
                  <a:pt x="2347085" y="335512"/>
                </a:lnTo>
                <a:lnTo>
                  <a:pt x="2343434" y="336386"/>
                </a:lnTo>
                <a:lnTo>
                  <a:pt x="2343434" y="332862"/>
                </a:lnTo>
                <a:lnTo>
                  <a:pt x="2343268" y="329715"/>
                </a:lnTo>
                <a:lnTo>
                  <a:pt x="2343268" y="336426"/>
                </a:lnTo>
                <a:lnTo>
                  <a:pt x="2342936" y="336506"/>
                </a:lnTo>
                <a:close/>
              </a:path>
              <a:path w="4359909" h="1712595">
                <a:moveTo>
                  <a:pt x="1327082" y="339321"/>
                </a:moveTo>
                <a:lnTo>
                  <a:pt x="1329573" y="333193"/>
                </a:lnTo>
                <a:lnTo>
                  <a:pt x="1329573" y="329955"/>
                </a:lnTo>
                <a:lnTo>
                  <a:pt x="1332394" y="330377"/>
                </a:lnTo>
                <a:lnTo>
                  <a:pt x="1333390" y="333193"/>
                </a:lnTo>
                <a:lnTo>
                  <a:pt x="1332892" y="337499"/>
                </a:lnTo>
                <a:lnTo>
                  <a:pt x="1329573" y="338540"/>
                </a:lnTo>
                <a:lnTo>
                  <a:pt x="1329573" y="333193"/>
                </a:lnTo>
                <a:lnTo>
                  <a:pt x="1329074" y="329880"/>
                </a:lnTo>
                <a:lnTo>
                  <a:pt x="1329074" y="338697"/>
                </a:lnTo>
                <a:lnTo>
                  <a:pt x="1327082" y="339321"/>
                </a:lnTo>
                <a:close/>
              </a:path>
              <a:path w="4359909" h="1712595">
                <a:moveTo>
                  <a:pt x="1313710" y="340170"/>
                </a:moveTo>
                <a:lnTo>
                  <a:pt x="1313803" y="335512"/>
                </a:lnTo>
                <a:lnTo>
                  <a:pt x="1315951" y="337934"/>
                </a:lnTo>
                <a:lnTo>
                  <a:pt x="1315173" y="340232"/>
                </a:lnTo>
                <a:lnTo>
                  <a:pt x="1313710" y="340170"/>
                </a:lnTo>
                <a:close/>
              </a:path>
              <a:path w="4359909" h="1712595">
                <a:moveTo>
                  <a:pt x="1396300" y="320274"/>
                </a:moveTo>
                <a:lnTo>
                  <a:pt x="1404433" y="318452"/>
                </a:lnTo>
                <a:lnTo>
                  <a:pt x="1404433" y="324746"/>
                </a:lnTo>
                <a:lnTo>
                  <a:pt x="1403935" y="331702"/>
                </a:lnTo>
                <a:lnTo>
                  <a:pt x="1401612" y="327727"/>
                </a:lnTo>
                <a:lnTo>
                  <a:pt x="1396798" y="326071"/>
                </a:lnTo>
                <a:lnTo>
                  <a:pt x="1396300" y="320274"/>
                </a:lnTo>
                <a:close/>
              </a:path>
              <a:path w="4359909" h="1712595">
                <a:moveTo>
                  <a:pt x="3541709" y="337499"/>
                </a:moveTo>
                <a:lnTo>
                  <a:pt x="3546649" y="334606"/>
                </a:lnTo>
                <a:lnTo>
                  <a:pt x="3551481" y="336837"/>
                </a:lnTo>
                <a:lnTo>
                  <a:pt x="3554290" y="342298"/>
                </a:lnTo>
                <a:lnTo>
                  <a:pt x="3553162" y="349094"/>
                </a:lnTo>
                <a:lnTo>
                  <a:pt x="3549344" y="345284"/>
                </a:lnTo>
                <a:lnTo>
                  <a:pt x="3548514" y="338328"/>
                </a:lnTo>
                <a:lnTo>
                  <a:pt x="3541709" y="337499"/>
                </a:lnTo>
                <a:close/>
              </a:path>
              <a:path w="4359909" h="1712595">
                <a:moveTo>
                  <a:pt x="3034519" y="376539"/>
                </a:moveTo>
                <a:lnTo>
                  <a:pt x="3034612" y="371951"/>
                </a:lnTo>
                <a:lnTo>
                  <a:pt x="3036760" y="374350"/>
                </a:lnTo>
                <a:lnTo>
                  <a:pt x="3035982" y="376609"/>
                </a:lnTo>
                <a:lnTo>
                  <a:pt x="3034519" y="376539"/>
                </a:lnTo>
                <a:close/>
              </a:path>
              <a:path w="4359909" h="1712595">
                <a:moveTo>
                  <a:pt x="2979006" y="379736"/>
                </a:moveTo>
                <a:lnTo>
                  <a:pt x="2980500" y="373110"/>
                </a:lnTo>
                <a:lnTo>
                  <a:pt x="2990127" y="372779"/>
                </a:lnTo>
                <a:lnTo>
                  <a:pt x="2996269" y="373938"/>
                </a:lnTo>
                <a:lnTo>
                  <a:pt x="2993828" y="378105"/>
                </a:lnTo>
                <a:lnTo>
                  <a:pt x="2989816" y="378700"/>
                </a:lnTo>
                <a:lnTo>
                  <a:pt x="2984714" y="378364"/>
                </a:lnTo>
                <a:lnTo>
                  <a:pt x="2979006" y="379736"/>
                </a:lnTo>
                <a:close/>
              </a:path>
              <a:path w="4359909" h="1712595">
                <a:moveTo>
                  <a:pt x="78181" y="651041"/>
                </a:moveTo>
                <a:lnTo>
                  <a:pt x="78845" y="645907"/>
                </a:lnTo>
                <a:lnTo>
                  <a:pt x="82164" y="642428"/>
                </a:lnTo>
                <a:lnTo>
                  <a:pt x="86314" y="646569"/>
                </a:lnTo>
                <a:lnTo>
                  <a:pt x="86480" y="651704"/>
                </a:lnTo>
                <a:lnTo>
                  <a:pt x="81501" y="652366"/>
                </a:lnTo>
                <a:lnTo>
                  <a:pt x="78181" y="651041"/>
                </a:lnTo>
                <a:close/>
              </a:path>
              <a:path w="4359909" h="1712595">
                <a:moveTo>
                  <a:pt x="2917424" y="362344"/>
                </a:moveTo>
                <a:lnTo>
                  <a:pt x="2922570" y="363007"/>
                </a:lnTo>
                <a:lnTo>
                  <a:pt x="2923897" y="367479"/>
                </a:lnTo>
                <a:lnTo>
                  <a:pt x="2925060" y="371951"/>
                </a:lnTo>
                <a:lnTo>
                  <a:pt x="2920080" y="371288"/>
                </a:lnTo>
                <a:lnTo>
                  <a:pt x="2918586" y="366816"/>
                </a:lnTo>
                <a:lnTo>
                  <a:pt x="2917424" y="362344"/>
                </a:lnTo>
                <a:close/>
              </a:path>
              <a:path w="4359909" h="1712595">
                <a:moveTo>
                  <a:pt x="2627348" y="365088"/>
                </a:moveTo>
                <a:lnTo>
                  <a:pt x="2627441" y="360522"/>
                </a:lnTo>
                <a:lnTo>
                  <a:pt x="2629588" y="362851"/>
                </a:lnTo>
                <a:lnTo>
                  <a:pt x="2628810" y="365119"/>
                </a:lnTo>
                <a:lnTo>
                  <a:pt x="2627348" y="365088"/>
                </a:lnTo>
                <a:close/>
              </a:path>
              <a:path w="4359909" h="1712595">
                <a:moveTo>
                  <a:pt x="3141898" y="370584"/>
                </a:moveTo>
                <a:lnTo>
                  <a:pt x="3143625" y="369342"/>
                </a:lnTo>
                <a:lnTo>
                  <a:pt x="3145540" y="370398"/>
                </a:lnTo>
                <a:lnTo>
                  <a:pt x="3143999" y="373938"/>
                </a:lnTo>
                <a:lnTo>
                  <a:pt x="3141898" y="370584"/>
                </a:lnTo>
                <a:close/>
              </a:path>
              <a:path w="4359909" h="1712595">
                <a:moveTo>
                  <a:pt x="2246662" y="373110"/>
                </a:moveTo>
                <a:lnTo>
                  <a:pt x="2249786" y="366298"/>
                </a:lnTo>
                <a:lnTo>
                  <a:pt x="2252334" y="369968"/>
                </a:lnTo>
                <a:lnTo>
                  <a:pt x="2250978" y="373938"/>
                </a:lnTo>
                <a:lnTo>
                  <a:pt x="2246662" y="373110"/>
                </a:lnTo>
                <a:close/>
              </a:path>
              <a:path w="4359909" h="1712595">
                <a:moveTo>
                  <a:pt x="2247129" y="364006"/>
                </a:moveTo>
                <a:lnTo>
                  <a:pt x="2251144" y="363338"/>
                </a:lnTo>
                <a:lnTo>
                  <a:pt x="2249786" y="366298"/>
                </a:lnTo>
                <a:lnTo>
                  <a:pt x="2249256" y="365533"/>
                </a:lnTo>
                <a:lnTo>
                  <a:pt x="2247129" y="364006"/>
                </a:lnTo>
                <a:close/>
              </a:path>
              <a:path w="4359909" h="1712595">
                <a:moveTo>
                  <a:pt x="2245168" y="364332"/>
                </a:moveTo>
                <a:lnTo>
                  <a:pt x="2245586" y="362898"/>
                </a:lnTo>
                <a:lnTo>
                  <a:pt x="2247129" y="364006"/>
                </a:lnTo>
                <a:lnTo>
                  <a:pt x="2245168" y="364332"/>
                </a:lnTo>
                <a:close/>
              </a:path>
              <a:path w="4359909" h="1712595">
                <a:moveTo>
                  <a:pt x="952445" y="381543"/>
                </a:moveTo>
                <a:lnTo>
                  <a:pt x="952445" y="376589"/>
                </a:lnTo>
                <a:lnTo>
                  <a:pt x="956429" y="377748"/>
                </a:lnTo>
                <a:lnTo>
                  <a:pt x="953109" y="383380"/>
                </a:lnTo>
                <a:lnTo>
                  <a:pt x="952445" y="381543"/>
                </a:lnTo>
                <a:close/>
              </a:path>
              <a:path w="4359909" h="1712595">
                <a:moveTo>
                  <a:pt x="949457" y="373276"/>
                </a:moveTo>
                <a:lnTo>
                  <a:pt x="950619" y="368141"/>
                </a:lnTo>
                <a:lnTo>
                  <a:pt x="955101" y="368804"/>
                </a:lnTo>
                <a:lnTo>
                  <a:pt x="952445" y="376589"/>
                </a:lnTo>
                <a:lnTo>
                  <a:pt x="952445" y="381543"/>
                </a:lnTo>
                <a:lnTo>
                  <a:pt x="949457" y="373276"/>
                </a:lnTo>
                <a:close/>
              </a:path>
              <a:path w="4359909" h="1712595">
                <a:moveTo>
                  <a:pt x="3449419" y="358535"/>
                </a:moveTo>
                <a:lnTo>
                  <a:pt x="3449419" y="354725"/>
                </a:lnTo>
                <a:lnTo>
                  <a:pt x="3453237" y="354725"/>
                </a:lnTo>
                <a:lnTo>
                  <a:pt x="3453237" y="358535"/>
                </a:lnTo>
                <a:lnTo>
                  <a:pt x="3449419" y="358535"/>
                </a:lnTo>
                <a:close/>
              </a:path>
              <a:path w="4359909" h="1712595">
                <a:moveTo>
                  <a:pt x="1100507" y="383380"/>
                </a:moveTo>
                <a:lnTo>
                  <a:pt x="1100507" y="379570"/>
                </a:lnTo>
                <a:lnTo>
                  <a:pt x="1104325" y="379570"/>
                </a:lnTo>
                <a:lnTo>
                  <a:pt x="1104325" y="383380"/>
                </a:lnTo>
                <a:lnTo>
                  <a:pt x="1100507" y="383380"/>
                </a:lnTo>
                <a:close/>
              </a:path>
              <a:path w="4359909" h="1712595">
                <a:moveTo>
                  <a:pt x="2475727" y="356547"/>
                </a:moveTo>
                <a:lnTo>
                  <a:pt x="2483054" y="359249"/>
                </a:lnTo>
                <a:lnTo>
                  <a:pt x="2487284" y="366609"/>
                </a:lnTo>
                <a:lnTo>
                  <a:pt x="2490549" y="375647"/>
                </a:lnTo>
                <a:lnTo>
                  <a:pt x="2494982" y="383380"/>
                </a:lnTo>
                <a:lnTo>
                  <a:pt x="2488010" y="381392"/>
                </a:lnTo>
                <a:lnTo>
                  <a:pt x="2486350" y="373938"/>
                </a:lnTo>
                <a:lnTo>
                  <a:pt x="2477719" y="373773"/>
                </a:lnTo>
                <a:lnTo>
                  <a:pt x="2477719" y="365657"/>
                </a:lnTo>
                <a:lnTo>
                  <a:pt x="2476723" y="358535"/>
                </a:lnTo>
                <a:lnTo>
                  <a:pt x="2475727" y="356547"/>
                </a:lnTo>
                <a:close/>
              </a:path>
              <a:path w="4359909" h="1712595">
                <a:moveTo>
                  <a:pt x="486680" y="377085"/>
                </a:moveTo>
                <a:lnTo>
                  <a:pt x="487842" y="375760"/>
                </a:lnTo>
                <a:lnTo>
                  <a:pt x="488672" y="374932"/>
                </a:lnTo>
                <a:lnTo>
                  <a:pt x="486680" y="377085"/>
                </a:lnTo>
                <a:close/>
              </a:path>
              <a:path w="4359909" h="1712595">
                <a:moveTo>
                  <a:pt x="4033275" y="370812"/>
                </a:moveTo>
                <a:lnTo>
                  <a:pt x="4033368" y="366154"/>
                </a:lnTo>
                <a:lnTo>
                  <a:pt x="4035516" y="368576"/>
                </a:lnTo>
                <a:lnTo>
                  <a:pt x="4034738" y="370874"/>
                </a:lnTo>
                <a:lnTo>
                  <a:pt x="4033275" y="370812"/>
                </a:lnTo>
                <a:close/>
              </a:path>
              <a:path w="4359909" h="1712595">
                <a:moveTo>
                  <a:pt x="3111133" y="368970"/>
                </a:moveTo>
                <a:lnTo>
                  <a:pt x="3111631" y="365326"/>
                </a:lnTo>
                <a:lnTo>
                  <a:pt x="3111631" y="362403"/>
                </a:lnTo>
                <a:lnTo>
                  <a:pt x="3113789" y="363172"/>
                </a:lnTo>
                <a:lnTo>
                  <a:pt x="3115449" y="364829"/>
                </a:lnTo>
                <a:lnTo>
                  <a:pt x="3115283" y="368141"/>
                </a:lnTo>
                <a:lnTo>
                  <a:pt x="3111631" y="368870"/>
                </a:lnTo>
                <a:lnTo>
                  <a:pt x="3111631" y="365326"/>
                </a:lnTo>
                <a:lnTo>
                  <a:pt x="3111465" y="362344"/>
                </a:lnTo>
                <a:lnTo>
                  <a:pt x="3111465" y="368903"/>
                </a:lnTo>
                <a:lnTo>
                  <a:pt x="3111133" y="368970"/>
                </a:lnTo>
                <a:close/>
              </a:path>
              <a:path w="4359909" h="1712595">
                <a:moveTo>
                  <a:pt x="3656607" y="366493"/>
                </a:moveTo>
                <a:lnTo>
                  <a:pt x="3657424" y="363814"/>
                </a:lnTo>
                <a:lnTo>
                  <a:pt x="3658895" y="364210"/>
                </a:lnTo>
                <a:lnTo>
                  <a:pt x="3658731" y="369963"/>
                </a:lnTo>
                <a:lnTo>
                  <a:pt x="3656607" y="366493"/>
                </a:lnTo>
                <a:close/>
              </a:path>
              <a:path w="4359909" h="1712595">
                <a:moveTo>
                  <a:pt x="3975770" y="374104"/>
                </a:moveTo>
                <a:lnTo>
                  <a:pt x="3977596" y="366154"/>
                </a:lnTo>
                <a:lnTo>
                  <a:pt x="3983406" y="366651"/>
                </a:lnTo>
                <a:lnTo>
                  <a:pt x="3975770" y="374104"/>
                </a:lnTo>
                <a:close/>
              </a:path>
              <a:path w="4359909" h="1712595">
                <a:moveTo>
                  <a:pt x="4346330" y="361206"/>
                </a:moveTo>
                <a:lnTo>
                  <a:pt x="4346424" y="356547"/>
                </a:lnTo>
                <a:lnTo>
                  <a:pt x="4348571" y="358969"/>
                </a:lnTo>
                <a:lnTo>
                  <a:pt x="4347793" y="361268"/>
                </a:lnTo>
                <a:lnTo>
                  <a:pt x="4346330" y="361206"/>
                </a:lnTo>
                <a:close/>
              </a:path>
              <a:path w="4359909" h="1712595">
                <a:moveTo>
                  <a:pt x="1463692" y="385698"/>
                </a:moveTo>
                <a:lnTo>
                  <a:pt x="1465517" y="377748"/>
                </a:lnTo>
                <a:lnTo>
                  <a:pt x="1471161" y="378079"/>
                </a:lnTo>
                <a:lnTo>
                  <a:pt x="1463692" y="385698"/>
                </a:lnTo>
                <a:close/>
              </a:path>
              <a:path w="4359909" h="1712595">
                <a:moveTo>
                  <a:pt x="3007224" y="363172"/>
                </a:moveTo>
                <a:lnTo>
                  <a:pt x="3008386" y="359860"/>
                </a:lnTo>
                <a:lnTo>
                  <a:pt x="3013532" y="360522"/>
                </a:lnTo>
                <a:lnTo>
                  <a:pt x="3014030" y="365491"/>
                </a:lnTo>
                <a:lnTo>
                  <a:pt x="3014195" y="370129"/>
                </a:lnTo>
                <a:lnTo>
                  <a:pt x="3007722" y="368141"/>
                </a:lnTo>
                <a:lnTo>
                  <a:pt x="3007224" y="363172"/>
                </a:lnTo>
                <a:close/>
              </a:path>
              <a:path w="4359909" h="1712595">
                <a:moveTo>
                  <a:pt x="1561127" y="274559"/>
                </a:moveTo>
                <a:lnTo>
                  <a:pt x="1561459" y="270253"/>
                </a:lnTo>
                <a:lnTo>
                  <a:pt x="1567269" y="270253"/>
                </a:lnTo>
                <a:lnTo>
                  <a:pt x="1567269" y="276050"/>
                </a:lnTo>
                <a:lnTo>
                  <a:pt x="1563119" y="276547"/>
                </a:lnTo>
                <a:lnTo>
                  <a:pt x="1561127" y="274559"/>
                </a:lnTo>
                <a:close/>
              </a:path>
              <a:path w="4359909" h="1712595">
                <a:moveTo>
                  <a:pt x="1576896" y="383380"/>
                </a:moveTo>
                <a:lnTo>
                  <a:pt x="1576896" y="379570"/>
                </a:lnTo>
                <a:lnTo>
                  <a:pt x="1580714" y="379570"/>
                </a:lnTo>
                <a:lnTo>
                  <a:pt x="1580714" y="383380"/>
                </a:lnTo>
                <a:lnTo>
                  <a:pt x="1576896" y="383380"/>
                </a:lnTo>
                <a:close/>
              </a:path>
              <a:path w="4359909" h="1712595">
                <a:moveTo>
                  <a:pt x="3679978" y="371951"/>
                </a:moveTo>
                <a:lnTo>
                  <a:pt x="3683297" y="368638"/>
                </a:lnTo>
                <a:lnTo>
                  <a:pt x="3684957" y="372282"/>
                </a:lnTo>
                <a:lnTo>
                  <a:pt x="3691431" y="370129"/>
                </a:lnTo>
                <a:lnTo>
                  <a:pt x="3691431" y="377748"/>
                </a:lnTo>
                <a:lnTo>
                  <a:pt x="3684625" y="379291"/>
                </a:lnTo>
                <a:lnTo>
                  <a:pt x="3684625" y="372945"/>
                </a:lnTo>
                <a:lnTo>
                  <a:pt x="3679978" y="371951"/>
                </a:lnTo>
                <a:close/>
              </a:path>
              <a:path w="4359909" h="1712595">
                <a:moveTo>
                  <a:pt x="3684127" y="379404"/>
                </a:moveTo>
                <a:lnTo>
                  <a:pt x="3684625" y="372945"/>
                </a:lnTo>
                <a:lnTo>
                  <a:pt x="3684625" y="379291"/>
                </a:lnTo>
                <a:lnTo>
                  <a:pt x="3684127" y="379404"/>
                </a:lnTo>
                <a:close/>
              </a:path>
              <a:path w="4359909" h="1712595">
                <a:moveTo>
                  <a:pt x="3956515" y="356547"/>
                </a:moveTo>
                <a:lnTo>
                  <a:pt x="3957179" y="352572"/>
                </a:lnTo>
                <a:lnTo>
                  <a:pt x="3965645" y="356216"/>
                </a:lnTo>
                <a:lnTo>
                  <a:pt x="3964151" y="360357"/>
                </a:lnTo>
                <a:lnTo>
                  <a:pt x="3960333" y="361463"/>
                </a:lnTo>
                <a:lnTo>
                  <a:pt x="3960333" y="356547"/>
                </a:lnTo>
                <a:lnTo>
                  <a:pt x="3956515" y="356547"/>
                </a:lnTo>
                <a:close/>
              </a:path>
              <a:path w="4359909" h="1712595">
                <a:moveTo>
                  <a:pt x="3959005" y="361847"/>
                </a:moveTo>
                <a:lnTo>
                  <a:pt x="3960333" y="356547"/>
                </a:lnTo>
                <a:lnTo>
                  <a:pt x="3960333" y="361463"/>
                </a:lnTo>
                <a:lnTo>
                  <a:pt x="3959005" y="361847"/>
                </a:lnTo>
                <a:close/>
              </a:path>
              <a:path w="4359909" h="1712595">
                <a:moveTo>
                  <a:pt x="3551170" y="377251"/>
                </a:moveTo>
                <a:lnTo>
                  <a:pt x="3551336" y="373938"/>
                </a:lnTo>
                <a:lnTo>
                  <a:pt x="3555320" y="372945"/>
                </a:lnTo>
                <a:lnTo>
                  <a:pt x="3554988" y="376589"/>
                </a:lnTo>
                <a:lnTo>
                  <a:pt x="3554988" y="379677"/>
                </a:lnTo>
                <a:lnTo>
                  <a:pt x="3552830" y="378907"/>
                </a:lnTo>
                <a:lnTo>
                  <a:pt x="3551170" y="377251"/>
                </a:lnTo>
                <a:close/>
              </a:path>
              <a:path w="4359909" h="1712595">
                <a:moveTo>
                  <a:pt x="3554988" y="379677"/>
                </a:moveTo>
                <a:lnTo>
                  <a:pt x="3554988" y="376589"/>
                </a:lnTo>
                <a:lnTo>
                  <a:pt x="3555154" y="379736"/>
                </a:lnTo>
                <a:lnTo>
                  <a:pt x="3554988" y="379677"/>
                </a:lnTo>
                <a:close/>
              </a:path>
              <a:path w="4359909" h="1712595">
                <a:moveTo>
                  <a:pt x="1801645" y="375760"/>
                </a:moveTo>
                <a:lnTo>
                  <a:pt x="1804135" y="376920"/>
                </a:lnTo>
                <a:lnTo>
                  <a:pt x="1805131" y="379736"/>
                </a:lnTo>
                <a:lnTo>
                  <a:pt x="1805463" y="383380"/>
                </a:lnTo>
                <a:lnTo>
                  <a:pt x="1801977" y="384572"/>
                </a:lnTo>
                <a:lnTo>
                  <a:pt x="1801977" y="379239"/>
                </a:lnTo>
                <a:lnTo>
                  <a:pt x="1801645" y="375760"/>
                </a:lnTo>
                <a:close/>
              </a:path>
              <a:path w="4359909" h="1712595">
                <a:moveTo>
                  <a:pt x="1799653" y="385367"/>
                </a:moveTo>
                <a:lnTo>
                  <a:pt x="1801977" y="379239"/>
                </a:lnTo>
                <a:lnTo>
                  <a:pt x="1801977" y="384572"/>
                </a:lnTo>
                <a:lnTo>
                  <a:pt x="1799653" y="385367"/>
                </a:lnTo>
                <a:close/>
              </a:path>
              <a:path w="4359909" h="1712595">
                <a:moveTo>
                  <a:pt x="1398292" y="362675"/>
                </a:moveTo>
                <a:lnTo>
                  <a:pt x="1400118" y="354725"/>
                </a:lnTo>
                <a:lnTo>
                  <a:pt x="1405927" y="355056"/>
                </a:lnTo>
                <a:lnTo>
                  <a:pt x="1398292" y="362675"/>
                </a:lnTo>
                <a:close/>
              </a:path>
              <a:path w="4359909" h="1712595">
                <a:moveTo>
                  <a:pt x="3082583" y="306857"/>
                </a:moveTo>
                <a:lnTo>
                  <a:pt x="3082915" y="299735"/>
                </a:lnTo>
                <a:lnTo>
                  <a:pt x="3085405" y="301888"/>
                </a:lnTo>
                <a:lnTo>
                  <a:pt x="3090219" y="303048"/>
                </a:lnTo>
                <a:lnTo>
                  <a:pt x="3089057" y="305532"/>
                </a:lnTo>
                <a:lnTo>
                  <a:pt x="3086235" y="306526"/>
                </a:lnTo>
                <a:lnTo>
                  <a:pt x="3082583" y="306857"/>
                </a:lnTo>
                <a:close/>
              </a:path>
              <a:path w="4359909" h="1712595">
                <a:moveTo>
                  <a:pt x="3472657" y="303213"/>
                </a:moveTo>
                <a:lnTo>
                  <a:pt x="3474483" y="295263"/>
                </a:lnTo>
                <a:lnTo>
                  <a:pt x="3480127" y="295760"/>
                </a:lnTo>
                <a:lnTo>
                  <a:pt x="3472657" y="303213"/>
                </a:lnTo>
                <a:close/>
              </a:path>
              <a:path w="4359909" h="1712595">
                <a:moveTo>
                  <a:pt x="2335632" y="299404"/>
                </a:moveTo>
                <a:lnTo>
                  <a:pt x="2337458" y="291454"/>
                </a:lnTo>
                <a:lnTo>
                  <a:pt x="2343102" y="291785"/>
                </a:lnTo>
                <a:lnTo>
                  <a:pt x="2335632" y="299404"/>
                </a:lnTo>
                <a:close/>
              </a:path>
              <a:path w="4359909" h="1712595">
                <a:moveTo>
                  <a:pt x="3245916" y="303213"/>
                </a:moveTo>
                <a:lnTo>
                  <a:pt x="3247742" y="295263"/>
                </a:lnTo>
                <a:lnTo>
                  <a:pt x="3253552" y="295760"/>
                </a:lnTo>
                <a:lnTo>
                  <a:pt x="3245916" y="303213"/>
                </a:lnTo>
                <a:close/>
              </a:path>
              <a:path w="4359909" h="1712595">
                <a:moveTo>
                  <a:pt x="2225581" y="288803"/>
                </a:moveTo>
                <a:lnTo>
                  <a:pt x="2226079" y="283835"/>
                </a:lnTo>
                <a:lnTo>
                  <a:pt x="2228901" y="285491"/>
                </a:lnTo>
                <a:lnTo>
                  <a:pt x="2233383" y="285325"/>
                </a:lnTo>
                <a:lnTo>
                  <a:pt x="2231889" y="291454"/>
                </a:lnTo>
                <a:lnTo>
                  <a:pt x="2226743" y="292116"/>
                </a:lnTo>
                <a:lnTo>
                  <a:pt x="2225581" y="288803"/>
                </a:lnTo>
                <a:close/>
              </a:path>
              <a:path w="4359909" h="1712595">
                <a:moveTo>
                  <a:pt x="2238031" y="300398"/>
                </a:moveTo>
                <a:lnTo>
                  <a:pt x="2239358" y="300895"/>
                </a:lnTo>
                <a:lnTo>
                  <a:pt x="2238363" y="300563"/>
                </a:lnTo>
                <a:lnTo>
                  <a:pt x="2238031" y="300398"/>
                </a:lnTo>
                <a:close/>
              </a:path>
              <a:path w="4359909" h="1712595">
                <a:moveTo>
                  <a:pt x="3405577" y="302924"/>
                </a:moveTo>
                <a:lnTo>
                  <a:pt x="3407258" y="301060"/>
                </a:lnTo>
                <a:lnTo>
                  <a:pt x="3409498" y="303483"/>
                </a:lnTo>
                <a:lnTo>
                  <a:pt x="3407631" y="303917"/>
                </a:lnTo>
                <a:lnTo>
                  <a:pt x="3405577" y="302924"/>
                </a:lnTo>
                <a:close/>
              </a:path>
              <a:path w="4359909" h="1712595">
                <a:moveTo>
                  <a:pt x="2239525" y="301060"/>
                </a:moveTo>
                <a:lnTo>
                  <a:pt x="2241185" y="301723"/>
                </a:lnTo>
                <a:lnTo>
                  <a:pt x="2241848" y="302054"/>
                </a:lnTo>
                <a:lnTo>
                  <a:pt x="2239525" y="301060"/>
                </a:lnTo>
                <a:close/>
              </a:path>
              <a:path w="4359909" h="1712595">
                <a:moveTo>
                  <a:pt x="2220270" y="305201"/>
                </a:moveTo>
                <a:lnTo>
                  <a:pt x="2222262" y="297251"/>
                </a:lnTo>
                <a:lnTo>
                  <a:pt x="2227905" y="297582"/>
                </a:lnTo>
                <a:lnTo>
                  <a:pt x="2220270" y="305201"/>
                </a:lnTo>
                <a:close/>
              </a:path>
              <a:path w="4359909" h="1712595">
                <a:moveTo>
                  <a:pt x="1319735" y="290602"/>
                </a:moveTo>
                <a:lnTo>
                  <a:pt x="1321439" y="287644"/>
                </a:lnTo>
                <a:lnTo>
                  <a:pt x="1323423" y="289810"/>
                </a:lnTo>
                <a:lnTo>
                  <a:pt x="1321626" y="291060"/>
                </a:lnTo>
                <a:lnTo>
                  <a:pt x="1319735" y="290602"/>
                </a:lnTo>
                <a:close/>
              </a:path>
              <a:path w="4359909" h="1712595">
                <a:moveTo>
                  <a:pt x="1427576" y="296987"/>
                </a:moveTo>
                <a:lnTo>
                  <a:pt x="1429000" y="295263"/>
                </a:lnTo>
                <a:lnTo>
                  <a:pt x="1430704" y="293912"/>
                </a:lnTo>
                <a:lnTo>
                  <a:pt x="1429187" y="295512"/>
                </a:lnTo>
                <a:lnTo>
                  <a:pt x="1427576" y="296987"/>
                </a:lnTo>
                <a:close/>
              </a:path>
              <a:path w="4359909" h="1712595">
                <a:moveTo>
                  <a:pt x="2915346" y="271192"/>
                </a:moveTo>
                <a:lnTo>
                  <a:pt x="2917424" y="272240"/>
                </a:lnTo>
                <a:lnTo>
                  <a:pt x="2918474" y="274313"/>
                </a:lnTo>
                <a:lnTo>
                  <a:pt x="2916739" y="272924"/>
                </a:lnTo>
                <a:lnTo>
                  <a:pt x="2915346" y="271192"/>
                </a:lnTo>
                <a:close/>
              </a:path>
              <a:path w="4359909" h="1712595">
                <a:moveTo>
                  <a:pt x="3424521" y="270418"/>
                </a:moveTo>
                <a:lnTo>
                  <a:pt x="3425350" y="266112"/>
                </a:lnTo>
                <a:lnTo>
                  <a:pt x="3435808" y="267768"/>
                </a:lnTo>
                <a:lnTo>
                  <a:pt x="3432156" y="274228"/>
                </a:lnTo>
                <a:lnTo>
                  <a:pt x="3429334" y="273234"/>
                </a:lnTo>
                <a:lnTo>
                  <a:pt x="3427342" y="271412"/>
                </a:lnTo>
                <a:lnTo>
                  <a:pt x="3424521" y="270418"/>
                </a:lnTo>
                <a:close/>
              </a:path>
              <a:path w="4359909" h="1712595">
                <a:moveTo>
                  <a:pt x="3437966" y="282178"/>
                </a:moveTo>
                <a:lnTo>
                  <a:pt x="3439791" y="274228"/>
                </a:lnTo>
                <a:lnTo>
                  <a:pt x="3445601" y="274559"/>
                </a:lnTo>
                <a:lnTo>
                  <a:pt x="3437966" y="282178"/>
                </a:lnTo>
                <a:close/>
              </a:path>
              <a:path w="4359909" h="1712595">
                <a:moveTo>
                  <a:pt x="3176201" y="272903"/>
                </a:moveTo>
                <a:lnTo>
                  <a:pt x="3176699" y="268431"/>
                </a:lnTo>
                <a:lnTo>
                  <a:pt x="3180019" y="268762"/>
                </a:lnTo>
                <a:lnTo>
                  <a:pt x="3181014" y="271743"/>
                </a:lnTo>
                <a:lnTo>
                  <a:pt x="3180516" y="276050"/>
                </a:lnTo>
                <a:lnTo>
                  <a:pt x="3177197" y="275719"/>
                </a:lnTo>
                <a:lnTo>
                  <a:pt x="3176201" y="272903"/>
                </a:lnTo>
                <a:close/>
              </a:path>
              <a:path w="4359909" h="1712595">
                <a:moveTo>
                  <a:pt x="3071036" y="273089"/>
                </a:moveTo>
                <a:lnTo>
                  <a:pt x="3071130" y="268431"/>
                </a:lnTo>
                <a:lnTo>
                  <a:pt x="3073277" y="270853"/>
                </a:lnTo>
                <a:lnTo>
                  <a:pt x="3072499" y="273151"/>
                </a:lnTo>
                <a:lnTo>
                  <a:pt x="3071036" y="273089"/>
                </a:lnTo>
                <a:close/>
              </a:path>
              <a:path w="4359909" h="1712595">
                <a:moveTo>
                  <a:pt x="3107648" y="278037"/>
                </a:moveTo>
                <a:lnTo>
                  <a:pt x="3107648" y="276050"/>
                </a:lnTo>
                <a:lnTo>
                  <a:pt x="3109473" y="276440"/>
                </a:lnTo>
                <a:lnTo>
                  <a:pt x="3110137" y="276492"/>
                </a:lnTo>
                <a:lnTo>
                  <a:pt x="3111465" y="276050"/>
                </a:lnTo>
                <a:lnTo>
                  <a:pt x="3113789" y="278700"/>
                </a:lnTo>
                <a:lnTo>
                  <a:pt x="3112129" y="279197"/>
                </a:lnTo>
                <a:lnTo>
                  <a:pt x="3111465" y="281847"/>
                </a:lnTo>
                <a:lnTo>
                  <a:pt x="3110137" y="281516"/>
                </a:lnTo>
                <a:lnTo>
                  <a:pt x="3110137" y="278037"/>
                </a:lnTo>
                <a:lnTo>
                  <a:pt x="3107648" y="278037"/>
                </a:lnTo>
                <a:close/>
              </a:path>
              <a:path w="4359909" h="1712595">
                <a:moveTo>
                  <a:pt x="3109473" y="281350"/>
                </a:moveTo>
                <a:lnTo>
                  <a:pt x="3110137" y="278037"/>
                </a:lnTo>
                <a:lnTo>
                  <a:pt x="3110137" y="281516"/>
                </a:lnTo>
                <a:lnTo>
                  <a:pt x="3109473" y="281350"/>
                </a:lnTo>
                <a:close/>
              </a:path>
              <a:path w="4359909" h="1712595">
                <a:moveTo>
                  <a:pt x="3512993" y="282178"/>
                </a:moveTo>
                <a:lnTo>
                  <a:pt x="3514818" y="274228"/>
                </a:lnTo>
                <a:lnTo>
                  <a:pt x="3520462" y="274559"/>
                </a:lnTo>
                <a:lnTo>
                  <a:pt x="3512993" y="282178"/>
                </a:lnTo>
                <a:close/>
              </a:path>
              <a:path w="4359909" h="1712595">
                <a:moveTo>
                  <a:pt x="3232173" y="276485"/>
                </a:moveTo>
                <a:lnTo>
                  <a:pt x="3232990" y="273814"/>
                </a:lnTo>
                <a:lnTo>
                  <a:pt x="3234460" y="274249"/>
                </a:lnTo>
                <a:lnTo>
                  <a:pt x="3234297" y="280025"/>
                </a:lnTo>
                <a:lnTo>
                  <a:pt x="3232173" y="276485"/>
                </a:lnTo>
                <a:close/>
              </a:path>
              <a:path w="4359909" h="1712595">
                <a:moveTo>
                  <a:pt x="2207136" y="279901"/>
                </a:moveTo>
                <a:lnTo>
                  <a:pt x="2208816" y="278037"/>
                </a:lnTo>
                <a:lnTo>
                  <a:pt x="2211057" y="280460"/>
                </a:lnTo>
                <a:lnTo>
                  <a:pt x="2209190" y="280895"/>
                </a:lnTo>
                <a:lnTo>
                  <a:pt x="2207136" y="279901"/>
                </a:lnTo>
                <a:close/>
              </a:path>
              <a:path w="4359909" h="1712595">
                <a:moveTo>
                  <a:pt x="2746455" y="274228"/>
                </a:moveTo>
                <a:lnTo>
                  <a:pt x="2751601" y="273565"/>
                </a:lnTo>
                <a:lnTo>
                  <a:pt x="2752763" y="276878"/>
                </a:lnTo>
                <a:lnTo>
                  <a:pt x="2752265" y="281847"/>
                </a:lnTo>
                <a:lnTo>
                  <a:pt x="2747285" y="282488"/>
                </a:lnTo>
                <a:lnTo>
                  <a:pt x="2747285" y="277872"/>
                </a:lnTo>
                <a:lnTo>
                  <a:pt x="2746455" y="274228"/>
                </a:lnTo>
                <a:close/>
              </a:path>
              <a:path w="4359909" h="1712595">
                <a:moveTo>
                  <a:pt x="2747119" y="282509"/>
                </a:moveTo>
                <a:lnTo>
                  <a:pt x="2747285" y="277872"/>
                </a:lnTo>
                <a:lnTo>
                  <a:pt x="2747285" y="282488"/>
                </a:lnTo>
                <a:lnTo>
                  <a:pt x="2747119" y="282509"/>
                </a:lnTo>
                <a:close/>
              </a:path>
              <a:path w="4359909" h="1712595">
                <a:moveTo>
                  <a:pt x="2204667" y="277044"/>
                </a:moveTo>
                <a:lnTo>
                  <a:pt x="2205165" y="273400"/>
                </a:lnTo>
                <a:lnTo>
                  <a:pt x="2205165" y="270312"/>
                </a:lnTo>
                <a:lnTo>
                  <a:pt x="2207323" y="271081"/>
                </a:lnTo>
                <a:lnTo>
                  <a:pt x="2208982" y="272737"/>
                </a:lnTo>
                <a:lnTo>
                  <a:pt x="2208816" y="276050"/>
                </a:lnTo>
                <a:lnTo>
                  <a:pt x="2205165" y="276924"/>
                </a:lnTo>
                <a:lnTo>
                  <a:pt x="2205165" y="273400"/>
                </a:lnTo>
                <a:lnTo>
                  <a:pt x="2204999" y="270253"/>
                </a:lnTo>
                <a:lnTo>
                  <a:pt x="2204999" y="276964"/>
                </a:lnTo>
                <a:lnTo>
                  <a:pt x="2204667" y="277044"/>
                </a:lnTo>
                <a:close/>
              </a:path>
              <a:path w="4359909" h="1712595">
                <a:moveTo>
                  <a:pt x="2482278" y="288190"/>
                </a:moveTo>
                <a:lnTo>
                  <a:pt x="2487180" y="287644"/>
                </a:lnTo>
                <a:lnTo>
                  <a:pt x="2487180" y="297251"/>
                </a:lnTo>
                <a:lnTo>
                  <a:pt x="2485173" y="294189"/>
                </a:lnTo>
                <a:lnTo>
                  <a:pt x="2482574" y="290770"/>
                </a:lnTo>
                <a:lnTo>
                  <a:pt x="2482278" y="288190"/>
                </a:lnTo>
                <a:close/>
              </a:path>
              <a:path w="4359909" h="1712595">
                <a:moveTo>
                  <a:pt x="2879296" y="389125"/>
                </a:moveTo>
                <a:lnTo>
                  <a:pt x="2880906" y="387355"/>
                </a:lnTo>
                <a:lnTo>
                  <a:pt x="2883171" y="389684"/>
                </a:lnTo>
                <a:lnTo>
                  <a:pt x="2881342" y="390088"/>
                </a:lnTo>
                <a:lnTo>
                  <a:pt x="2879296" y="389125"/>
                </a:lnTo>
                <a:close/>
              </a:path>
              <a:path w="4359909" h="1712595">
                <a:moveTo>
                  <a:pt x="4081505" y="395305"/>
                </a:moveTo>
                <a:lnTo>
                  <a:pt x="4083331" y="387355"/>
                </a:lnTo>
                <a:lnTo>
                  <a:pt x="4088975" y="387686"/>
                </a:lnTo>
                <a:lnTo>
                  <a:pt x="4081505" y="395305"/>
                </a:lnTo>
                <a:close/>
              </a:path>
              <a:path w="4359909" h="1712595">
                <a:moveTo>
                  <a:pt x="3703050" y="371951"/>
                </a:moveTo>
                <a:lnTo>
                  <a:pt x="3705872" y="373607"/>
                </a:lnTo>
                <a:lnTo>
                  <a:pt x="3705872" y="378079"/>
                </a:lnTo>
                <a:lnTo>
                  <a:pt x="3706868" y="381558"/>
                </a:lnTo>
                <a:lnTo>
                  <a:pt x="3703880" y="382475"/>
                </a:lnTo>
                <a:lnTo>
                  <a:pt x="3703880" y="375595"/>
                </a:lnTo>
                <a:lnTo>
                  <a:pt x="3703050" y="371951"/>
                </a:lnTo>
                <a:close/>
              </a:path>
              <a:path w="4359909" h="1712595">
                <a:moveTo>
                  <a:pt x="3700394" y="383545"/>
                </a:moveTo>
                <a:lnTo>
                  <a:pt x="3703880" y="375595"/>
                </a:lnTo>
                <a:lnTo>
                  <a:pt x="3703880" y="382475"/>
                </a:lnTo>
                <a:lnTo>
                  <a:pt x="3700394" y="383545"/>
                </a:lnTo>
                <a:close/>
              </a:path>
              <a:path w="4359909" h="1712595">
                <a:moveTo>
                  <a:pt x="3693423" y="391330"/>
                </a:moveTo>
                <a:lnTo>
                  <a:pt x="3695249" y="383380"/>
                </a:lnTo>
                <a:lnTo>
                  <a:pt x="3701058" y="383876"/>
                </a:lnTo>
                <a:lnTo>
                  <a:pt x="3693423" y="391330"/>
                </a:lnTo>
                <a:close/>
              </a:path>
              <a:path w="4359909" h="1712595">
                <a:moveTo>
                  <a:pt x="316873" y="383380"/>
                </a:moveTo>
                <a:lnTo>
                  <a:pt x="317205" y="381226"/>
                </a:lnTo>
                <a:lnTo>
                  <a:pt x="320359" y="381889"/>
                </a:lnTo>
                <a:lnTo>
                  <a:pt x="322683" y="381392"/>
                </a:lnTo>
                <a:lnTo>
                  <a:pt x="322683" y="387189"/>
                </a:lnTo>
                <a:lnTo>
                  <a:pt x="320027" y="386527"/>
                </a:lnTo>
                <a:lnTo>
                  <a:pt x="319695" y="383876"/>
                </a:lnTo>
                <a:lnTo>
                  <a:pt x="316873" y="383380"/>
                </a:lnTo>
                <a:close/>
              </a:path>
              <a:path w="4359909" h="1712595">
                <a:moveTo>
                  <a:pt x="3353477" y="389177"/>
                </a:moveTo>
                <a:lnTo>
                  <a:pt x="3353477" y="383380"/>
                </a:lnTo>
                <a:lnTo>
                  <a:pt x="3355967" y="384208"/>
                </a:lnTo>
                <a:lnTo>
                  <a:pt x="3356465" y="386858"/>
                </a:lnTo>
                <a:lnTo>
                  <a:pt x="3359287" y="387189"/>
                </a:lnTo>
                <a:lnTo>
                  <a:pt x="3358955" y="389508"/>
                </a:lnTo>
                <a:lnTo>
                  <a:pt x="3355801" y="388845"/>
                </a:lnTo>
                <a:lnTo>
                  <a:pt x="3353477" y="389177"/>
                </a:lnTo>
                <a:close/>
              </a:path>
              <a:path w="4359909" h="1712595">
                <a:moveTo>
                  <a:pt x="1803637" y="310998"/>
                </a:moveTo>
                <a:lnTo>
                  <a:pt x="1805463" y="303048"/>
                </a:lnTo>
                <a:lnTo>
                  <a:pt x="1811106" y="303379"/>
                </a:lnTo>
                <a:lnTo>
                  <a:pt x="1803637" y="310998"/>
                </a:lnTo>
                <a:close/>
              </a:path>
              <a:path w="4359909" h="1712595">
                <a:moveTo>
                  <a:pt x="436552" y="375926"/>
                </a:moveTo>
                <a:lnTo>
                  <a:pt x="437879" y="368141"/>
                </a:lnTo>
                <a:lnTo>
                  <a:pt x="447008" y="368970"/>
                </a:lnTo>
                <a:lnTo>
                  <a:pt x="440369" y="374270"/>
                </a:lnTo>
                <a:lnTo>
                  <a:pt x="440369" y="376640"/>
                </a:lnTo>
                <a:lnTo>
                  <a:pt x="436552" y="375926"/>
                </a:lnTo>
                <a:close/>
              </a:path>
              <a:path w="4359909" h="1712595">
                <a:moveTo>
                  <a:pt x="441550" y="376861"/>
                </a:moveTo>
                <a:lnTo>
                  <a:pt x="441863" y="376920"/>
                </a:lnTo>
                <a:lnTo>
                  <a:pt x="443689" y="381558"/>
                </a:lnTo>
                <a:lnTo>
                  <a:pt x="441550" y="376861"/>
                </a:lnTo>
                <a:close/>
              </a:path>
              <a:path w="4359909" h="1712595">
                <a:moveTo>
                  <a:pt x="440369" y="376640"/>
                </a:moveTo>
                <a:lnTo>
                  <a:pt x="440369" y="374270"/>
                </a:lnTo>
                <a:lnTo>
                  <a:pt x="441550" y="376861"/>
                </a:lnTo>
                <a:lnTo>
                  <a:pt x="440369" y="376640"/>
                </a:lnTo>
                <a:close/>
              </a:path>
              <a:path w="4359909" h="1712595">
                <a:moveTo>
                  <a:pt x="1517472" y="364663"/>
                </a:moveTo>
                <a:lnTo>
                  <a:pt x="1519298" y="356547"/>
                </a:lnTo>
                <a:lnTo>
                  <a:pt x="1524941" y="357044"/>
                </a:lnTo>
                <a:lnTo>
                  <a:pt x="1517472" y="364663"/>
                </a:lnTo>
                <a:close/>
              </a:path>
              <a:path w="4359909" h="1712595">
                <a:moveTo>
                  <a:pt x="4037186" y="391330"/>
                </a:moveTo>
                <a:lnTo>
                  <a:pt x="4039178" y="383380"/>
                </a:lnTo>
                <a:lnTo>
                  <a:pt x="4044822" y="383876"/>
                </a:lnTo>
                <a:lnTo>
                  <a:pt x="4037186" y="391330"/>
                </a:lnTo>
                <a:close/>
              </a:path>
              <a:path w="4359909" h="1712595">
                <a:moveTo>
                  <a:pt x="850860" y="368804"/>
                </a:moveTo>
                <a:lnTo>
                  <a:pt x="850860" y="362344"/>
                </a:lnTo>
                <a:lnTo>
                  <a:pt x="855507" y="364166"/>
                </a:lnTo>
                <a:lnTo>
                  <a:pt x="856005" y="370129"/>
                </a:lnTo>
                <a:lnTo>
                  <a:pt x="856669" y="375760"/>
                </a:lnTo>
                <a:lnTo>
                  <a:pt x="853516" y="372448"/>
                </a:lnTo>
                <a:lnTo>
                  <a:pt x="850860" y="368804"/>
                </a:lnTo>
                <a:close/>
              </a:path>
              <a:path w="4359909" h="1712595">
                <a:moveTo>
                  <a:pt x="2131963" y="366154"/>
                </a:moveTo>
                <a:lnTo>
                  <a:pt x="2131963" y="362344"/>
                </a:lnTo>
                <a:lnTo>
                  <a:pt x="2135781" y="362344"/>
                </a:lnTo>
                <a:lnTo>
                  <a:pt x="2135781" y="366154"/>
                </a:lnTo>
                <a:lnTo>
                  <a:pt x="2131963" y="366154"/>
                </a:lnTo>
                <a:close/>
              </a:path>
              <a:path w="4359909" h="1712595">
                <a:moveTo>
                  <a:pt x="2141591" y="363172"/>
                </a:moveTo>
                <a:lnTo>
                  <a:pt x="2142587" y="353731"/>
                </a:lnTo>
                <a:lnTo>
                  <a:pt x="2147401" y="356547"/>
                </a:lnTo>
                <a:lnTo>
                  <a:pt x="2147898" y="359694"/>
                </a:lnTo>
                <a:lnTo>
                  <a:pt x="2145575" y="359860"/>
                </a:lnTo>
                <a:lnTo>
                  <a:pt x="2145409" y="362344"/>
                </a:lnTo>
                <a:lnTo>
                  <a:pt x="2141591" y="363172"/>
                </a:lnTo>
                <a:close/>
              </a:path>
              <a:path w="4359909" h="1712595">
                <a:moveTo>
                  <a:pt x="3783721" y="389508"/>
                </a:moveTo>
                <a:lnTo>
                  <a:pt x="3785547" y="381558"/>
                </a:lnTo>
                <a:lnTo>
                  <a:pt x="3791356" y="381889"/>
                </a:lnTo>
                <a:lnTo>
                  <a:pt x="3783721" y="389508"/>
                </a:lnTo>
                <a:close/>
              </a:path>
              <a:path w="4359909" h="1712595">
                <a:moveTo>
                  <a:pt x="2765710" y="324083"/>
                </a:moveTo>
                <a:lnTo>
                  <a:pt x="2765710" y="320274"/>
                </a:lnTo>
                <a:lnTo>
                  <a:pt x="2768864" y="319611"/>
                </a:lnTo>
                <a:lnTo>
                  <a:pt x="2769030" y="322096"/>
                </a:lnTo>
                <a:lnTo>
                  <a:pt x="2771520" y="322096"/>
                </a:lnTo>
                <a:lnTo>
                  <a:pt x="2770358" y="326071"/>
                </a:lnTo>
                <a:lnTo>
                  <a:pt x="2768532" y="326236"/>
                </a:lnTo>
                <a:lnTo>
                  <a:pt x="2765710" y="324083"/>
                </a:lnTo>
                <a:close/>
              </a:path>
              <a:path w="4359909" h="1712595">
                <a:moveTo>
                  <a:pt x="3218196" y="333359"/>
                </a:moveTo>
                <a:lnTo>
                  <a:pt x="3220188" y="332365"/>
                </a:lnTo>
                <a:lnTo>
                  <a:pt x="3220852" y="329715"/>
                </a:lnTo>
                <a:lnTo>
                  <a:pt x="3224337" y="329218"/>
                </a:lnTo>
                <a:lnTo>
                  <a:pt x="3224337" y="340481"/>
                </a:lnTo>
                <a:lnTo>
                  <a:pt x="3218860" y="337334"/>
                </a:lnTo>
                <a:lnTo>
                  <a:pt x="3218196" y="333359"/>
                </a:lnTo>
                <a:close/>
              </a:path>
              <a:path w="4359909" h="1712595">
                <a:moveTo>
                  <a:pt x="1870697" y="301060"/>
                </a:moveTo>
                <a:lnTo>
                  <a:pt x="1871029" y="297913"/>
                </a:lnTo>
                <a:lnTo>
                  <a:pt x="1879826" y="302054"/>
                </a:lnTo>
                <a:lnTo>
                  <a:pt x="1878332" y="306857"/>
                </a:lnTo>
                <a:lnTo>
                  <a:pt x="1874348" y="307932"/>
                </a:lnTo>
                <a:lnTo>
                  <a:pt x="1874348" y="301888"/>
                </a:lnTo>
                <a:lnTo>
                  <a:pt x="1870697" y="301060"/>
                </a:lnTo>
                <a:close/>
              </a:path>
              <a:path w="4359909" h="1712595">
                <a:moveTo>
                  <a:pt x="1872190" y="308514"/>
                </a:moveTo>
                <a:lnTo>
                  <a:pt x="1874348" y="301888"/>
                </a:lnTo>
                <a:lnTo>
                  <a:pt x="1874348" y="307932"/>
                </a:lnTo>
                <a:lnTo>
                  <a:pt x="1872190" y="308514"/>
                </a:lnTo>
                <a:close/>
              </a:path>
              <a:path w="4359909" h="1712595">
                <a:moveTo>
                  <a:pt x="1492573" y="310998"/>
                </a:moveTo>
                <a:lnTo>
                  <a:pt x="1494234" y="301060"/>
                </a:lnTo>
                <a:lnTo>
                  <a:pt x="1500209" y="303379"/>
                </a:lnTo>
                <a:lnTo>
                  <a:pt x="1506683" y="305201"/>
                </a:lnTo>
                <a:lnTo>
                  <a:pt x="1507679" y="312489"/>
                </a:lnTo>
                <a:lnTo>
                  <a:pt x="1502865" y="309011"/>
                </a:lnTo>
                <a:lnTo>
                  <a:pt x="1492573" y="310998"/>
                </a:lnTo>
                <a:close/>
              </a:path>
              <a:path w="4359909" h="1712595">
                <a:moveTo>
                  <a:pt x="3641159" y="335238"/>
                </a:moveTo>
                <a:lnTo>
                  <a:pt x="3649768" y="339156"/>
                </a:lnTo>
                <a:lnTo>
                  <a:pt x="3649270" y="345118"/>
                </a:lnTo>
                <a:lnTo>
                  <a:pt x="3644456" y="345450"/>
                </a:lnTo>
                <a:lnTo>
                  <a:pt x="3643294" y="342137"/>
                </a:lnTo>
                <a:lnTo>
                  <a:pt x="3642207" y="341891"/>
                </a:lnTo>
                <a:lnTo>
                  <a:pt x="3641159" y="335238"/>
                </a:lnTo>
                <a:close/>
              </a:path>
              <a:path w="4359909" h="1712595">
                <a:moveTo>
                  <a:pt x="3639642" y="342105"/>
                </a:moveTo>
                <a:lnTo>
                  <a:pt x="3639642" y="341309"/>
                </a:lnTo>
                <a:lnTo>
                  <a:pt x="3642207" y="341891"/>
                </a:lnTo>
                <a:lnTo>
                  <a:pt x="3642298" y="342468"/>
                </a:lnTo>
                <a:lnTo>
                  <a:pt x="3639642" y="342105"/>
                </a:lnTo>
                <a:close/>
              </a:path>
              <a:path w="4359909" h="1712595">
                <a:moveTo>
                  <a:pt x="3639642" y="341309"/>
                </a:moveTo>
                <a:lnTo>
                  <a:pt x="3640306" y="334849"/>
                </a:lnTo>
                <a:lnTo>
                  <a:pt x="3641159" y="335238"/>
                </a:lnTo>
                <a:lnTo>
                  <a:pt x="3642207" y="341891"/>
                </a:lnTo>
                <a:lnTo>
                  <a:pt x="3639642" y="341309"/>
                </a:lnTo>
                <a:close/>
              </a:path>
              <a:path w="4359909" h="1712595">
                <a:moveTo>
                  <a:pt x="3631343" y="337334"/>
                </a:moveTo>
                <a:lnTo>
                  <a:pt x="3631841" y="333690"/>
                </a:lnTo>
                <a:lnTo>
                  <a:pt x="3640472" y="330874"/>
                </a:lnTo>
                <a:lnTo>
                  <a:pt x="3641159" y="335238"/>
                </a:lnTo>
                <a:lnTo>
                  <a:pt x="3640306" y="334849"/>
                </a:lnTo>
                <a:lnTo>
                  <a:pt x="3639642" y="341309"/>
                </a:lnTo>
                <a:lnTo>
                  <a:pt x="3639642" y="342105"/>
                </a:lnTo>
                <a:lnTo>
                  <a:pt x="3633999" y="341332"/>
                </a:lnTo>
                <a:lnTo>
                  <a:pt x="3633999" y="337996"/>
                </a:lnTo>
                <a:lnTo>
                  <a:pt x="3631343" y="337334"/>
                </a:lnTo>
                <a:close/>
              </a:path>
              <a:path w="4359909" h="1712595">
                <a:moveTo>
                  <a:pt x="3633833" y="341309"/>
                </a:moveTo>
                <a:lnTo>
                  <a:pt x="3633999" y="337996"/>
                </a:lnTo>
                <a:lnTo>
                  <a:pt x="3633999" y="341332"/>
                </a:lnTo>
                <a:lnTo>
                  <a:pt x="3633833" y="341309"/>
                </a:lnTo>
                <a:close/>
              </a:path>
              <a:path w="4359909" h="1712595">
                <a:moveTo>
                  <a:pt x="3524446" y="385367"/>
                </a:moveTo>
                <a:lnTo>
                  <a:pt x="3525403" y="380080"/>
                </a:lnTo>
                <a:lnTo>
                  <a:pt x="3528367" y="380957"/>
                </a:lnTo>
                <a:lnTo>
                  <a:pt x="3529371" y="384039"/>
                </a:lnTo>
                <a:lnTo>
                  <a:pt x="3524446" y="385367"/>
                </a:lnTo>
                <a:close/>
              </a:path>
              <a:path w="4359909" h="1712595">
                <a:moveTo>
                  <a:pt x="4058267" y="364332"/>
                </a:moveTo>
                <a:lnTo>
                  <a:pt x="4064076" y="363835"/>
                </a:lnTo>
                <a:lnTo>
                  <a:pt x="4065072" y="371123"/>
                </a:lnTo>
                <a:lnTo>
                  <a:pt x="4062084" y="373938"/>
                </a:lnTo>
                <a:lnTo>
                  <a:pt x="4059263" y="372282"/>
                </a:lnTo>
                <a:lnTo>
                  <a:pt x="4059263" y="367810"/>
                </a:lnTo>
                <a:lnTo>
                  <a:pt x="4058267" y="364332"/>
                </a:lnTo>
                <a:close/>
              </a:path>
              <a:path w="4359909" h="1712595">
                <a:moveTo>
                  <a:pt x="3653087" y="339321"/>
                </a:moveTo>
                <a:lnTo>
                  <a:pt x="3654581" y="340315"/>
                </a:lnTo>
                <a:lnTo>
                  <a:pt x="3656241" y="341309"/>
                </a:lnTo>
                <a:lnTo>
                  <a:pt x="3658897" y="341143"/>
                </a:lnTo>
                <a:lnTo>
                  <a:pt x="3658897" y="350750"/>
                </a:lnTo>
                <a:lnTo>
                  <a:pt x="3655577" y="351175"/>
                </a:lnTo>
                <a:lnTo>
                  <a:pt x="3655577" y="342468"/>
                </a:lnTo>
                <a:lnTo>
                  <a:pt x="3653087" y="339321"/>
                </a:lnTo>
                <a:close/>
              </a:path>
              <a:path w="4359909" h="1712595">
                <a:moveTo>
                  <a:pt x="3652424" y="351578"/>
                </a:moveTo>
                <a:lnTo>
                  <a:pt x="3655577" y="342468"/>
                </a:lnTo>
                <a:lnTo>
                  <a:pt x="3655577" y="351175"/>
                </a:lnTo>
                <a:lnTo>
                  <a:pt x="3652424" y="351578"/>
                </a:lnTo>
                <a:close/>
              </a:path>
              <a:path w="4359909" h="1712595">
                <a:moveTo>
                  <a:pt x="539796" y="1142307"/>
                </a:moveTo>
                <a:lnTo>
                  <a:pt x="543975" y="1146057"/>
                </a:lnTo>
                <a:lnTo>
                  <a:pt x="543842" y="1148828"/>
                </a:lnTo>
                <a:lnTo>
                  <a:pt x="541687" y="1148339"/>
                </a:lnTo>
                <a:lnTo>
                  <a:pt x="539796" y="1142307"/>
                </a:lnTo>
                <a:close/>
              </a:path>
              <a:path w="4359909" h="1712595">
                <a:moveTo>
                  <a:pt x="3430164" y="1416594"/>
                </a:moveTo>
                <a:lnTo>
                  <a:pt x="3430496" y="1414275"/>
                </a:lnTo>
                <a:lnTo>
                  <a:pt x="3433650" y="1414937"/>
                </a:lnTo>
                <a:lnTo>
                  <a:pt x="3435974" y="1414606"/>
                </a:lnTo>
                <a:lnTo>
                  <a:pt x="3437302" y="1420900"/>
                </a:lnTo>
                <a:lnTo>
                  <a:pt x="3431990" y="1417587"/>
                </a:lnTo>
                <a:lnTo>
                  <a:pt x="3430164" y="1416594"/>
                </a:lnTo>
                <a:close/>
              </a:path>
              <a:path w="4359909" h="1712595">
                <a:moveTo>
                  <a:pt x="3632505" y="1419575"/>
                </a:moveTo>
                <a:lnTo>
                  <a:pt x="3634662" y="1417587"/>
                </a:lnTo>
                <a:lnTo>
                  <a:pt x="3633833" y="1418416"/>
                </a:lnTo>
                <a:lnTo>
                  <a:pt x="3632505" y="1419575"/>
                </a:lnTo>
                <a:close/>
              </a:path>
              <a:path w="4359909" h="1712595">
                <a:moveTo>
                  <a:pt x="3165080" y="1138663"/>
                </a:moveTo>
                <a:lnTo>
                  <a:pt x="3167569" y="1132369"/>
                </a:lnTo>
                <a:lnTo>
                  <a:pt x="3167569" y="1129103"/>
                </a:lnTo>
                <a:lnTo>
                  <a:pt x="3170557" y="1129387"/>
                </a:lnTo>
                <a:lnTo>
                  <a:pt x="3171553" y="1132203"/>
                </a:lnTo>
                <a:lnTo>
                  <a:pt x="3170889" y="1136675"/>
                </a:lnTo>
                <a:lnTo>
                  <a:pt x="3167569" y="1137811"/>
                </a:lnTo>
                <a:lnTo>
                  <a:pt x="3167569" y="1132369"/>
                </a:lnTo>
                <a:lnTo>
                  <a:pt x="3167071" y="1129056"/>
                </a:lnTo>
                <a:lnTo>
                  <a:pt x="3167071" y="1137981"/>
                </a:lnTo>
                <a:lnTo>
                  <a:pt x="3165080" y="1138663"/>
                </a:lnTo>
                <a:close/>
              </a:path>
              <a:path w="4359909" h="1712595">
                <a:moveTo>
                  <a:pt x="3660889" y="1443592"/>
                </a:moveTo>
                <a:lnTo>
                  <a:pt x="3662715" y="1435641"/>
                </a:lnTo>
                <a:lnTo>
                  <a:pt x="3668358" y="1435973"/>
                </a:lnTo>
                <a:lnTo>
                  <a:pt x="3660889" y="1443592"/>
                </a:lnTo>
                <a:close/>
              </a:path>
              <a:path w="4359909" h="1712595">
                <a:moveTo>
                  <a:pt x="3276624" y="1132866"/>
                </a:moveTo>
                <a:lnTo>
                  <a:pt x="3276624" y="1129056"/>
                </a:lnTo>
                <a:lnTo>
                  <a:pt x="3280442" y="1129056"/>
                </a:lnTo>
                <a:lnTo>
                  <a:pt x="3280442" y="1132866"/>
                </a:lnTo>
                <a:lnTo>
                  <a:pt x="3276624" y="1132866"/>
                </a:lnTo>
                <a:close/>
              </a:path>
              <a:path w="4359909" h="1712595">
                <a:moveTo>
                  <a:pt x="3678650" y="1130215"/>
                </a:moveTo>
                <a:lnTo>
                  <a:pt x="3680808" y="1128228"/>
                </a:lnTo>
                <a:lnTo>
                  <a:pt x="3679978" y="1129056"/>
                </a:lnTo>
                <a:lnTo>
                  <a:pt x="3678650" y="1130215"/>
                </a:lnTo>
                <a:close/>
              </a:path>
              <a:path w="4359909" h="1712595">
                <a:moveTo>
                  <a:pt x="2602449" y="1447849"/>
                </a:moveTo>
                <a:lnTo>
                  <a:pt x="2602543" y="1443260"/>
                </a:lnTo>
                <a:lnTo>
                  <a:pt x="2604690" y="1445660"/>
                </a:lnTo>
                <a:lnTo>
                  <a:pt x="2603912" y="1447919"/>
                </a:lnTo>
                <a:lnTo>
                  <a:pt x="2602449" y="1447849"/>
                </a:lnTo>
                <a:close/>
              </a:path>
              <a:path w="4359909" h="1712595">
                <a:moveTo>
                  <a:pt x="38841" y="1477381"/>
                </a:moveTo>
                <a:lnTo>
                  <a:pt x="40335" y="1470093"/>
                </a:lnTo>
                <a:lnTo>
                  <a:pt x="43655" y="1472577"/>
                </a:lnTo>
                <a:lnTo>
                  <a:pt x="47804" y="1474068"/>
                </a:lnTo>
                <a:lnTo>
                  <a:pt x="47971" y="1479700"/>
                </a:lnTo>
                <a:lnTo>
                  <a:pt x="45315" y="1476553"/>
                </a:lnTo>
                <a:lnTo>
                  <a:pt x="38841" y="1477381"/>
                </a:lnTo>
                <a:close/>
              </a:path>
              <a:path w="4359909" h="1712595">
                <a:moveTo>
                  <a:pt x="166819" y="1483509"/>
                </a:moveTo>
                <a:lnTo>
                  <a:pt x="167151" y="1479700"/>
                </a:lnTo>
                <a:lnTo>
                  <a:pt x="169641" y="1480528"/>
                </a:lnTo>
                <a:lnTo>
                  <a:pt x="171467" y="1482515"/>
                </a:lnTo>
                <a:lnTo>
                  <a:pt x="173126" y="1484172"/>
                </a:lnTo>
                <a:lnTo>
                  <a:pt x="170969" y="1485994"/>
                </a:lnTo>
                <a:lnTo>
                  <a:pt x="169973" y="1486987"/>
                </a:lnTo>
                <a:lnTo>
                  <a:pt x="168147" y="1485331"/>
                </a:lnTo>
                <a:lnTo>
                  <a:pt x="166819" y="1483509"/>
                </a:lnTo>
                <a:close/>
              </a:path>
              <a:path w="4359909" h="1712595">
                <a:moveTo>
                  <a:pt x="3925808" y="1027358"/>
                </a:moveTo>
                <a:lnTo>
                  <a:pt x="3926638" y="1027358"/>
                </a:lnTo>
                <a:lnTo>
                  <a:pt x="3926969" y="1027689"/>
                </a:lnTo>
                <a:lnTo>
                  <a:pt x="3927302" y="1028186"/>
                </a:lnTo>
                <a:lnTo>
                  <a:pt x="3926638" y="1030339"/>
                </a:lnTo>
                <a:lnTo>
                  <a:pt x="3926471" y="1031002"/>
                </a:lnTo>
                <a:lnTo>
                  <a:pt x="3926471" y="1029014"/>
                </a:lnTo>
                <a:lnTo>
                  <a:pt x="3925808" y="1027358"/>
                </a:lnTo>
                <a:close/>
              </a:path>
              <a:path w="4359909" h="1712595">
                <a:moveTo>
                  <a:pt x="3925642" y="1034480"/>
                </a:moveTo>
                <a:lnTo>
                  <a:pt x="3925642" y="1032161"/>
                </a:lnTo>
                <a:lnTo>
                  <a:pt x="3926471" y="1029014"/>
                </a:lnTo>
                <a:lnTo>
                  <a:pt x="3926471" y="1031002"/>
                </a:lnTo>
                <a:lnTo>
                  <a:pt x="3926140" y="1032327"/>
                </a:lnTo>
                <a:lnTo>
                  <a:pt x="3925642" y="1034480"/>
                </a:lnTo>
                <a:close/>
              </a:path>
              <a:path w="4359909" h="1712595">
                <a:moveTo>
                  <a:pt x="66894" y="1563178"/>
                </a:moveTo>
                <a:lnTo>
                  <a:pt x="67391" y="1560197"/>
                </a:lnTo>
                <a:lnTo>
                  <a:pt x="69217" y="1561191"/>
                </a:lnTo>
                <a:lnTo>
                  <a:pt x="71375" y="1561853"/>
                </a:lnTo>
                <a:lnTo>
                  <a:pt x="73201" y="1562847"/>
                </a:lnTo>
                <a:lnTo>
                  <a:pt x="71043" y="1564172"/>
                </a:lnTo>
                <a:lnTo>
                  <a:pt x="69217" y="1565331"/>
                </a:lnTo>
                <a:lnTo>
                  <a:pt x="67557" y="1566491"/>
                </a:lnTo>
                <a:lnTo>
                  <a:pt x="67059" y="1565166"/>
                </a:lnTo>
                <a:lnTo>
                  <a:pt x="66894" y="1563178"/>
                </a:lnTo>
                <a:close/>
              </a:path>
              <a:path w="4359909" h="1712595">
                <a:moveTo>
                  <a:pt x="73035" y="1056178"/>
                </a:moveTo>
                <a:lnTo>
                  <a:pt x="78845" y="1055515"/>
                </a:lnTo>
                <a:lnTo>
                  <a:pt x="77019" y="1062472"/>
                </a:lnTo>
                <a:lnTo>
                  <a:pt x="77019" y="1065840"/>
                </a:lnTo>
                <a:lnTo>
                  <a:pt x="73367" y="1065950"/>
                </a:lnTo>
                <a:lnTo>
                  <a:pt x="73035" y="1056178"/>
                </a:lnTo>
                <a:close/>
              </a:path>
              <a:path w="4359909" h="1712595">
                <a:moveTo>
                  <a:pt x="77019" y="1065840"/>
                </a:moveTo>
                <a:lnTo>
                  <a:pt x="77019" y="1062472"/>
                </a:lnTo>
                <a:lnTo>
                  <a:pt x="78845" y="1065784"/>
                </a:lnTo>
                <a:lnTo>
                  <a:pt x="77019" y="1065840"/>
                </a:lnTo>
                <a:close/>
              </a:path>
              <a:path w="4359909" h="1712595">
                <a:moveTo>
                  <a:pt x="126317" y="1508354"/>
                </a:moveTo>
                <a:lnTo>
                  <a:pt x="126317" y="1501894"/>
                </a:lnTo>
                <a:lnTo>
                  <a:pt x="126816" y="1495103"/>
                </a:lnTo>
                <a:lnTo>
                  <a:pt x="131464" y="1496760"/>
                </a:lnTo>
                <a:lnTo>
                  <a:pt x="135115" y="1499575"/>
                </a:lnTo>
                <a:lnTo>
                  <a:pt x="134451" y="1506532"/>
                </a:lnTo>
                <a:lnTo>
                  <a:pt x="126317" y="1508354"/>
                </a:lnTo>
                <a:close/>
              </a:path>
              <a:path w="4359909" h="1712595">
                <a:moveTo>
                  <a:pt x="4273887" y="63945"/>
                </a:moveTo>
                <a:lnTo>
                  <a:pt x="4273887" y="61059"/>
                </a:lnTo>
                <a:lnTo>
                  <a:pt x="4275381" y="65200"/>
                </a:lnTo>
                <a:lnTo>
                  <a:pt x="4273887" y="63945"/>
                </a:lnTo>
                <a:close/>
              </a:path>
              <a:path w="4359909" h="1712595">
                <a:moveTo>
                  <a:pt x="4269571" y="53771"/>
                </a:moveTo>
                <a:lnTo>
                  <a:pt x="4274218" y="54931"/>
                </a:lnTo>
                <a:lnTo>
                  <a:pt x="4273887" y="61059"/>
                </a:lnTo>
                <a:lnTo>
                  <a:pt x="4273887" y="63945"/>
                </a:lnTo>
                <a:lnTo>
                  <a:pt x="4272227" y="62550"/>
                </a:lnTo>
                <a:lnTo>
                  <a:pt x="4270401" y="58740"/>
                </a:lnTo>
                <a:lnTo>
                  <a:pt x="4269571" y="53771"/>
                </a:lnTo>
                <a:close/>
              </a:path>
              <a:path w="4359909" h="1712595">
                <a:moveTo>
                  <a:pt x="4215705" y="66139"/>
                </a:moveTo>
                <a:lnTo>
                  <a:pt x="4217782" y="67188"/>
                </a:lnTo>
                <a:lnTo>
                  <a:pt x="4218833" y="69261"/>
                </a:lnTo>
                <a:lnTo>
                  <a:pt x="4217098" y="67871"/>
                </a:lnTo>
                <a:lnTo>
                  <a:pt x="4215705" y="66139"/>
                </a:lnTo>
                <a:close/>
              </a:path>
              <a:path w="4359909" h="1712595">
                <a:moveTo>
                  <a:pt x="3745211" y="76960"/>
                </a:moveTo>
                <a:lnTo>
                  <a:pt x="3745211" y="74972"/>
                </a:lnTo>
                <a:lnTo>
                  <a:pt x="3747037" y="75363"/>
                </a:lnTo>
                <a:lnTo>
                  <a:pt x="3747701" y="75414"/>
                </a:lnTo>
                <a:lnTo>
                  <a:pt x="3749029" y="74972"/>
                </a:lnTo>
                <a:lnTo>
                  <a:pt x="3751353" y="77457"/>
                </a:lnTo>
                <a:lnTo>
                  <a:pt x="3749859" y="77954"/>
                </a:lnTo>
                <a:lnTo>
                  <a:pt x="3749029" y="80769"/>
                </a:lnTo>
                <a:lnTo>
                  <a:pt x="3747701" y="80438"/>
                </a:lnTo>
                <a:lnTo>
                  <a:pt x="3747701" y="76960"/>
                </a:lnTo>
                <a:lnTo>
                  <a:pt x="3745211" y="76960"/>
                </a:lnTo>
                <a:close/>
              </a:path>
              <a:path w="4359909" h="1712595">
                <a:moveTo>
                  <a:pt x="3747037" y="80272"/>
                </a:moveTo>
                <a:lnTo>
                  <a:pt x="3747701" y="76960"/>
                </a:lnTo>
                <a:lnTo>
                  <a:pt x="3747701" y="80438"/>
                </a:lnTo>
                <a:lnTo>
                  <a:pt x="3747037" y="80272"/>
                </a:lnTo>
                <a:close/>
              </a:path>
              <a:path w="4359909" h="1712595">
                <a:moveTo>
                  <a:pt x="4065736" y="73813"/>
                </a:moveTo>
                <a:lnTo>
                  <a:pt x="4066855" y="62328"/>
                </a:lnTo>
                <a:lnTo>
                  <a:pt x="4071006" y="66525"/>
                </a:lnTo>
                <a:lnTo>
                  <a:pt x="4074674" y="71178"/>
                </a:lnTo>
                <a:lnTo>
                  <a:pt x="4073704" y="76794"/>
                </a:lnTo>
                <a:lnTo>
                  <a:pt x="4065736" y="73813"/>
                </a:lnTo>
                <a:close/>
              </a:path>
              <a:path w="4359909" h="1712595">
                <a:moveTo>
                  <a:pt x="4066270" y="61719"/>
                </a:moveTo>
                <a:lnTo>
                  <a:pt x="4066898" y="61887"/>
                </a:lnTo>
                <a:lnTo>
                  <a:pt x="4066855" y="62328"/>
                </a:lnTo>
                <a:lnTo>
                  <a:pt x="4066270" y="61719"/>
                </a:lnTo>
                <a:close/>
              </a:path>
              <a:path w="4359909" h="1712595">
                <a:moveTo>
                  <a:pt x="4058267" y="59568"/>
                </a:moveTo>
                <a:lnTo>
                  <a:pt x="4058765" y="56753"/>
                </a:lnTo>
                <a:lnTo>
                  <a:pt x="4064076" y="58906"/>
                </a:lnTo>
                <a:lnTo>
                  <a:pt x="4064076" y="55760"/>
                </a:lnTo>
                <a:lnTo>
                  <a:pt x="4066270" y="61719"/>
                </a:lnTo>
                <a:lnTo>
                  <a:pt x="4064076" y="61129"/>
                </a:lnTo>
                <a:lnTo>
                  <a:pt x="4064076" y="58906"/>
                </a:lnTo>
                <a:lnTo>
                  <a:pt x="4064076" y="61129"/>
                </a:lnTo>
                <a:lnTo>
                  <a:pt x="4058267" y="59568"/>
                </a:lnTo>
                <a:close/>
              </a:path>
              <a:path w="4359909" h="1712595">
                <a:moveTo>
                  <a:pt x="4142755" y="61390"/>
                </a:moveTo>
                <a:lnTo>
                  <a:pt x="4148731" y="62881"/>
                </a:lnTo>
                <a:lnTo>
                  <a:pt x="4148731" y="58317"/>
                </a:lnTo>
                <a:lnTo>
                  <a:pt x="4154374" y="59568"/>
                </a:lnTo>
                <a:lnTo>
                  <a:pt x="4157196" y="64206"/>
                </a:lnTo>
                <a:lnTo>
                  <a:pt x="4160350" y="68844"/>
                </a:lnTo>
                <a:lnTo>
                  <a:pt x="4162010" y="74807"/>
                </a:lnTo>
                <a:lnTo>
                  <a:pt x="4155536" y="70335"/>
                </a:lnTo>
                <a:lnTo>
                  <a:pt x="4148731" y="70634"/>
                </a:lnTo>
                <a:lnTo>
                  <a:pt x="4148731" y="62881"/>
                </a:lnTo>
                <a:lnTo>
                  <a:pt x="4148399" y="58243"/>
                </a:lnTo>
                <a:lnTo>
                  <a:pt x="4148399" y="70649"/>
                </a:lnTo>
                <a:lnTo>
                  <a:pt x="4144249" y="70831"/>
                </a:lnTo>
                <a:lnTo>
                  <a:pt x="4142755" y="61390"/>
                </a:lnTo>
                <a:close/>
              </a:path>
              <a:path w="4359909" h="1712595">
                <a:moveTo>
                  <a:pt x="3485936" y="1027358"/>
                </a:moveTo>
                <a:lnTo>
                  <a:pt x="3485936" y="1023548"/>
                </a:lnTo>
                <a:lnTo>
                  <a:pt x="3489754" y="1023548"/>
                </a:lnTo>
                <a:lnTo>
                  <a:pt x="3489754" y="1027358"/>
                </a:lnTo>
                <a:lnTo>
                  <a:pt x="3485936" y="1027358"/>
                </a:lnTo>
                <a:close/>
              </a:path>
              <a:path w="4359909" h="1712595">
                <a:moveTo>
                  <a:pt x="3278450" y="1027358"/>
                </a:moveTo>
                <a:lnTo>
                  <a:pt x="3278450" y="1021561"/>
                </a:lnTo>
                <a:lnTo>
                  <a:pt x="3282268" y="1021561"/>
                </a:lnTo>
                <a:lnTo>
                  <a:pt x="3282932" y="1025370"/>
                </a:lnTo>
                <a:lnTo>
                  <a:pt x="3281936" y="1027523"/>
                </a:lnTo>
                <a:lnTo>
                  <a:pt x="3278450" y="1027358"/>
                </a:lnTo>
                <a:close/>
              </a:path>
              <a:path w="4359909" h="1712595">
                <a:moveTo>
                  <a:pt x="3822064" y="402594"/>
                </a:moveTo>
                <a:lnTo>
                  <a:pt x="3822064" y="396796"/>
                </a:lnTo>
                <a:lnTo>
                  <a:pt x="3828206" y="397127"/>
                </a:lnTo>
                <a:lnTo>
                  <a:pt x="3830530" y="401268"/>
                </a:lnTo>
                <a:lnTo>
                  <a:pt x="3829700" y="408224"/>
                </a:lnTo>
                <a:lnTo>
                  <a:pt x="3826878" y="404746"/>
                </a:lnTo>
                <a:lnTo>
                  <a:pt x="3822174" y="403289"/>
                </a:lnTo>
                <a:lnTo>
                  <a:pt x="3822064" y="402594"/>
                </a:lnTo>
                <a:close/>
              </a:path>
              <a:path w="4359909" h="1712595">
                <a:moveTo>
                  <a:pt x="3822064" y="405775"/>
                </a:moveTo>
                <a:lnTo>
                  <a:pt x="3822064" y="403255"/>
                </a:lnTo>
                <a:lnTo>
                  <a:pt x="3822562" y="405740"/>
                </a:lnTo>
                <a:lnTo>
                  <a:pt x="3822064" y="405775"/>
                </a:lnTo>
                <a:close/>
              </a:path>
              <a:path w="4359909" h="1712595">
                <a:moveTo>
                  <a:pt x="3816421" y="409053"/>
                </a:moveTo>
                <a:lnTo>
                  <a:pt x="3817417" y="399611"/>
                </a:lnTo>
                <a:lnTo>
                  <a:pt x="3822064" y="402594"/>
                </a:lnTo>
                <a:lnTo>
                  <a:pt x="3822174" y="403289"/>
                </a:lnTo>
                <a:lnTo>
                  <a:pt x="3822064" y="405775"/>
                </a:lnTo>
                <a:lnTo>
                  <a:pt x="3820238" y="405906"/>
                </a:lnTo>
                <a:lnTo>
                  <a:pt x="3820072" y="408390"/>
                </a:lnTo>
                <a:lnTo>
                  <a:pt x="3816421" y="409053"/>
                </a:lnTo>
                <a:close/>
              </a:path>
              <a:path w="4359909" h="1712595">
                <a:moveTo>
                  <a:pt x="3912362" y="349259"/>
                </a:moveTo>
                <a:lnTo>
                  <a:pt x="3914188" y="341309"/>
                </a:lnTo>
                <a:lnTo>
                  <a:pt x="3919998" y="341640"/>
                </a:lnTo>
                <a:lnTo>
                  <a:pt x="3912362" y="349259"/>
                </a:lnTo>
                <a:close/>
              </a:path>
              <a:path w="4359909" h="1712595">
                <a:moveTo>
                  <a:pt x="3870035" y="253193"/>
                </a:moveTo>
                <a:lnTo>
                  <a:pt x="3875845" y="256008"/>
                </a:lnTo>
                <a:lnTo>
                  <a:pt x="3871759" y="259089"/>
                </a:lnTo>
                <a:lnTo>
                  <a:pt x="3870035" y="253193"/>
                </a:lnTo>
                <a:close/>
              </a:path>
              <a:path w="4359909" h="1712595">
                <a:moveTo>
                  <a:pt x="3870278" y="260205"/>
                </a:moveTo>
                <a:lnTo>
                  <a:pt x="3871759" y="259089"/>
                </a:lnTo>
                <a:lnTo>
                  <a:pt x="3872359" y="261143"/>
                </a:lnTo>
                <a:lnTo>
                  <a:pt x="3870278" y="260205"/>
                </a:lnTo>
                <a:close/>
              </a:path>
              <a:path w="4359909" h="1712595">
                <a:moveTo>
                  <a:pt x="3860408" y="260812"/>
                </a:moveTo>
                <a:lnTo>
                  <a:pt x="3862068" y="256505"/>
                </a:lnTo>
                <a:lnTo>
                  <a:pt x="3870278" y="260205"/>
                </a:lnTo>
                <a:lnTo>
                  <a:pt x="3868375" y="261640"/>
                </a:lnTo>
                <a:lnTo>
                  <a:pt x="3868375" y="266839"/>
                </a:lnTo>
                <a:lnTo>
                  <a:pt x="3864890" y="267322"/>
                </a:lnTo>
                <a:lnTo>
                  <a:pt x="3864890" y="261474"/>
                </a:lnTo>
                <a:lnTo>
                  <a:pt x="3860408" y="260812"/>
                </a:lnTo>
                <a:close/>
              </a:path>
              <a:path w="4359909" h="1712595">
                <a:moveTo>
                  <a:pt x="3868375" y="266839"/>
                </a:moveTo>
                <a:lnTo>
                  <a:pt x="3868375" y="261640"/>
                </a:lnTo>
                <a:lnTo>
                  <a:pt x="3870035" y="266609"/>
                </a:lnTo>
                <a:lnTo>
                  <a:pt x="3868375" y="266839"/>
                </a:lnTo>
                <a:close/>
              </a:path>
              <a:path w="4359909" h="1712595">
                <a:moveTo>
                  <a:pt x="3864060" y="267437"/>
                </a:moveTo>
                <a:lnTo>
                  <a:pt x="3864890" y="261474"/>
                </a:lnTo>
                <a:lnTo>
                  <a:pt x="3864890" y="267322"/>
                </a:lnTo>
                <a:lnTo>
                  <a:pt x="3864060" y="267437"/>
                </a:lnTo>
                <a:close/>
              </a:path>
              <a:path w="4359909" h="1712595">
                <a:moveTo>
                  <a:pt x="4162010" y="226194"/>
                </a:moveTo>
                <a:lnTo>
                  <a:pt x="4162010" y="222385"/>
                </a:lnTo>
                <a:lnTo>
                  <a:pt x="4165828" y="222385"/>
                </a:lnTo>
                <a:lnTo>
                  <a:pt x="4165828" y="226194"/>
                </a:lnTo>
                <a:lnTo>
                  <a:pt x="4162010" y="226194"/>
                </a:lnTo>
                <a:close/>
              </a:path>
              <a:path w="4359909" h="1712595">
                <a:moveTo>
                  <a:pt x="1380365" y="382386"/>
                </a:moveTo>
                <a:lnTo>
                  <a:pt x="1384017" y="376257"/>
                </a:lnTo>
                <a:lnTo>
                  <a:pt x="1384847" y="371951"/>
                </a:lnTo>
                <a:lnTo>
                  <a:pt x="1387668" y="372945"/>
                </a:lnTo>
                <a:lnTo>
                  <a:pt x="1389660" y="374767"/>
                </a:lnTo>
                <a:lnTo>
                  <a:pt x="1392482" y="375760"/>
                </a:lnTo>
                <a:lnTo>
                  <a:pt x="1394142" y="381889"/>
                </a:lnTo>
                <a:lnTo>
                  <a:pt x="1386174" y="378411"/>
                </a:lnTo>
                <a:lnTo>
                  <a:pt x="1386174" y="383301"/>
                </a:lnTo>
                <a:lnTo>
                  <a:pt x="1380365" y="382386"/>
                </a:lnTo>
                <a:close/>
              </a:path>
              <a:path w="4359909" h="1712595">
                <a:moveTo>
                  <a:pt x="1386174" y="383301"/>
                </a:moveTo>
                <a:lnTo>
                  <a:pt x="1386174" y="378411"/>
                </a:lnTo>
                <a:lnTo>
                  <a:pt x="1386672" y="383380"/>
                </a:lnTo>
                <a:lnTo>
                  <a:pt x="1386174" y="383301"/>
                </a:lnTo>
                <a:close/>
              </a:path>
              <a:path w="4359909" h="1712595">
                <a:moveTo>
                  <a:pt x="245830" y="1142472"/>
                </a:moveTo>
                <a:lnTo>
                  <a:pt x="250975" y="1141810"/>
                </a:lnTo>
                <a:lnTo>
                  <a:pt x="252137" y="1145122"/>
                </a:lnTo>
                <a:lnTo>
                  <a:pt x="251639" y="1150091"/>
                </a:lnTo>
                <a:lnTo>
                  <a:pt x="246659" y="1150572"/>
                </a:lnTo>
                <a:lnTo>
                  <a:pt x="246659" y="1146116"/>
                </a:lnTo>
                <a:lnTo>
                  <a:pt x="245830" y="1142472"/>
                </a:lnTo>
                <a:close/>
              </a:path>
              <a:path w="4359909" h="1712595">
                <a:moveTo>
                  <a:pt x="246494" y="1150588"/>
                </a:moveTo>
                <a:lnTo>
                  <a:pt x="246659" y="1146116"/>
                </a:lnTo>
                <a:lnTo>
                  <a:pt x="246659" y="1150572"/>
                </a:lnTo>
                <a:lnTo>
                  <a:pt x="246494" y="1150588"/>
                </a:lnTo>
                <a:close/>
              </a:path>
              <a:path w="4359909" h="1712595">
                <a:moveTo>
                  <a:pt x="322185" y="1176261"/>
                </a:moveTo>
                <a:lnTo>
                  <a:pt x="322683" y="1171127"/>
                </a:lnTo>
                <a:lnTo>
                  <a:pt x="326335" y="1171955"/>
                </a:lnTo>
                <a:lnTo>
                  <a:pt x="330982" y="1171955"/>
                </a:lnTo>
                <a:lnTo>
                  <a:pt x="330318" y="1176924"/>
                </a:lnTo>
                <a:lnTo>
                  <a:pt x="325339" y="1177421"/>
                </a:lnTo>
                <a:lnTo>
                  <a:pt x="322185" y="1176261"/>
                </a:lnTo>
                <a:close/>
              </a:path>
              <a:path w="4359909" h="1712595">
                <a:moveTo>
                  <a:pt x="276537" y="1146282"/>
                </a:moveTo>
                <a:lnTo>
                  <a:pt x="276537" y="1142472"/>
                </a:lnTo>
                <a:lnTo>
                  <a:pt x="280355" y="1142472"/>
                </a:lnTo>
                <a:lnTo>
                  <a:pt x="280355" y="1146282"/>
                </a:lnTo>
                <a:lnTo>
                  <a:pt x="276537" y="1146282"/>
                </a:lnTo>
                <a:close/>
              </a:path>
              <a:path w="4359909" h="1712595">
                <a:moveTo>
                  <a:pt x="3628000" y="79537"/>
                </a:moveTo>
                <a:lnTo>
                  <a:pt x="3628023" y="74972"/>
                </a:lnTo>
                <a:lnTo>
                  <a:pt x="3630194" y="77301"/>
                </a:lnTo>
                <a:lnTo>
                  <a:pt x="3629455" y="79569"/>
                </a:lnTo>
                <a:lnTo>
                  <a:pt x="3628000" y="79537"/>
                </a:lnTo>
                <a:close/>
              </a:path>
              <a:path w="4359909" h="1712595">
                <a:moveTo>
                  <a:pt x="481700" y="1140650"/>
                </a:moveTo>
                <a:lnTo>
                  <a:pt x="487842" y="1142307"/>
                </a:lnTo>
                <a:lnTo>
                  <a:pt x="488340" y="1147441"/>
                </a:lnTo>
                <a:lnTo>
                  <a:pt x="488506" y="1151913"/>
                </a:lnTo>
                <a:lnTo>
                  <a:pt x="485186" y="1150894"/>
                </a:lnTo>
                <a:lnTo>
                  <a:pt x="485186" y="1148601"/>
                </a:lnTo>
                <a:lnTo>
                  <a:pt x="481700" y="1140650"/>
                </a:lnTo>
                <a:close/>
              </a:path>
              <a:path w="4359909" h="1712595">
                <a:moveTo>
                  <a:pt x="482032" y="1149926"/>
                </a:moveTo>
                <a:lnTo>
                  <a:pt x="485186" y="1148601"/>
                </a:lnTo>
                <a:lnTo>
                  <a:pt x="485186" y="1150894"/>
                </a:lnTo>
                <a:lnTo>
                  <a:pt x="482032" y="1149926"/>
                </a:lnTo>
                <a:close/>
              </a:path>
              <a:path w="4359909" h="1712595">
                <a:moveTo>
                  <a:pt x="530169" y="1141147"/>
                </a:moveTo>
                <a:lnTo>
                  <a:pt x="537141" y="1138519"/>
                </a:lnTo>
                <a:lnTo>
                  <a:pt x="539631" y="1138497"/>
                </a:lnTo>
                <a:lnTo>
                  <a:pt x="539133" y="1140485"/>
                </a:lnTo>
                <a:lnTo>
                  <a:pt x="535813" y="1139822"/>
                </a:lnTo>
                <a:lnTo>
                  <a:pt x="535813" y="1142307"/>
                </a:lnTo>
                <a:lnTo>
                  <a:pt x="530169" y="1141147"/>
                </a:lnTo>
                <a:close/>
              </a:path>
              <a:path w="4359909" h="1712595">
                <a:moveTo>
                  <a:pt x="535813" y="1134687"/>
                </a:moveTo>
                <a:lnTo>
                  <a:pt x="537805" y="1135184"/>
                </a:lnTo>
                <a:lnTo>
                  <a:pt x="537307" y="1137670"/>
                </a:lnTo>
                <a:lnTo>
                  <a:pt x="535813" y="1134687"/>
                </a:lnTo>
                <a:close/>
              </a:path>
              <a:path w="4359909" h="1712595">
                <a:moveTo>
                  <a:pt x="537141" y="1138497"/>
                </a:moveTo>
                <a:lnTo>
                  <a:pt x="537307" y="1137670"/>
                </a:lnTo>
                <a:lnTo>
                  <a:pt x="537638" y="1138331"/>
                </a:lnTo>
                <a:lnTo>
                  <a:pt x="537307" y="1138456"/>
                </a:lnTo>
                <a:lnTo>
                  <a:pt x="537141" y="1138497"/>
                </a:lnTo>
                <a:close/>
              </a:path>
              <a:path w="4359909" h="1712595">
                <a:moveTo>
                  <a:pt x="456802" y="1148435"/>
                </a:moveTo>
                <a:lnTo>
                  <a:pt x="457134" y="1144294"/>
                </a:lnTo>
                <a:lnTo>
                  <a:pt x="461283" y="1143963"/>
                </a:lnTo>
                <a:lnTo>
                  <a:pt x="463276" y="1145785"/>
                </a:lnTo>
                <a:lnTo>
                  <a:pt x="462943" y="1150091"/>
                </a:lnTo>
                <a:lnTo>
                  <a:pt x="458627" y="1150423"/>
                </a:lnTo>
                <a:lnTo>
                  <a:pt x="456802" y="1148435"/>
                </a:lnTo>
                <a:close/>
              </a:path>
              <a:path w="4359909" h="1712595">
                <a:moveTo>
                  <a:pt x="105857" y="1093611"/>
                </a:moveTo>
                <a:lnTo>
                  <a:pt x="107561" y="1090629"/>
                </a:lnTo>
                <a:lnTo>
                  <a:pt x="109545" y="1092865"/>
                </a:lnTo>
                <a:lnTo>
                  <a:pt x="107747" y="1094108"/>
                </a:lnTo>
                <a:lnTo>
                  <a:pt x="105857" y="1093611"/>
                </a:lnTo>
                <a:close/>
              </a:path>
              <a:path w="4359909" h="1712595">
                <a:moveTo>
                  <a:pt x="467259" y="1051375"/>
                </a:moveTo>
                <a:lnTo>
                  <a:pt x="474397" y="1052368"/>
                </a:lnTo>
                <a:lnTo>
                  <a:pt x="477052" y="1054853"/>
                </a:lnTo>
                <a:lnTo>
                  <a:pt x="476388" y="1060650"/>
                </a:lnTo>
                <a:lnTo>
                  <a:pt x="476388" y="1065784"/>
                </a:lnTo>
                <a:lnTo>
                  <a:pt x="472903" y="1065122"/>
                </a:lnTo>
                <a:lnTo>
                  <a:pt x="467259" y="1051375"/>
                </a:lnTo>
                <a:close/>
              </a:path>
              <a:path w="4359909" h="1712595">
                <a:moveTo>
                  <a:pt x="207984" y="1123921"/>
                </a:moveTo>
                <a:lnTo>
                  <a:pt x="209312" y="1113652"/>
                </a:lnTo>
                <a:lnTo>
                  <a:pt x="213960" y="1117959"/>
                </a:lnTo>
                <a:lnTo>
                  <a:pt x="214956" y="1125909"/>
                </a:lnTo>
                <a:lnTo>
                  <a:pt x="215122" y="1134687"/>
                </a:lnTo>
                <a:lnTo>
                  <a:pt x="212632" y="1128228"/>
                </a:lnTo>
                <a:lnTo>
                  <a:pt x="207984" y="1123921"/>
                </a:lnTo>
                <a:close/>
              </a:path>
              <a:path w="4359909" h="1712595">
                <a:moveTo>
                  <a:pt x="363184" y="1119615"/>
                </a:moveTo>
                <a:lnTo>
                  <a:pt x="365010" y="1111665"/>
                </a:lnTo>
                <a:lnTo>
                  <a:pt x="370653" y="1112162"/>
                </a:lnTo>
                <a:lnTo>
                  <a:pt x="363184" y="1119615"/>
                </a:lnTo>
                <a:close/>
              </a:path>
              <a:path w="4359909" h="1712595">
                <a:moveTo>
                  <a:pt x="513570" y="1133694"/>
                </a:moveTo>
                <a:lnTo>
                  <a:pt x="516724" y="1130878"/>
                </a:lnTo>
                <a:lnTo>
                  <a:pt x="520873" y="1131209"/>
                </a:lnTo>
                <a:lnTo>
                  <a:pt x="520873" y="1135681"/>
                </a:lnTo>
                <a:lnTo>
                  <a:pt x="520541" y="1140485"/>
                </a:lnTo>
                <a:lnTo>
                  <a:pt x="516723" y="1138993"/>
                </a:lnTo>
                <a:lnTo>
                  <a:pt x="513570" y="1133694"/>
                </a:lnTo>
                <a:close/>
              </a:path>
              <a:path w="4359909" h="1712595">
                <a:moveTo>
                  <a:pt x="93950" y="1302307"/>
                </a:moveTo>
                <a:lnTo>
                  <a:pt x="94282" y="1298663"/>
                </a:lnTo>
                <a:lnTo>
                  <a:pt x="94282" y="1295741"/>
                </a:lnTo>
                <a:lnTo>
                  <a:pt x="96440" y="1296510"/>
                </a:lnTo>
                <a:lnTo>
                  <a:pt x="98100" y="1298167"/>
                </a:lnTo>
                <a:lnTo>
                  <a:pt x="97933" y="1301479"/>
                </a:lnTo>
                <a:lnTo>
                  <a:pt x="94282" y="1302238"/>
                </a:lnTo>
                <a:lnTo>
                  <a:pt x="94282" y="1298663"/>
                </a:lnTo>
                <a:lnTo>
                  <a:pt x="94115" y="1295682"/>
                </a:lnTo>
                <a:lnTo>
                  <a:pt x="94115" y="1302273"/>
                </a:lnTo>
                <a:lnTo>
                  <a:pt x="93950" y="1302307"/>
                </a:lnTo>
                <a:close/>
              </a:path>
              <a:path w="4359909" h="1712595">
                <a:moveTo>
                  <a:pt x="316872" y="1314895"/>
                </a:moveTo>
                <a:lnTo>
                  <a:pt x="321022" y="1314067"/>
                </a:lnTo>
                <a:lnTo>
                  <a:pt x="320524" y="1317711"/>
                </a:lnTo>
                <a:lnTo>
                  <a:pt x="320524" y="1320621"/>
                </a:lnTo>
                <a:lnTo>
                  <a:pt x="318367" y="1319699"/>
                </a:lnTo>
                <a:lnTo>
                  <a:pt x="316873" y="1318208"/>
                </a:lnTo>
                <a:lnTo>
                  <a:pt x="316872" y="1314895"/>
                </a:lnTo>
                <a:close/>
              </a:path>
              <a:path w="4359909" h="1712595">
                <a:moveTo>
                  <a:pt x="320524" y="1320621"/>
                </a:moveTo>
                <a:lnTo>
                  <a:pt x="320524" y="1317711"/>
                </a:lnTo>
                <a:lnTo>
                  <a:pt x="320691" y="1320693"/>
                </a:lnTo>
                <a:lnTo>
                  <a:pt x="320524" y="1320621"/>
                </a:lnTo>
                <a:close/>
              </a:path>
              <a:path w="4359909" h="1712595">
                <a:moveTo>
                  <a:pt x="76853" y="1320858"/>
                </a:moveTo>
                <a:lnTo>
                  <a:pt x="78845" y="1312908"/>
                </a:lnTo>
                <a:lnTo>
                  <a:pt x="84488" y="1313405"/>
                </a:lnTo>
                <a:lnTo>
                  <a:pt x="76853" y="1320858"/>
                </a:lnTo>
                <a:close/>
              </a:path>
              <a:path w="4359909" h="1712595">
                <a:moveTo>
                  <a:pt x="101419" y="1323508"/>
                </a:moveTo>
                <a:lnTo>
                  <a:pt x="101751" y="1318705"/>
                </a:lnTo>
                <a:lnTo>
                  <a:pt x="106896" y="1318043"/>
                </a:lnTo>
                <a:lnTo>
                  <a:pt x="108059" y="1321355"/>
                </a:lnTo>
                <a:lnTo>
                  <a:pt x="107561" y="1326324"/>
                </a:lnTo>
                <a:lnTo>
                  <a:pt x="104739" y="1324668"/>
                </a:lnTo>
                <a:lnTo>
                  <a:pt x="101419" y="1323508"/>
                </a:lnTo>
                <a:close/>
              </a:path>
              <a:path w="4359909" h="1712595">
                <a:moveTo>
                  <a:pt x="5716" y="1386542"/>
                </a:moveTo>
                <a:lnTo>
                  <a:pt x="5810" y="1381976"/>
                </a:lnTo>
                <a:lnTo>
                  <a:pt x="7957" y="1384306"/>
                </a:lnTo>
                <a:lnTo>
                  <a:pt x="7179" y="1386573"/>
                </a:lnTo>
                <a:lnTo>
                  <a:pt x="5716" y="1386542"/>
                </a:lnTo>
                <a:close/>
              </a:path>
              <a:path w="4359909" h="1712595">
                <a:moveTo>
                  <a:pt x="86719" y="1323087"/>
                </a:moveTo>
                <a:lnTo>
                  <a:pt x="89146" y="1327978"/>
                </a:lnTo>
                <a:lnTo>
                  <a:pt x="88306" y="1326324"/>
                </a:lnTo>
                <a:lnTo>
                  <a:pt x="86719" y="1323087"/>
                </a:lnTo>
                <a:close/>
              </a:path>
              <a:path w="4359909" h="1712595">
                <a:moveTo>
                  <a:pt x="289982" y="1289885"/>
                </a:moveTo>
                <a:lnTo>
                  <a:pt x="292306" y="1290713"/>
                </a:lnTo>
                <a:lnTo>
                  <a:pt x="293966" y="1292369"/>
                </a:lnTo>
                <a:lnTo>
                  <a:pt x="293800" y="1295682"/>
                </a:lnTo>
                <a:lnTo>
                  <a:pt x="291477" y="1294854"/>
                </a:lnTo>
                <a:lnTo>
                  <a:pt x="289983" y="1293198"/>
                </a:lnTo>
                <a:lnTo>
                  <a:pt x="289982" y="1289885"/>
                </a:lnTo>
                <a:close/>
              </a:path>
              <a:path w="4359909" h="1712595">
                <a:moveTo>
                  <a:pt x="353557" y="1203922"/>
                </a:moveTo>
                <a:lnTo>
                  <a:pt x="355383" y="1195971"/>
                </a:lnTo>
                <a:lnTo>
                  <a:pt x="361026" y="1196468"/>
                </a:lnTo>
                <a:lnTo>
                  <a:pt x="353557" y="1203922"/>
                </a:lnTo>
                <a:close/>
              </a:path>
              <a:path w="4359909" h="1712595">
                <a:moveTo>
                  <a:pt x="343763" y="1183801"/>
                </a:moveTo>
                <a:lnTo>
                  <a:pt x="343763" y="1180071"/>
                </a:lnTo>
                <a:lnTo>
                  <a:pt x="349573" y="1178746"/>
                </a:lnTo>
                <a:lnTo>
                  <a:pt x="348079" y="1183052"/>
                </a:lnTo>
                <a:lnTo>
                  <a:pt x="343763" y="1183801"/>
                </a:lnTo>
                <a:close/>
              </a:path>
              <a:path w="4359909" h="1712595">
                <a:moveTo>
                  <a:pt x="336626" y="1185040"/>
                </a:moveTo>
                <a:lnTo>
                  <a:pt x="338120" y="1176758"/>
                </a:lnTo>
                <a:lnTo>
                  <a:pt x="343929" y="1175433"/>
                </a:lnTo>
                <a:lnTo>
                  <a:pt x="343763" y="1180071"/>
                </a:lnTo>
                <a:lnTo>
                  <a:pt x="343763" y="1183801"/>
                </a:lnTo>
                <a:lnTo>
                  <a:pt x="336626" y="1185040"/>
                </a:lnTo>
                <a:close/>
              </a:path>
              <a:path w="4359909" h="1712595">
                <a:moveTo>
                  <a:pt x="130799" y="1203922"/>
                </a:moveTo>
                <a:lnTo>
                  <a:pt x="132625" y="1195971"/>
                </a:lnTo>
                <a:lnTo>
                  <a:pt x="138269" y="1196468"/>
                </a:lnTo>
                <a:lnTo>
                  <a:pt x="130799" y="1203922"/>
                </a:lnTo>
                <a:close/>
              </a:path>
              <a:path w="4359909" h="1712595">
                <a:moveTo>
                  <a:pt x="249647" y="1293860"/>
                </a:moveTo>
                <a:lnTo>
                  <a:pt x="251639" y="1287897"/>
                </a:lnTo>
                <a:lnTo>
                  <a:pt x="254793" y="1296013"/>
                </a:lnTo>
                <a:lnTo>
                  <a:pt x="257283" y="1295848"/>
                </a:lnTo>
                <a:lnTo>
                  <a:pt x="255125" y="1303301"/>
                </a:lnTo>
                <a:lnTo>
                  <a:pt x="252303" y="1296345"/>
                </a:lnTo>
                <a:lnTo>
                  <a:pt x="249647" y="1293860"/>
                </a:lnTo>
                <a:close/>
              </a:path>
              <a:path w="4359909" h="1712595">
                <a:moveTo>
                  <a:pt x="146617" y="1177873"/>
                </a:moveTo>
                <a:lnTo>
                  <a:pt x="147232" y="1179077"/>
                </a:lnTo>
                <a:lnTo>
                  <a:pt x="146900" y="1178580"/>
                </a:lnTo>
                <a:lnTo>
                  <a:pt x="146617" y="1177873"/>
                </a:lnTo>
                <a:close/>
              </a:path>
              <a:path w="4359909" h="1712595">
                <a:moveTo>
                  <a:pt x="146315" y="1177330"/>
                </a:moveTo>
                <a:lnTo>
                  <a:pt x="146568" y="1177752"/>
                </a:lnTo>
                <a:lnTo>
                  <a:pt x="146315" y="1177330"/>
                </a:lnTo>
                <a:close/>
              </a:path>
              <a:path w="4359909" h="1712595">
                <a:moveTo>
                  <a:pt x="145656" y="1176262"/>
                </a:moveTo>
                <a:lnTo>
                  <a:pt x="145904" y="1176593"/>
                </a:lnTo>
                <a:lnTo>
                  <a:pt x="146315" y="1177330"/>
                </a:lnTo>
                <a:lnTo>
                  <a:pt x="145738" y="1176427"/>
                </a:lnTo>
                <a:lnTo>
                  <a:pt x="145656" y="1176262"/>
                </a:lnTo>
                <a:close/>
              </a:path>
              <a:path w="4359909" h="1712595">
                <a:moveTo>
                  <a:pt x="145406" y="1175930"/>
                </a:moveTo>
                <a:lnTo>
                  <a:pt x="145572" y="1176096"/>
                </a:lnTo>
                <a:lnTo>
                  <a:pt x="145656" y="1176262"/>
                </a:lnTo>
                <a:lnTo>
                  <a:pt x="145406" y="1175930"/>
                </a:lnTo>
                <a:close/>
              </a:path>
              <a:path w="4359909" h="1712595">
                <a:moveTo>
                  <a:pt x="3669022" y="1446408"/>
                </a:moveTo>
                <a:lnTo>
                  <a:pt x="3671180" y="1444420"/>
                </a:lnTo>
                <a:lnTo>
                  <a:pt x="3670350" y="1445248"/>
                </a:lnTo>
                <a:lnTo>
                  <a:pt x="3669022" y="1446408"/>
                </a:lnTo>
                <a:close/>
              </a:path>
              <a:path w="4359909" h="1712595">
                <a:moveTo>
                  <a:pt x="98265" y="1227110"/>
                </a:moveTo>
                <a:lnTo>
                  <a:pt x="99925" y="1220982"/>
                </a:lnTo>
                <a:lnTo>
                  <a:pt x="102747" y="1222638"/>
                </a:lnTo>
                <a:lnTo>
                  <a:pt x="106067" y="1223798"/>
                </a:lnTo>
                <a:lnTo>
                  <a:pt x="105735" y="1228601"/>
                </a:lnTo>
                <a:lnTo>
                  <a:pt x="102913" y="1226945"/>
                </a:lnTo>
                <a:lnTo>
                  <a:pt x="98265" y="1227110"/>
                </a:lnTo>
                <a:close/>
              </a:path>
              <a:path w="4359909" h="1712595">
                <a:moveTo>
                  <a:pt x="120508" y="1132399"/>
                </a:moveTo>
                <a:lnTo>
                  <a:pt x="120508" y="1128228"/>
                </a:lnTo>
                <a:lnTo>
                  <a:pt x="126815" y="1130878"/>
                </a:lnTo>
                <a:lnTo>
                  <a:pt x="122168" y="1134025"/>
                </a:lnTo>
                <a:lnTo>
                  <a:pt x="120508" y="1132399"/>
                </a:lnTo>
                <a:close/>
              </a:path>
              <a:path w="4359909" h="1712595">
                <a:moveTo>
                  <a:pt x="111379" y="1119449"/>
                </a:moveTo>
                <a:lnTo>
                  <a:pt x="121670" y="1118124"/>
                </a:lnTo>
                <a:lnTo>
                  <a:pt x="120508" y="1128228"/>
                </a:lnTo>
                <a:lnTo>
                  <a:pt x="120508" y="1132399"/>
                </a:lnTo>
                <a:lnTo>
                  <a:pt x="113204" y="1125246"/>
                </a:lnTo>
                <a:lnTo>
                  <a:pt x="111379" y="1119449"/>
                </a:lnTo>
                <a:close/>
              </a:path>
              <a:path w="4359909" h="1712595">
                <a:moveTo>
                  <a:pt x="215122" y="1150091"/>
                </a:moveTo>
                <a:lnTo>
                  <a:pt x="218940" y="1150091"/>
                </a:lnTo>
                <a:lnTo>
                  <a:pt x="218940" y="1157710"/>
                </a:lnTo>
                <a:lnTo>
                  <a:pt x="215620" y="1158846"/>
                </a:lnTo>
                <a:lnTo>
                  <a:pt x="215620" y="1153404"/>
                </a:lnTo>
                <a:lnTo>
                  <a:pt x="215122" y="1150091"/>
                </a:lnTo>
                <a:close/>
              </a:path>
              <a:path w="4359909" h="1712595">
                <a:moveTo>
                  <a:pt x="213130" y="1159698"/>
                </a:moveTo>
                <a:lnTo>
                  <a:pt x="215620" y="1153404"/>
                </a:lnTo>
                <a:lnTo>
                  <a:pt x="215620" y="1158846"/>
                </a:lnTo>
                <a:lnTo>
                  <a:pt x="213130" y="1159698"/>
                </a:lnTo>
                <a:close/>
              </a:path>
              <a:path w="4359909" h="1712595">
                <a:moveTo>
                  <a:pt x="489667" y="1155226"/>
                </a:moveTo>
                <a:lnTo>
                  <a:pt x="489833" y="1151913"/>
                </a:lnTo>
                <a:lnTo>
                  <a:pt x="492157" y="1152741"/>
                </a:lnTo>
                <a:lnTo>
                  <a:pt x="493818" y="1154398"/>
                </a:lnTo>
                <a:lnTo>
                  <a:pt x="493651" y="1157710"/>
                </a:lnTo>
                <a:lnTo>
                  <a:pt x="491327" y="1156882"/>
                </a:lnTo>
                <a:lnTo>
                  <a:pt x="489667" y="1155226"/>
                </a:lnTo>
                <a:close/>
              </a:path>
              <a:path w="4359909" h="1712595">
                <a:moveTo>
                  <a:pt x="224749" y="1251955"/>
                </a:moveTo>
                <a:lnTo>
                  <a:pt x="226741" y="1244005"/>
                </a:lnTo>
                <a:lnTo>
                  <a:pt x="232385" y="1244336"/>
                </a:lnTo>
                <a:lnTo>
                  <a:pt x="224749" y="1251955"/>
                </a:lnTo>
                <a:close/>
              </a:path>
              <a:path w="4359909" h="1712595">
                <a:moveTo>
                  <a:pt x="5716" y="1227462"/>
                </a:moveTo>
                <a:lnTo>
                  <a:pt x="5810" y="1222804"/>
                </a:lnTo>
                <a:lnTo>
                  <a:pt x="7957" y="1225226"/>
                </a:lnTo>
                <a:lnTo>
                  <a:pt x="7179" y="1227524"/>
                </a:lnTo>
                <a:lnTo>
                  <a:pt x="5716" y="1227462"/>
                </a:lnTo>
                <a:close/>
              </a:path>
              <a:path w="4359909" h="1712595">
                <a:moveTo>
                  <a:pt x="134739" y="1078349"/>
                </a:moveTo>
                <a:lnTo>
                  <a:pt x="136443" y="1075391"/>
                </a:lnTo>
                <a:lnTo>
                  <a:pt x="138427" y="1077557"/>
                </a:lnTo>
                <a:lnTo>
                  <a:pt x="136630" y="1078807"/>
                </a:lnTo>
                <a:lnTo>
                  <a:pt x="134739" y="1078349"/>
                </a:lnTo>
                <a:close/>
              </a:path>
              <a:path w="4359909" h="1712595">
                <a:moveTo>
                  <a:pt x="61084" y="1101892"/>
                </a:moveTo>
                <a:lnTo>
                  <a:pt x="61416" y="1096426"/>
                </a:lnTo>
                <a:lnTo>
                  <a:pt x="66396" y="1096592"/>
                </a:lnTo>
                <a:lnTo>
                  <a:pt x="65234" y="1102721"/>
                </a:lnTo>
                <a:lnTo>
                  <a:pt x="65234" y="1107855"/>
                </a:lnTo>
                <a:lnTo>
                  <a:pt x="61914" y="1106199"/>
                </a:lnTo>
                <a:lnTo>
                  <a:pt x="61084" y="1101892"/>
                </a:lnTo>
                <a:close/>
              </a:path>
              <a:path w="4359909" h="1712595">
                <a:moveTo>
                  <a:pt x="40335" y="1123259"/>
                </a:moveTo>
                <a:lnTo>
                  <a:pt x="42991" y="1124418"/>
                </a:lnTo>
                <a:lnTo>
                  <a:pt x="43987" y="1127400"/>
                </a:lnTo>
                <a:lnTo>
                  <a:pt x="44153" y="1130878"/>
                </a:lnTo>
                <a:lnTo>
                  <a:pt x="40833" y="1132014"/>
                </a:lnTo>
                <a:lnTo>
                  <a:pt x="40833" y="1126572"/>
                </a:lnTo>
                <a:lnTo>
                  <a:pt x="40335" y="1123259"/>
                </a:lnTo>
                <a:close/>
              </a:path>
              <a:path w="4359909" h="1712595">
                <a:moveTo>
                  <a:pt x="38343" y="1132866"/>
                </a:moveTo>
                <a:lnTo>
                  <a:pt x="40833" y="1126572"/>
                </a:lnTo>
                <a:lnTo>
                  <a:pt x="40833" y="1132014"/>
                </a:lnTo>
                <a:lnTo>
                  <a:pt x="38343" y="1132866"/>
                </a:lnTo>
                <a:close/>
              </a:path>
              <a:path w="4359909" h="1712595">
                <a:moveTo>
                  <a:pt x="23736" y="1099449"/>
                </a:moveTo>
                <a:lnTo>
                  <a:pt x="23736" y="1095267"/>
                </a:lnTo>
                <a:lnTo>
                  <a:pt x="28882" y="1096426"/>
                </a:lnTo>
                <a:lnTo>
                  <a:pt x="28052" y="1100733"/>
                </a:lnTo>
                <a:lnTo>
                  <a:pt x="23736" y="1099449"/>
                </a:lnTo>
                <a:close/>
              </a:path>
              <a:path w="4359909" h="1712595">
                <a:moveTo>
                  <a:pt x="17429" y="1096426"/>
                </a:moveTo>
                <a:lnTo>
                  <a:pt x="17429" y="1088807"/>
                </a:lnTo>
                <a:lnTo>
                  <a:pt x="24068" y="1088476"/>
                </a:lnTo>
                <a:lnTo>
                  <a:pt x="23736" y="1095267"/>
                </a:lnTo>
                <a:lnTo>
                  <a:pt x="23736" y="1099449"/>
                </a:lnTo>
                <a:lnTo>
                  <a:pt x="18591" y="1097917"/>
                </a:lnTo>
                <a:lnTo>
                  <a:pt x="17429" y="1096426"/>
                </a:lnTo>
                <a:close/>
              </a:path>
              <a:path w="4359909" h="1712595">
                <a:moveTo>
                  <a:pt x="51622" y="1110174"/>
                </a:moveTo>
                <a:lnTo>
                  <a:pt x="51954" y="1104046"/>
                </a:lnTo>
                <a:lnTo>
                  <a:pt x="56436" y="1105536"/>
                </a:lnTo>
                <a:lnTo>
                  <a:pt x="59756" y="1113321"/>
                </a:lnTo>
                <a:lnTo>
                  <a:pt x="55772" y="1117462"/>
                </a:lnTo>
                <a:lnTo>
                  <a:pt x="51788" y="1115640"/>
                </a:lnTo>
                <a:lnTo>
                  <a:pt x="51622" y="1110174"/>
                </a:lnTo>
                <a:close/>
              </a:path>
              <a:path w="4359909" h="1712595">
                <a:moveTo>
                  <a:pt x="408831" y="1258249"/>
                </a:moveTo>
                <a:lnTo>
                  <a:pt x="409329" y="1254605"/>
                </a:lnTo>
                <a:lnTo>
                  <a:pt x="409329" y="1251683"/>
                </a:lnTo>
                <a:lnTo>
                  <a:pt x="411487" y="1252452"/>
                </a:lnTo>
                <a:lnTo>
                  <a:pt x="413147" y="1254108"/>
                </a:lnTo>
                <a:lnTo>
                  <a:pt x="412981" y="1257421"/>
                </a:lnTo>
                <a:lnTo>
                  <a:pt x="409329" y="1258150"/>
                </a:lnTo>
                <a:lnTo>
                  <a:pt x="409329" y="1254605"/>
                </a:lnTo>
                <a:lnTo>
                  <a:pt x="409163" y="1251624"/>
                </a:lnTo>
                <a:lnTo>
                  <a:pt x="409163" y="1258183"/>
                </a:lnTo>
                <a:lnTo>
                  <a:pt x="408831" y="1258249"/>
                </a:lnTo>
                <a:close/>
              </a:path>
              <a:path w="4359909" h="1712595">
                <a:moveTo>
                  <a:pt x="8466" y="1117959"/>
                </a:moveTo>
                <a:lnTo>
                  <a:pt x="13445" y="1111665"/>
                </a:lnTo>
                <a:lnTo>
                  <a:pt x="19753" y="1113155"/>
                </a:lnTo>
                <a:lnTo>
                  <a:pt x="21745" y="1118787"/>
                </a:lnTo>
                <a:lnTo>
                  <a:pt x="21080" y="1127068"/>
                </a:lnTo>
                <a:lnTo>
                  <a:pt x="13943" y="1126737"/>
                </a:lnTo>
                <a:lnTo>
                  <a:pt x="8466" y="1117959"/>
                </a:lnTo>
                <a:close/>
              </a:path>
              <a:path w="4359909" h="1712595">
                <a:moveTo>
                  <a:pt x="87808" y="1439948"/>
                </a:moveTo>
                <a:lnTo>
                  <a:pt x="88306" y="1435641"/>
                </a:lnTo>
                <a:lnTo>
                  <a:pt x="91792" y="1436138"/>
                </a:lnTo>
                <a:lnTo>
                  <a:pt x="92788" y="1438954"/>
                </a:lnTo>
                <a:lnTo>
                  <a:pt x="92124" y="1443260"/>
                </a:lnTo>
                <a:lnTo>
                  <a:pt x="88804" y="1442764"/>
                </a:lnTo>
                <a:lnTo>
                  <a:pt x="87808" y="1439948"/>
                </a:lnTo>
                <a:close/>
              </a:path>
              <a:path w="4359909" h="1712595">
                <a:moveTo>
                  <a:pt x="104241" y="1441107"/>
                </a:moveTo>
                <a:lnTo>
                  <a:pt x="104241" y="1433819"/>
                </a:lnTo>
                <a:lnTo>
                  <a:pt x="109553" y="1433654"/>
                </a:lnTo>
                <a:lnTo>
                  <a:pt x="111047" y="1441107"/>
                </a:lnTo>
                <a:lnTo>
                  <a:pt x="104241" y="1441107"/>
                </a:lnTo>
                <a:close/>
              </a:path>
              <a:path w="4359909" h="1712595">
                <a:moveTo>
                  <a:pt x="100257" y="1441107"/>
                </a:moveTo>
                <a:lnTo>
                  <a:pt x="101917" y="1433654"/>
                </a:lnTo>
                <a:lnTo>
                  <a:pt x="105735" y="1430507"/>
                </a:lnTo>
                <a:lnTo>
                  <a:pt x="104241" y="1433819"/>
                </a:lnTo>
                <a:lnTo>
                  <a:pt x="104241" y="1441107"/>
                </a:lnTo>
                <a:lnTo>
                  <a:pt x="100257" y="1441107"/>
                </a:lnTo>
                <a:close/>
              </a:path>
              <a:path w="4359909" h="1712595">
                <a:moveTo>
                  <a:pt x="3937261" y="53771"/>
                </a:moveTo>
                <a:lnTo>
                  <a:pt x="3937261" y="49962"/>
                </a:lnTo>
                <a:lnTo>
                  <a:pt x="3941079" y="49962"/>
                </a:lnTo>
                <a:lnTo>
                  <a:pt x="3941079" y="53771"/>
                </a:lnTo>
                <a:lnTo>
                  <a:pt x="3937261" y="53771"/>
                </a:lnTo>
                <a:close/>
              </a:path>
              <a:path w="4359909" h="1712595">
                <a:moveTo>
                  <a:pt x="76853" y="1378333"/>
                </a:moveTo>
                <a:lnTo>
                  <a:pt x="78845" y="1370382"/>
                </a:lnTo>
                <a:lnTo>
                  <a:pt x="84488" y="1370879"/>
                </a:lnTo>
                <a:lnTo>
                  <a:pt x="76853" y="1378333"/>
                </a:lnTo>
                <a:close/>
              </a:path>
              <a:path w="4359909" h="1712595">
                <a:moveTo>
                  <a:pt x="228567" y="1278456"/>
                </a:moveTo>
                <a:lnTo>
                  <a:pt x="232053" y="1273322"/>
                </a:lnTo>
                <a:lnTo>
                  <a:pt x="240020" y="1279616"/>
                </a:lnTo>
                <a:lnTo>
                  <a:pt x="238194" y="1286075"/>
                </a:lnTo>
                <a:lnTo>
                  <a:pt x="233712" y="1284750"/>
                </a:lnTo>
                <a:lnTo>
                  <a:pt x="233048" y="1279781"/>
                </a:lnTo>
                <a:lnTo>
                  <a:pt x="228567" y="1278456"/>
                </a:lnTo>
                <a:close/>
              </a:path>
              <a:path w="4359909" h="1712595">
                <a:moveTo>
                  <a:pt x="95444" y="1459161"/>
                </a:moveTo>
                <a:lnTo>
                  <a:pt x="96107" y="1454855"/>
                </a:lnTo>
                <a:lnTo>
                  <a:pt x="101917" y="1452867"/>
                </a:lnTo>
                <a:lnTo>
                  <a:pt x="99427" y="1459161"/>
                </a:lnTo>
                <a:lnTo>
                  <a:pt x="99427" y="1462403"/>
                </a:lnTo>
                <a:lnTo>
                  <a:pt x="96440" y="1461977"/>
                </a:lnTo>
                <a:lnTo>
                  <a:pt x="95444" y="1459161"/>
                </a:lnTo>
                <a:close/>
              </a:path>
              <a:path w="4359909" h="1712595">
                <a:moveTo>
                  <a:pt x="99427" y="1462403"/>
                </a:moveTo>
                <a:lnTo>
                  <a:pt x="99427" y="1459161"/>
                </a:lnTo>
                <a:lnTo>
                  <a:pt x="99925" y="1462474"/>
                </a:lnTo>
                <a:lnTo>
                  <a:pt x="99427" y="1462403"/>
                </a:lnTo>
                <a:close/>
              </a:path>
              <a:path w="4359909" h="1712595">
                <a:moveTo>
                  <a:pt x="63408" y="1301479"/>
                </a:moveTo>
                <a:lnTo>
                  <a:pt x="69383" y="1303136"/>
                </a:lnTo>
                <a:lnTo>
                  <a:pt x="72371" y="1307773"/>
                </a:lnTo>
                <a:lnTo>
                  <a:pt x="78845" y="1309098"/>
                </a:lnTo>
                <a:lnTo>
                  <a:pt x="74892" y="1311798"/>
                </a:lnTo>
                <a:lnTo>
                  <a:pt x="69134" y="1311438"/>
                </a:lnTo>
                <a:lnTo>
                  <a:pt x="64373" y="1308004"/>
                </a:lnTo>
                <a:lnTo>
                  <a:pt x="63408" y="1301479"/>
                </a:lnTo>
                <a:close/>
              </a:path>
              <a:path w="4359909" h="1712595">
                <a:moveTo>
                  <a:pt x="11619" y="1309430"/>
                </a:moveTo>
                <a:lnTo>
                  <a:pt x="13445" y="1301479"/>
                </a:lnTo>
                <a:lnTo>
                  <a:pt x="19255" y="1301810"/>
                </a:lnTo>
                <a:lnTo>
                  <a:pt x="11619" y="1309430"/>
                </a:lnTo>
                <a:close/>
              </a:path>
              <a:path w="4359909" h="1712595">
                <a:moveTo>
                  <a:pt x="0" y="1374357"/>
                </a:moveTo>
                <a:lnTo>
                  <a:pt x="0" y="1372370"/>
                </a:lnTo>
                <a:lnTo>
                  <a:pt x="4482" y="1373364"/>
                </a:lnTo>
                <a:lnTo>
                  <a:pt x="4482" y="1378167"/>
                </a:lnTo>
                <a:lnTo>
                  <a:pt x="0" y="1374357"/>
                </a:lnTo>
                <a:close/>
              </a:path>
              <a:path w="4359909" h="1712595">
                <a:moveTo>
                  <a:pt x="117188" y="1334109"/>
                </a:moveTo>
                <a:lnTo>
                  <a:pt x="123849" y="1335704"/>
                </a:lnTo>
                <a:lnTo>
                  <a:pt x="129388" y="1338250"/>
                </a:lnTo>
                <a:lnTo>
                  <a:pt x="132734" y="1343053"/>
                </a:lnTo>
                <a:lnTo>
                  <a:pt x="132625" y="1351334"/>
                </a:lnTo>
                <a:lnTo>
                  <a:pt x="129163" y="1346523"/>
                </a:lnTo>
                <a:lnTo>
                  <a:pt x="123802" y="1343621"/>
                </a:lnTo>
                <a:lnTo>
                  <a:pt x="119063" y="1340317"/>
                </a:lnTo>
                <a:lnTo>
                  <a:pt x="117188" y="1334109"/>
                </a:lnTo>
                <a:close/>
              </a:path>
              <a:path w="4359909" h="1712595">
                <a:moveTo>
                  <a:pt x="140260" y="1370382"/>
                </a:moveTo>
                <a:lnTo>
                  <a:pt x="143962" y="1368017"/>
                </a:lnTo>
                <a:lnTo>
                  <a:pt x="149079" y="1370465"/>
                </a:lnTo>
                <a:lnTo>
                  <a:pt x="154102" y="1375274"/>
                </a:lnTo>
                <a:lnTo>
                  <a:pt x="157523" y="1379989"/>
                </a:lnTo>
                <a:lnTo>
                  <a:pt x="149556" y="1378995"/>
                </a:lnTo>
                <a:lnTo>
                  <a:pt x="148560" y="1371045"/>
                </a:lnTo>
                <a:lnTo>
                  <a:pt x="140260" y="1370382"/>
                </a:lnTo>
                <a:close/>
              </a:path>
              <a:path w="4359909" h="1712595">
                <a:moveTo>
                  <a:pt x="110777" y="1490673"/>
                </a:moveTo>
                <a:lnTo>
                  <a:pt x="111656" y="1488281"/>
                </a:lnTo>
                <a:lnTo>
                  <a:pt x="117188" y="1489306"/>
                </a:lnTo>
                <a:lnTo>
                  <a:pt x="113103" y="1492381"/>
                </a:lnTo>
                <a:lnTo>
                  <a:pt x="110777" y="1490673"/>
                </a:lnTo>
                <a:close/>
              </a:path>
              <a:path w="4359909" h="1712595">
                <a:moveTo>
                  <a:pt x="3827210" y="23792"/>
                </a:moveTo>
                <a:lnTo>
                  <a:pt x="3830530" y="22632"/>
                </a:lnTo>
                <a:lnTo>
                  <a:pt x="3835509" y="23129"/>
                </a:lnTo>
                <a:lnTo>
                  <a:pt x="3835509" y="28926"/>
                </a:lnTo>
                <a:lnTo>
                  <a:pt x="3827874" y="28926"/>
                </a:lnTo>
                <a:lnTo>
                  <a:pt x="3827210" y="23792"/>
                </a:lnTo>
                <a:close/>
              </a:path>
              <a:path w="4359909" h="1712595">
                <a:moveTo>
                  <a:pt x="3933443" y="27105"/>
                </a:moveTo>
                <a:lnTo>
                  <a:pt x="3933941" y="24454"/>
                </a:lnTo>
                <a:lnTo>
                  <a:pt x="3938257" y="25448"/>
                </a:lnTo>
                <a:lnTo>
                  <a:pt x="3941079" y="25117"/>
                </a:lnTo>
                <a:lnTo>
                  <a:pt x="3939419" y="30583"/>
                </a:lnTo>
                <a:lnTo>
                  <a:pt x="3938257" y="27270"/>
                </a:lnTo>
                <a:lnTo>
                  <a:pt x="3933443" y="27105"/>
                </a:lnTo>
                <a:close/>
              </a:path>
              <a:path w="4359909" h="1712595">
                <a:moveTo>
                  <a:pt x="3978094" y="32902"/>
                </a:moveTo>
                <a:lnTo>
                  <a:pt x="3979256" y="33399"/>
                </a:lnTo>
                <a:lnTo>
                  <a:pt x="3980418" y="34061"/>
                </a:lnTo>
                <a:lnTo>
                  <a:pt x="3980916" y="34227"/>
                </a:lnTo>
                <a:lnTo>
                  <a:pt x="3980418" y="34144"/>
                </a:lnTo>
                <a:lnTo>
                  <a:pt x="3979588" y="33730"/>
                </a:lnTo>
                <a:lnTo>
                  <a:pt x="3978094" y="32902"/>
                </a:lnTo>
                <a:close/>
              </a:path>
              <a:path w="4359909" h="1712595">
                <a:moveTo>
                  <a:pt x="642544" y="1077544"/>
                </a:moveTo>
                <a:lnTo>
                  <a:pt x="643373" y="1071416"/>
                </a:lnTo>
                <a:lnTo>
                  <a:pt x="646859" y="1073238"/>
                </a:lnTo>
                <a:lnTo>
                  <a:pt x="650013" y="1075060"/>
                </a:lnTo>
                <a:lnTo>
                  <a:pt x="649183" y="1081023"/>
                </a:lnTo>
                <a:lnTo>
                  <a:pt x="645863" y="1079366"/>
                </a:lnTo>
                <a:lnTo>
                  <a:pt x="642544" y="1077544"/>
                </a:lnTo>
                <a:close/>
              </a:path>
              <a:path w="4359909" h="1712595">
                <a:moveTo>
                  <a:pt x="4203341" y="27640"/>
                </a:moveTo>
                <a:lnTo>
                  <a:pt x="4203341" y="25283"/>
                </a:lnTo>
                <a:lnTo>
                  <a:pt x="4210147" y="23626"/>
                </a:lnTo>
                <a:lnTo>
                  <a:pt x="4208155" y="30748"/>
                </a:lnTo>
                <a:lnTo>
                  <a:pt x="4203839" y="28595"/>
                </a:lnTo>
                <a:lnTo>
                  <a:pt x="4203341" y="27640"/>
                </a:lnTo>
                <a:close/>
              </a:path>
              <a:path w="4359909" h="1712595">
                <a:moveTo>
                  <a:pt x="4196702" y="23129"/>
                </a:moveTo>
                <a:lnTo>
                  <a:pt x="4197864" y="20645"/>
                </a:lnTo>
                <a:lnTo>
                  <a:pt x="4200851" y="19651"/>
                </a:lnTo>
                <a:lnTo>
                  <a:pt x="4204337" y="19320"/>
                </a:lnTo>
                <a:lnTo>
                  <a:pt x="4203341" y="25283"/>
                </a:lnTo>
                <a:lnTo>
                  <a:pt x="4203341" y="27640"/>
                </a:lnTo>
                <a:lnTo>
                  <a:pt x="4201681" y="24454"/>
                </a:lnTo>
                <a:lnTo>
                  <a:pt x="4196702" y="23129"/>
                </a:lnTo>
                <a:close/>
              </a:path>
              <a:path w="4359909" h="1712595">
                <a:moveTo>
                  <a:pt x="3846963" y="24454"/>
                </a:moveTo>
                <a:lnTo>
                  <a:pt x="3847129" y="21142"/>
                </a:lnTo>
                <a:lnTo>
                  <a:pt x="3851278" y="20314"/>
                </a:lnTo>
                <a:lnTo>
                  <a:pt x="3850780" y="23957"/>
                </a:lnTo>
                <a:lnTo>
                  <a:pt x="3850780" y="26884"/>
                </a:lnTo>
                <a:lnTo>
                  <a:pt x="3848457" y="26111"/>
                </a:lnTo>
                <a:lnTo>
                  <a:pt x="3846963" y="24454"/>
                </a:lnTo>
                <a:close/>
              </a:path>
              <a:path w="4359909" h="1712595">
                <a:moveTo>
                  <a:pt x="3850780" y="26884"/>
                </a:moveTo>
                <a:lnTo>
                  <a:pt x="3850780" y="23957"/>
                </a:lnTo>
                <a:lnTo>
                  <a:pt x="3850946" y="26939"/>
                </a:lnTo>
                <a:lnTo>
                  <a:pt x="3850780" y="26884"/>
                </a:lnTo>
                <a:close/>
              </a:path>
              <a:path w="4359909" h="1712595">
                <a:moveTo>
                  <a:pt x="3775089" y="28761"/>
                </a:moveTo>
                <a:lnTo>
                  <a:pt x="3777911" y="23129"/>
                </a:lnTo>
                <a:lnTo>
                  <a:pt x="3783721" y="23129"/>
                </a:lnTo>
                <a:lnTo>
                  <a:pt x="3786543" y="28761"/>
                </a:lnTo>
                <a:lnTo>
                  <a:pt x="3775089" y="28761"/>
                </a:lnTo>
                <a:close/>
              </a:path>
              <a:path w="4359909" h="1712595">
                <a:moveTo>
                  <a:pt x="3995025" y="48802"/>
                </a:moveTo>
                <a:lnTo>
                  <a:pt x="3996021" y="39361"/>
                </a:lnTo>
                <a:lnTo>
                  <a:pt x="4000669" y="42343"/>
                </a:lnTo>
                <a:lnTo>
                  <a:pt x="4001166" y="45490"/>
                </a:lnTo>
                <a:lnTo>
                  <a:pt x="3998843" y="45655"/>
                </a:lnTo>
                <a:lnTo>
                  <a:pt x="3998677" y="48140"/>
                </a:lnTo>
                <a:lnTo>
                  <a:pt x="3995025" y="48802"/>
                </a:lnTo>
                <a:close/>
              </a:path>
              <a:path w="4359909" h="1712595">
                <a:moveTo>
                  <a:pt x="3985232" y="44165"/>
                </a:moveTo>
                <a:lnTo>
                  <a:pt x="3985232" y="40355"/>
                </a:lnTo>
                <a:lnTo>
                  <a:pt x="3989049" y="40355"/>
                </a:lnTo>
                <a:lnTo>
                  <a:pt x="3989049" y="44165"/>
                </a:lnTo>
                <a:lnTo>
                  <a:pt x="3985232" y="44165"/>
                </a:lnTo>
                <a:close/>
              </a:path>
              <a:path w="4359909" h="1712595">
                <a:moveTo>
                  <a:pt x="3921824" y="34061"/>
                </a:moveTo>
                <a:lnTo>
                  <a:pt x="3921990" y="30748"/>
                </a:lnTo>
                <a:lnTo>
                  <a:pt x="3924314" y="31577"/>
                </a:lnTo>
                <a:lnTo>
                  <a:pt x="3925973" y="33233"/>
                </a:lnTo>
                <a:lnTo>
                  <a:pt x="3925808" y="36546"/>
                </a:lnTo>
                <a:lnTo>
                  <a:pt x="3923484" y="35717"/>
                </a:lnTo>
                <a:lnTo>
                  <a:pt x="3921824" y="34061"/>
                </a:lnTo>
                <a:close/>
              </a:path>
              <a:path w="4359909" h="1712595">
                <a:moveTo>
                  <a:pt x="4144747" y="23129"/>
                </a:moveTo>
                <a:lnTo>
                  <a:pt x="4152510" y="25940"/>
                </a:lnTo>
                <a:lnTo>
                  <a:pt x="4158545" y="30459"/>
                </a:lnTo>
                <a:lnTo>
                  <a:pt x="4161997" y="37524"/>
                </a:lnTo>
                <a:lnTo>
                  <a:pt x="4162010" y="47974"/>
                </a:lnTo>
                <a:lnTo>
                  <a:pt x="4155485" y="43952"/>
                </a:lnTo>
                <a:lnTo>
                  <a:pt x="4150266" y="38657"/>
                </a:lnTo>
                <a:lnTo>
                  <a:pt x="4146604" y="31809"/>
                </a:lnTo>
                <a:lnTo>
                  <a:pt x="4144747" y="23129"/>
                </a:lnTo>
                <a:close/>
              </a:path>
              <a:path w="4359909" h="1712595">
                <a:moveTo>
                  <a:pt x="3977762" y="32902"/>
                </a:moveTo>
                <a:lnTo>
                  <a:pt x="3977928" y="32902"/>
                </a:lnTo>
                <a:lnTo>
                  <a:pt x="3977762" y="32902"/>
                </a:lnTo>
                <a:close/>
              </a:path>
              <a:path w="4359909" h="1712595">
                <a:moveTo>
                  <a:pt x="3977624" y="32736"/>
                </a:moveTo>
                <a:lnTo>
                  <a:pt x="3977762" y="32736"/>
                </a:lnTo>
                <a:lnTo>
                  <a:pt x="3977624" y="32736"/>
                </a:lnTo>
                <a:close/>
              </a:path>
              <a:path w="4359909" h="1712595">
                <a:moveTo>
                  <a:pt x="3974442" y="31080"/>
                </a:moveTo>
                <a:lnTo>
                  <a:pt x="3976102" y="31908"/>
                </a:lnTo>
                <a:lnTo>
                  <a:pt x="3977624" y="32736"/>
                </a:lnTo>
                <a:lnTo>
                  <a:pt x="3974442" y="31080"/>
                </a:lnTo>
                <a:close/>
              </a:path>
              <a:path w="4359909" h="1712595">
                <a:moveTo>
                  <a:pt x="3766665" y="37291"/>
                </a:moveTo>
                <a:lnTo>
                  <a:pt x="3767615" y="35272"/>
                </a:lnTo>
                <a:lnTo>
                  <a:pt x="3770276" y="38533"/>
                </a:lnTo>
                <a:lnTo>
                  <a:pt x="3767521" y="39931"/>
                </a:lnTo>
                <a:lnTo>
                  <a:pt x="3766665" y="37291"/>
                </a:lnTo>
                <a:close/>
              </a:path>
              <a:path w="4359909" h="1712595">
                <a:moveTo>
                  <a:pt x="462943" y="1000525"/>
                </a:moveTo>
                <a:lnTo>
                  <a:pt x="467938" y="1005717"/>
                </a:lnTo>
                <a:lnTo>
                  <a:pt x="472700" y="1017901"/>
                </a:lnTo>
                <a:lnTo>
                  <a:pt x="476388" y="1019739"/>
                </a:lnTo>
                <a:lnTo>
                  <a:pt x="481202" y="1019904"/>
                </a:lnTo>
                <a:lnTo>
                  <a:pt x="476886" y="1026198"/>
                </a:lnTo>
                <a:lnTo>
                  <a:pt x="476388" y="1027358"/>
                </a:lnTo>
                <a:lnTo>
                  <a:pt x="470389" y="1023282"/>
                </a:lnTo>
                <a:lnTo>
                  <a:pt x="466865" y="1016737"/>
                </a:lnTo>
                <a:lnTo>
                  <a:pt x="464741" y="1008794"/>
                </a:lnTo>
                <a:lnTo>
                  <a:pt x="462943" y="1000525"/>
                </a:lnTo>
                <a:close/>
              </a:path>
              <a:path w="4359909" h="1712595">
                <a:moveTo>
                  <a:pt x="16765" y="1024873"/>
                </a:moveTo>
                <a:lnTo>
                  <a:pt x="17595" y="1021892"/>
                </a:lnTo>
                <a:lnTo>
                  <a:pt x="19255" y="1019739"/>
                </a:lnTo>
                <a:lnTo>
                  <a:pt x="22409" y="1019407"/>
                </a:lnTo>
                <a:lnTo>
                  <a:pt x="23072" y="1032327"/>
                </a:lnTo>
                <a:lnTo>
                  <a:pt x="17263" y="1029345"/>
                </a:lnTo>
                <a:lnTo>
                  <a:pt x="16765" y="1024873"/>
                </a:lnTo>
                <a:close/>
              </a:path>
              <a:path w="4359909" h="1712595">
                <a:moveTo>
                  <a:pt x="318201" y="1033817"/>
                </a:moveTo>
                <a:lnTo>
                  <a:pt x="326500" y="1035143"/>
                </a:lnTo>
                <a:lnTo>
                  <a:pt x="327994" y="1036799"/>
                </a:lnTo>
                <a:lnTo>
                  <a:pt x="328658" y="1039449"/>
                </a:lnTo>
                <a:lnTo>
                  <a:pt x="328492" y="1042762"/>
                </a:lnTo>
                <a:lnTo>
                  <a:pt x="320691" y="1044749"/>
                </a:lnTo>
                <a:lnTo>
                  <a:pt x="318201" y="1033817"/>
                </a:lnTo>
                <a:close/>
              </a:path>
              <a:path w="4359909" h="1712595">
                <a:moveTo>
                  <a:pt x="366750" y="1005274"/>
                </a:moveTo>
                <a:lnTo>
                  <a:pt x="368828" y="1006322"/>
                </a:lnTo>
                <a:lnTo>
                  <a:pt x="369878" y="1008395"/>
                </a:lnTo>
                <a:lnTo>
                  <a:pt x="368143" y="1007006"/>
                </a:lnTo>
                <a:lnTo>
                  <a:pt x="366750" y="1005274"/>
                </a:lnTo>
                <a:close/>
              </a:path>
              <a:path w="4359909" h="1712595">
                <a:moveTo>
                  <a:pt x="228567" y="1036965"/>
                </a:moveTo>
                <a:lnTo>
                  <a:pt x="228899" y="1034811"/>
                </a:lnTo>
                <a:lnTo>
                  <a:pt x="232052" y="1035474"/>
                </a:lnTo>
                <a:lnTo>
                  <a:pt x="234376" y="1035143"/>
                </a:lnTo>
                <a:lnTo>
                  <a:pt x="235704" y="1041437"/>
                </a:lnTo>
                <a:lnTo>
                  <a:pt x="230393" y="1038124"/>
                </a:lnTo>
                <a:lnTo>
                  <a:pt x="228567" y="1036965"/>
                </a:lnTo>
                <a:close/>
              </a:path>
              <a:path w="4359909" h="1712595">
                <a:moveTo>
                  <a:pt x="974522" y="319114"/>
                </a:moveTo>
                <a:lnTo>
                  <a:pt x="975684" y="313151"/>
                </a:lnTo>
                <a:lnTo>
                  <a:pt x="977178" y="312986"/>
                </a:lnTo>
                <a:lnTo>
                  <a:pt x="979667" y="314476"/>
                </a:lnTo>
                <a:lnTo>
                  <a:pt x="974522" y="319114"/>
                </a:lnTo>
                <a:close/>
              </a:path>
              <a:path w="4359909" h="1712595">
                <a:moveTo>
                  <a:pt x="3804801" y="27270"/>
                </a:moveTo>
                <a:lnTo>
                  <a:pt x="3806627" y="19320"/>
                </a:lnTo>
                <a:lnTo>
                  <a:pt x="3812437" y="19651"/>
                </a:lnTo>
                <a:lnTo>
                  <a:pt x="3804801" y="27270"/>
                </a:lnTo>
                <a:close/>
              </a:path>
              <a:path w="4359909" h="1712595">
                <a:moveTo>
                  <a:pt x="224749" y="410543"/>
                </a:moveTo>
                <a:lnTo>
                  <a:pt x="226741" y="402593"/>
                </a:lnTo>
                <a:lnTo>
                  <a:pt x="232385" y="403090"/>
                </a:lnTo>
                <a:lnTo>
                  <a:pt x="224749" y="410543"/>
                </a:lnTo>
                <a:close/>
              </a:path>
              <a:path w="4359909" h="1712595">
                <a:moveTo>
                  <a:pt x="386090" y="358535"/>
                </a:moveTo>
                <a:lnTo>
                  <a:pt x="386090" y="357872"/>
                </a:lnTo>
                <a:lnTo>
                  <a:pt x="387086" y="357210"/>
                </a:lnTo>
                <a:lnTo>
                  <a:pt x="391900" y="356878"/>
                </a:lnTo>
                <a:lnTo>
                  <a:pt x="392896" y="362675"/>
                </a:lnTo>
                <a:lnTo>
                  <a:pt x="387916" y="359694"/>
                </a:lnTo>
                <a:lnTo>
                  <a:pt x="386090" y="358535"/>
                </a:lnTo>
                <a:close/>
              </a:path>
              <a:path w="4359909" h="1712595">
                <a:moveTo>
                  <a:pt x="14441" y="994728"/>
                </a:moveTo>
                <a:lnTo>
                  <a:pt x="15437" y="989097"/>
                </a:lnTo>
                <a:lnTo>
                  <a:pt x="23238" y="987109"/>
                </a:lnTo>
                <a:lnTo>
                  <a:pt x="24898" y="991250"/>
                </a:lnTo>
                <a:lnTo>
                  <a:pt x="26890" y="994894"/>
                </a:lnTo>
                <a:lnTo>
                  <a:pt x="24234" y="999200"/>
                </a:lnTo>
                <a:lnTo>
                  <a:pt x="14441" y="994728"/>
                </a:lnTo>
                <a:close/>
              </a:path>
              <a:path w="4359909" h="1712595">
                <a:moveTo>
                  <a:pt x="197361" y="939738"/>
                </a:moveTo>
                <a:lnTo>
                  <a:pt x="197859" y="935432"/>
                </a:lnTo>
                <a:lnTo>
                  <a:pt x="203668" y="933444"/>
                </a:lnTo>
                <a:lnTo>
                  <a:pt x="201179" y="939738"/>
                </a:lnTo>
                <a:lnTo>
                  <a:pt x="201179" y="942976"/>
                </a:lnTo>
                <a:lnTo>
                  <a:pt x="198357" y="942554"/>
                </a:lnTo>
                <a:lnTo>
                  <a:pt x="197361" y="939738"/>
                </a:lnTo>
                <a:close/>
              </a:path>
              <a:path w="4359909" h="1712595">
                <a:moveTo>
                  <a:pt x="201179" y="942976"/>
                </a:moveTo>
                <a:lnTo>
                  <a:pt x="201179" y="939738"/>
                </a:lnTo>
                <a:lnTo>
                  <a:pt x="201677" y="943051"/>
                </a:lnTo>
                <a:lnTo>
                  <a:pt x="201179" y="942976"/>
                </a:lnTo>
                <a:close/>
              </a:path>
              <a:path w="4359909" h="1712595">
                <a:moveTo>
                  <a:pt x="115030" y="799282"/>
                </a:moveTo>
                <a:lnTo>
                  <a:pt x="122997" y="801270"/>
                </a:lnTo>
                <a:lnTo>
                  <a:pt x="121835" y="802926"/>
                </a:lnTo>
                <a:lnTo>
                  <a:pt x="120840" y="804417"/>
                </a:lnTo>
                <a:lnTo>
                  <a:pt x="120840" y="806976"/>
                </a:lnTo>
                <a:lnTo>
                  <a:pt x="117686" y="805245"/>
                </a:lnTo>
                <a:lnTo>
                  <a:pt x="115030" y="799282"/>
                </a:lnTo>
                <a:close/>
              </a:path>
              <a:path w="4359909" h="1712595">
                <a:moveTo>
                  <a:pt x="120840" y="806976"/>
                </a:moveTo>
                <a:lnTo>
                  <a:pt x="120840" y="804417"/>
                </a:lnTo>
                <a:lnTo>
                  <a:pt x="121006" y="807067"/>
                </a:lnTo>
                <a:lnTo>
                  <a:pt x="120840" y="806976"/>
                </a:lnTo>
                <a:close/>
              </a:path>
              <a:path w="4359909" h="1712595">
                <a:moveTo>
                  <a:pt x="111545" y="801601"/>
                </a:moveTo>
                <a:lnTo>
                  <a:pt x="113370" y="793651"/>
                </a:lnTo>
                <a:lnTo>
                  <a:pt x="119014" y="793982"/>
                </a:lnTo>
                <a:lnTo>
                  <a:pt x="111545" y="801601"/>
                </a:lnTo>
                <a:close/>
              </a:path>
              <a:path w="4359909" h="1712595">
                <a:moveTo>
                  <a:pt x="70545" y="794148"/>
                </a:moveTo>
                <a:lnTo>
                  <a:pt x="71043" y="789841"/>
                </a:lnTo>
                <a:lnTo>
                  <a:pt x="74363" y="790172"/>
                </a:lnTo>
                <a:lnTo>
                  <a:pt x="75359" y="793154"/>
                </a:lnTo>
                <a:lnTo>
                  <a:pt x="74861" y="797460"/>
                </a:lnTo>
                <a:lnTo>
                  <a:pt x="71541" y="796963"/>
                </a:lnTo>
                <a:lnTo>
                  <a:pt x="70545" y="794148"/>
                </a:lnTo>
                <a:close/>
              </a:path>
              <a:path w="4359909" h="1712595">
                <a:moveTo>
                  <a:pt x="34526" y="799282"/>
                </a:moveTo>
                <a:lnTo>
                  <a:pt x="34526" y="795473"/>
                </a:lnTo>
                <a:lnTo>
                  <a:pt x="37679" y="794976"/>
                </a:lnTo>
                <a:lnTo>
                  <a:pt x="37846" y="797295"/>
                </a:lnTo>
                <a:lnTo>
                  <a:pt x="40335" y="797460"/>
                </a:lnTo>
                <a:lnTo>
                  <a:pt x="39339" y="801435"/>
                </a:lnTo>
                <a:lnTo>
                  <a:pt x="37348" y="801435"/>
                </a:lnTo>
                <a:lnTo>
                  <a:pt x="34526" y="799282"/>
                </a:lnTo>
                <a:close/>
              </a:path>
              <a:path w="4359909" h="1712595">
                <a:moveTo>
                  <a:pt x="182422" y="793651"/>
                </a:moveTo>
                <a:lnTo>
                  <a:pt x="190223" y="795307"/>
                </a:lnTo>
                <a:lnTo>
                  <a:pt x="187734" y="803423"/>
                </a:lnTo>
                <a:lnTo>
                  <a:pt x="185244" y="804199"/>
                </a:lnTo>
                <a:lnTo>
                  <a:pt x="185244" y="799117"/>
                </a:lnTo>
                <a:lnTo>
                  <a:pt x="182422" y="793651"/>
                </a:lnTo>
                <a:close/>
              </a:path>
              <a:path w="4359909" h="1712595">
                <a:moveTo>
                  <a:pt x="177276" y="803257"/>
                </a:moveTo>
                <a:lnTo>
                  <a:pt x="185244" y="799117"/>
                </a:lnTo>
                <a:lnTo>
                  <a:pt x="185244" y="804199"/>
                </a:lnTo>
                <a:lnTo>
                  <a:pt x="182422" y="805079"/>
                </a:lnTo>
                <a:lnTo>
                  <a:pt x="177276" y="803257"/>
                </a:lnTo>
                <a:close/>
              </a:path>
              <a:path w="4359909" h="1712595">
                <a:moveTo>
                  <a:pt x="251639" y="784044"/>
                </a:moveTo>
                <a:lnTo>
                  <a:pt x="254959" y="785700"/>
                </a:lnTo>
                <a:lnTo>
                  <a:pt x="255789" y="790007"/>
                </a:lnTo>
                <a:lnTo>
                  <a:pt x="255457" y="795473"/>
                </a:lnTo>
                <a:lnTo>
                  <a:pt x="252802" y="793154"/>
                </a:lnTo>
                <a:lnTo>
                  <a:pt x="251806" y="789013"/>
                </a:lnTo>
                <a:lnTo>
                  <a:pt x="251639" y="784044"/>
                </a:lnTo>
                <a:close/>
              </a:path>
              <a:path w="4359909" h="1712595">
                <a:moveTo>
                  <a:pt x="301436" y="778247"/>
                </a:moveTo>
                <a:lnTo>
                  <a:pt x="306346" y="779782"/>
                </a:lnTo>
                <a:lnTo>
                  <a:pt x="308843" y="783444"/>
                </a:lnTo>
                <a:lnTo>
                  <a:pt x="311497" y="785956"/>
                </a:lnTo>
                <a:lnTo>
                  <a:pt x="316873" y="784044"/>
                </a:lnTo>
                <a:lnTo>
                  <a:pt x="312874" y="787866"/>
                </a:lnTo>
                <a:lnTo>
                  <a:pt x="307536" y="787295"/>
                </a:lnTo>
                <a:lnTo>
                  <a:pt x="303008" y="783648"/>
                </a:lnTo>
                <a:lnTo>
                  <a:pt x="301436" y="778247"/>
                </a:lnTo>
                <a:close/>
              </a:path>
              <a:path w="4359909" h="1712595">
                <a:moveTo>
                  <a:pt x="70957" y="771402"/>
                </a:moveTo>
                <a:lnTo>
                  <a:pt x="73035" y="772450"/>
                </a:lnTo>
                <a:lnTo>
                  <a:pt x="74085" y="774523"/>
                </a:lnTo>
                <a:lnTo>
                  <a:pt x="72350" y="773133"/>
                </a:lnTo>
                <a:lnTo>
                  <a:pt x="70957" y="771402"/>
                </a:lnTo>
                <a:close/>
              </a:path>
              <a:path w="4359909" h="1712595">
                <a:moveTo>
                  <a:pt x="246494" y="777584"/>
                </a:moveTo>
                <a:lnTo>
                  <a:pt x="247822" y="776259"/>
                </a:lnTo>
                <a:lnTo>
                  <a:pt x="248651" y="775597"/>
                </a:lnTo>
                <a:lnTo>
                  <a:pt x="246494" y="777584"/>
                </a:lnTo>
                <a:close/>
              </a:path>
              <a:path w="4359909" h="1712595">
                <a:moveTo>
                  <a:pt x="51125" y="810389"/>
                </a:moveTo>
                <a:lnTo>
                  <a:pt x="51125" y="807233"/>
                </a:lnTo>
                <a:lnTo>
                  <a:pt x="51955" y="810876"/>
                </a:lnTo>
                <a:lnTo>
                  <a:pt x="51125" y="810389"/>
                </a:lnTo>
                <a:close/>
              </a:path>
              <a:path w="4359909" h="1712595">
                <a:moveTo>
                  <a:pt x="45813" y="807895"/>
                </a:moveTo>
                <a:lnTo>
                  <a:pt x="46145" y="803257"/>
                </a:lnTo>
                <a:lnTo>
                  <a:pt x="51290" y="802595"/>
                </a:lnTo>
                <a:lnTo>
                  <a:pt x="51125" y="807233"/>
                </a:lnTo>
                <a:lnTo>
                  <a:pt x="51125" y="810389"/>
                </a:lnTo>
                <a:lnTo>
                  <a:pt x="49133" y="809220"/>
                </a:lnTo>
                <a:lnTo>
                  <a:pt x="45813" y="807895"/>
                </a:lnTo>
                <a:close/>
              </a:path>
              <a:path w="4359909" h="1712595">
                <a:moveTo>
                  <a:pt x="161068" y="846953"/>
                </a:moveTo>
                <a:lnTo>
                  <a:pt x="161673" y="844334"/>
                </a:lnTo>
                <a:lnTo>
                  <a:pt x="161673" y="841555"/>
                </a:lnTo>
                <a:lnTo>
                  <a:pt x="165823" y="842015"/>
                </a:lnTo>
                <a:lnTo>
                  <a:pt x="165823" y="846653"/>
                </a:lnTo>
                <a:lnTo>
                  <a:pt x="163167" y="849137"/>
                </a:lnTo>
                <a:lnTo>
                  <a:pt x="161673" y="848839"/>
                </a:lnTo>
                <a:lnTo>
                  <a:pt x="161673" y="844334"/>
                </a:lnTo>
                <a:lnTo>
                  <a:pt x="161341" y="841518"/>
                </a:lnTo>
                <a:lnTo>
                  <a:pt x="161341" y="848773"/>
                </a:lnTo>
                <a:lnTo>
                  <a:pt x="161175" y="848740"/>
                </a:lnTo>
                <a:lnTo>
                  <a:pt x="161175" y="846984"/>
                </a:lnTo>
                <a:close/>
              </a:path>
              <a:path w="4359909" h="1712595">
                <a:moveTo>
                  <a:pt x="160677" y="848641"/>
                </a:moveTo>
                <a:lnTo>
                  <a:pt x="161051" y="847026"/>
                </a:lnTo>
                <a:lnTo>
                  <a:pt x="161175" y="848740"/>
                </a:lnTo>
                <a:lnTo>
                  <a:pt x="160677" y="848641"/>
                </a:lnTo>
                <a:close/>
              </a:path>
              <a:path w="4359909" h="1712595">
                <a:moveTo>
                  <a:pt x="153042" y="847812"/>
                </a:moveTo>
                <a:lnTo>
                  <a:pt x="155532" y="845328"/>
                </a:lnTo>
                <a:lnTo>
                  <a:pt x="161068" y="846953"/>
                </a:lnTo>
                <a:lnTo>
                  <a:pt x="157690" y="848144"/>
                </a:lnTo>
                <a:lnTo>
                  <a:pt x="157523" y="852947"/>
                </a:lnTo>
                <a:lnTo>
                  <a:pt x="154370" y="851125"/>
                </a:lnTo>
                <a:lnTo>
                  <a:pt x="153042" y="847812"/>
                </a:lnTo>
                <a:close/>
              </a:path>
              <a:path w="4359909" h="1712595">
                <a:moveTo>
                  <a:pt x="343763" y="778247"/>
                </a:moveTo>
                <a:lnTo>
                  <a:pt x="343763" y="772450"/>
                </a:lnTo>
                <a:lnTo>
                  <a:pt x="347581" y="772450"/>
                </a:lnTo>
                <a:lnTo>
                  <a:pt x="348245" y="776425"/>
                </a:lnTo>
                <a:lnTo>
                  <a:pt x="347249" y="778578"/>
                </a:lnTo>
                <a:lnTo>
                  <a:pt x="343763" y="778247"/>
                </a:lnTo>
                <a:close/>
              </a:path>
              <a:path w="4359909" h="1712595">
                <a:moveTo>
                  <a:pt x="330484" y="837709"/>
                </a:moveTo>
                <a:lnTo>
                  <a:pt x="334966" y="838868"/>
                </a:lnTo>
                <a:lnTo>
                  <a:pt x="335630" y="844003"/>
                </a:lnTo>
                <a:lnTo>
                  <a:pt x="340111" y="845328"/>
                </a:lnTo>
                <a:lnTo>
                  <a:pt x="338949" y="846984"/>
                </a:lnTo>
                <a:lnTo>
                  <a:pt x="337953" y="848475"/>
                </a:lnTo>
                <a:lnTo>
                  <a:pt x="337953" y="851027"/>
                </a:lnTo>
                <a:lnTo>
                  <a:pt x="333638" y="848475"/>
                </a:lnTo>
                <a:lnTo>
                  <a:pt x="332476" y="842512"/>
                </a:lnTo>
                <a:lnTo>
                  <a:pt x="330484" y="837709"/>
                </a:lnTo>
                <a:close/>
              </a:path>
              <a:path w="4359909" h="1712595">
                <a:moveTo>
                  <a:pt x="337953" y="851027"/>
                </a:moveTo>
                <a:lnTo>
                  <a:pt x="337953" y="848475"/>
                </a:lnTo>
                <a:lnTo>
                  <a:pt x="338120" y="851125"/>
                </a:lnTo>
                <a:lnTo>
                  <a:pt x="337953" y="851027"/>
                </a:lnTo>
                <a:close/>
              </a:path>
              <a:path w="4359909" h="1712595">
                <a:moveTo>
                  <a:pt x="76510" y="840131"/>
                </a:moveTo>
                <a:lnTo>
                  <a:pt x="78845" y="837709"/>
                </a:lnTo>
                <a:lnTo>
                  <a:pt x="80432" y="839572"/>
                </a:lnTo>
                <a:lnTo>
                  <a:pt x="78347" y="840566"/>
                </a:lnTo>
                <a:lnTo>
                  <a:pt x="76510" y="840131"/>
                </a:lnTo>
                <a:close/>
              </a:path>
              <a:path w="4359909" h="1712595">
                <a:moveTo>
                  <a:pt x="82662" y="847150"/>
                </a:moveTo>
                <a:lnTo>
                  <a:pt x="82662" y="843340"/>
                </a:lnTo>
                <a:lnTo>
                  <a:pt x="84156" y="843837"/>
                </a:lnTo>
                <a:lnTo>
                  <a:pt x="84488" y="842678"/>
                </a:lnTo>
                <a:lnTo>
                  <a:pt x="84654" y="841353"/>
                </a:lnTo>
                <a:lnTo>
                  <a:pt x="88306" y="840690"/>
                </a:lnTo>
                <a:lnTo>
                  <a:pt x="87310" y="850131"/>
                </a:lnTo>
                <a:lnTo>
                  <a:pt x="82662" y="847150"/>
                </a:lnTo>
                <a:close/>
              </a:path>
              <a:path w="4359909" h="1712595">
                <a:moveTo>
                  <a:pt x="183252" y="809883"/>
                </a:moveTo>
                <a:lnTo>
                  <a:pt x="186240" y="806901"/>
                </a:lnTo>
                <a:lnTo>
                  <a:pt x="191552" y="809386"/>
                </a:lnTo>
                <a:lnTo>
                  <a:pt x="189227" y="812533"/>
                </a:lnTo>
                <a:lnTo>
                  <a:pt x="188231" y="816508"/>
                </a:lnTo>
                <a:lnTo>
                  <a:pt x="184911" y="814852"/>
                </a:lnTo>
                <a:lnTo>
                  <a:pt x="183252" y="809883"/>
                </a:lnTo>
                <a:close/>
              </a:path>
              <a:path w="4359909" h="1712595">
                <a:moveTo>
                  <a:pt x="132459" y="842512"/>
                </a:moveTo>
                <a:lnTo>
                  <a:pt x="132459" y="827108"/>
                </a:lnTo>
                <a:lnTo>
                  <a:pt x="138269" y="829924"/>
                </a:lnTo>
                <a:lnTo>
                  <a:pt x="139431" y="831084"/>
                </a:lnTo>
                <a:lnTo>
                  <a:pt x="142750" y="839034"/>
                </a:lnTo>
                <a:lnTo>
                  <a:pt x="138269" y="839531"/>
                </a:lnTo>
                <a:lnTo>
                  <a:pt x="132459" y="842512"/>
                </a:lnTo>
                <a:close/>
              </a:path>
              <a:path w="4359909" h="1712595">
                <a:moveTo>
                  <a:pt x="69217" y="833734"/>
                </a:moveTo>
                <a:lnTo>
                  <a:pt x="69715" y="831746"/>
                </a:lnTo>
                <a:lnTo>
                  <a:pt x="73035" y="832574"/>
                </a:lnTo>
                <a:lnTo>
                  <a:pt x="73035" y="829924"/>
                </a:lnTo>
                <a:lnTo>
                  <a:pt x="75359" y="830255"/>
                </a:lnTo>
                <a:lnTo>
                  <a:pt x="74695" y="833402"/>
                </a:lnTo>
                <a:lnTo>
                  <a:pt x="74695" y="835773"/>
                </a:lnTo>
                <a:lnTo>
                  <a:pt x="71873" y="836218"/>
                </a:lnTo>
                <a:lnTo>
                  <a:pt x="71707" y="833899"/>
                </a:lnTo>
                <a:lnTo>
                  <a:pt x="69217" y="833734"/>
                </a:lnTo>
                <a:close/>
              </a:path>
              <a:path w="4359909" h="1712595">
                <a:moveTo>
                  <a:pt x="74695" y="835773"/>
                </a:moveTo>
                <a:lnTo>
                  <a:pt x="74695" y="833402"/>
                </a:lnTo>
                <a:lnTo>
                  <a:pt x="75027" y="835721"/>
                </a:lnTo>
                <a:lnTo>
                  <a:pt x="74695" y="835773"/>
                </a:lnTo>
                <a:close/>
              </a:path>
              <a:path w="4359909" h="1712595">
                <a:moveTo>
                  <a:pt x="55772" y="812864"/>
                </a:moveTo>
                <a:lnTo>
                  <a:pt x="62412" y="813195"/>
                </a:lnTo>
                <a:lnTo>
                  <a:pt x="64238" y="818496"/>
                </a:lnTo>
                <a:lnTo>
                  <a:pt x="65400" y="824293"/>
                </a:lnTo>
                <a:lnTo>
                  <a:pt x="60088" y="822471"/>
                </a:lnTo>
                <a:lnTo>
                  <a:pt x="56104" y="819489"/>
                </a:lnTo>
                <a:lnTo>
                  <a:pt x="55772" y="812864"/>
                </a:lnTo>
                <a:close/>
              </a:path>
              <a:path w="4359909" h="1712595">
                <a:moveTo>
                  <a:pt x="339780" y="820317"/>
                </a:moveTo>
                <a:lnTo>
                  <a:pt x="345091" y="822305"/>
                </a:lnTo>
                <a:lnTo>
                  <a:pt x="349739" y="824624"/>
                </a:lnTo>
                <a:lnTo>
                  <a:pt x="355216" y="826115"/>
                </a:lnTo>
                <a:lnTo>
                  <a:pt x="354055" y="829924"/>
                </a:lnTo>
                <a:lnTo>
                  <a:pt x="345589" y="826611"/>
                </a:lnTo>
                <a:lnTo>
                  <a:pt x="345589" y="832178"/>
                </a:lnTo>
                <a:lnTo>
                  <a:pt x="343763" y="830752"/>
                </a:lnTo>
                <a:lnTo>
                  <a:pt x="339945" y="827440"/>
                </a:lnTo>
                <a:lnTo>
                  <a:pt x="339780" y="820317"/>
                </a:lnTo>
                <a:close/>
              </a:path>
              <a:path w="4359909" h="1712595">
                <a:moveTo>
                  <a:pt x="345589" y="832178"/>
                </a:moveTo>
                <a:lnTo>
                  <a:pt x="345589" y="826611"/>
                </a:lnTo>
                <a:lnTo>
                  <a:pt x="347581" y="833734"/>
                </a:lnTo>
                <a:lnTo>
                  <a:pt x="345589" y="832178"/>
                </a:lnTo>
                <a:close/>
              </a:path>
              <a:path w="4359909" h="1712595">
                <a:moveTo>
                  <a:pt x="0" y="829924"/>
                </a:moveTo>
                <a:lnTo>
                  <a:pt x="0" y="826115"/>
                </a:lnTo>
                <a:lnTo>
                  <a:pt x="3486" y="825949"/>
                </a:lnTo>
                <a:lnTo>
                  <a:pt x="4482" y="828102"/>
                </a:lnTo>
                <a:lnTo>
                  <a:pt x="3817" y="831912"/>
                </a:lnTo>
                <a:lnTo>
                  <a:pt x="1992" y="831912"/>
                </a:lnTo>
                <a:lnTo>
                  <a:pt x="1660" y="830421"/>
                </a:lnTo>
                <a:lnTo>
                  <a:pt x="0" y="829924"/>
                </a:lnTo>
                <a:close/>
              </a:path>
              <a:path w="4359909" h="1712595">
                <a:moveTo>
                  <a:pt x="101596" y="778586"/>
                </a:moveTo>
                <a:lnTo>
                  <a:pt x="102374" y="775907"/>
                </a:lnTo>
                <a:lnTo>
                  <a:pt x="103837" y="776303"/>
                </a:lnTo>
                <a:lnTo>
                  <a:pt x="103743" y="782056"/>
                </a:lnTo>
                <a:lnTo>
                  <a:pt x="101596" y="778586"/>
                </a:lnTo>
                <a:close/>
              </a:path>
              <a:path w="4359909" h="1712595">
                <a:moveTo>
                  <a:pt x="3581951" y="692801"/>
                </a:moveTo>
                <a:lnTo>
                  <a:pt x="3582044" y="688143"/>
                </a:lnTo>
                <a:lnTo>
                  <a:pt x="3584192" y="690565"/>
                </a:lnTo>
                <a:lnTo>
                  <a:pt x="3583414" y="692863"/>
                </a:lnTo>
                <a:lnTo>
                  <a:pt x="3581951" y="692801"/>
                </a:lnTo>
                <a:close/>
              </a:path>
              <a:path w="4359909" h="1712595">
                <a:moveTo>
                  <a:pt x="174289" y="679696"/>
                </a:moveTo>
                <a:lnTo>
                  <a:pt x="174786" y="672905"/>
                </a:lnTo>
                <a:lnTo>
                  <a:pt x="183584" y="673733"/>
                </a:lnTo>
                <a:lnTo>
                  <a:pt x="182090" y="679033"/>
                </a:lnTo>
                <a:lnTo>
                  <a:pt x="180596" y="686321"/>
                </a:lnTo>
                <a:lnTo>
                  <a:pt x="176114" y="684333"/>
                </a:lnTo>
                <a:lnTo>
                  <a:pt x="174289" y="679696"/>
                </a:lnTo>
                <a:close/>
              </a:path>
              <a:path w="4359909" h="1712595">
                <a:moveTo>
                  <a:pt x="500291" y="677874"/>
                </a:moveTo>
                <a:lnTo>
                  <a:pt x="504939" y="671248"/>
                </a:lnTo>
                <a:lnTo>
                  <a:pt x="508923" y="672905"/>
                </a:lnTo>
                <a:lnTo>
                  <a:pt x="510084" y="677046"/>
                </a:lnTo>
                <a:lnTo>
                  <a:pt x="505271" y="675555"/>
                </a:lnTo>
                <a:lnTo>
                  <a:pt x="505105" y="678702"/>
                </a:lnTo>
                <a:lnTo>
                  <a:pt x="500291" y="677874"/>
                </a:lnTo>
                <a:close/>
              </a:path>
              <a:path w="4359909" h="1712595">
                <a:moveTo>
                  <a:pt x="235870" y="724913"/>
                </a:moveTo>
                <a:lnTo>
                  <a:pt x="236202" y="724582"/>
                </a:lnTo>
                <a:lnTo>
                  <a:pt x="236036" y="724748"/>
                </a:lnTo>
                <a:lnTo>
                  <a:pt x="236036" y="724913"/>
                </a:lnTo>
                <a:lnTo>
                  <a:pt x="235870" y="724913"/>
                </a:lnTo>
                <a:close/>
              </a:path>
              <a:path w="4359909" h="1712595">
                <a:moveTo>
                  <a:pt x="541537" y="675666"/>
                </a:moveTo>
                <a:lnTo>
                  <a:pt x="543614" y="676714"/>
                </a:lnTo>
                <a:lnTo>
                  <a:pt x="544665" y="678787"/>
                </a:lnTo>
                <a:lnTo>
                  <a:pt x="542929" y="677398"/>
                </a:lnTo>
                <a:lnTo>
                  <a:pt x="541537" y="675666"/>
                </a:lnTo>
                <a:close/>
              </a:path>
              <a:path w="4359909" h="1712595">
                <a:moveTo>
                  <a:pt x="333638" y="726570"/>
                </a:moveTo>
                <a:lnTo>
                  <a:pt x="335464" y="717625"/>
                </a:lnTo>
                <a:lnTo>
                  <a:pt x="336127" y="711166"/>
                </a:lnTo>
                <a:lnTo>
                  <a:pt x="338783" y="715969"/>
                </a:lnTo>
                <a:lnTo>
                  <a:pt x="344759" y="724251"/>
                </a:lnTo>
                <a:lnTo>
                  <a:pt x="339945" y="730379"/>
                </a:lnTo>
                <a:lnTo>
                  <a:pt x="333638" y="726570"/>
                </a:lnTo>
                <a:close/>
              </a:path>
              <a:path w="4359909" h="1712595">
                <a:moveTo>
                  <a:pt x="1135033" y="713837"/>
                </a:moveTo>
                <a:lnTo>
                  <a:pt x="1135033" y="709178"/>
                </a:lnTo>
                <a:lnTo>
                  <a:pt x="1137274" y="711601"/>
                </a:lnTo>
                <a:lnTo>
                  <a:pt x="1136527" y="713899"/>
                </a:lnTo>
                <a:lnTo>
                  <a:pt x="1135033" y="713837"/>
                </a:lnTo>
                <a:close/>
              </a:path>
              <a:path w="4359909" h="1712595">
                <a:moveTo>
                  <a:pt x="313055" y="665120"/>
                </a:moveTo>
                <a:lnTo>
                  <a:pt x="313055" y="657501"/>
                </a:lnTo>
                <a:lnTo>
                  <a:pt x="320691" y="656176"/>
                </a:lnTo>
                <a:lnTo>
                  <a:pt x="319363" y="665617"/>
                </a:lnTo>
                <a:lnTo>
                  <a:pt x="313055" y="665120"/>
                </a:lnTo>
                <a:close/>
              </a:path>
              <a:path w="4359909" h="1712595">
                <a:moveTo>
                  <a:pt x="163333" y="651704"/>
                </a:moveTo>
                <a:lnTo>
                  <a:pt x="167395" y="660345"/>
                </a:lnTo>
                <a:lnTo>
                  <a:pt x="166196" y="662822"/>
                </a:lnTo>
                <a:lnTo>
                  <a:pt x="163567" y="659740"/>
                </a:lnTo>
                <a:lnTo>
                  <a:pt x="163333" y="651704"/>
                </a:lnTo>
                <a:close/>
              </a:path>
              <a:path w="4359909" h="1712595">
                <a:moveTo>
                  <a:pt x="36517" y="677046"/>
                </a:moveTo>
                <a:lnTo>
                  <a:pt x="38509" y="669095"/>
                </a:lnTo>
                <a:lnTo>
                  <a:pt x="44153" y="669426"/>
                </a:lnTo>
                <a:lnTo>
                  <a:pt x="36517" y="677046"/>
                </a:lnTo>
                <a:close/>
              </a:path>
              <a:path w="4359909" h="1712595">
                <a:moveTo>
                  <a:pt x="825796" y="669095"/>
                </a:moveTo>
                <a:lnTo>
                  <a:pt x="831107" y="671414"/>
                </a:lnTo>
                <a:lnTo>
                  <a:pt x="829779" y="679364"/>
                </a:lnTo>
                <a:lnTo>
                  <a:pt x="827787" y="684333"/>
                </a:lnTo>
                <a:lnTo>
                  <a:pt x="827123" y="684130"/>
                </a:lnTo>
                <a:lnTo>
                  <a:pt x="827123" y="673567"/>
                </a:lnTo>
                <a:lnTo>
                  <a:pt x="825796" y="669095"/>
                </a:lnTo>
                <a:close/>
              </a:path>
              <a:path w="4359909" h="1712595">
                <a:moveTo>
                  <a:pt x="823471" y="683008"/>
                </a:moveTo>
                <a:lnTo>
                  <a:pt x="827123" y="673567"/>
                </a:lnTo>
                <a:lnTo>
                  <a:pt x="827123" y="684130"/>
                </a:lnTo>
                <a:lnTo>
                  <a:pt x="823471" y="683008"/>
                </a:lnTo>
                <a:close/>
              </a:path>
              <a:path w="4359909" h="1712595">
                <a:moveTo>
                  <a:pt x="215288" y="778578"/>
                </a:moveTo>
                <a:lnTo>
                  <a:pt x="217114" y="770628"/>
                </a:lnTo>
                <a:lnTo>
                  <a:pt x="222757" y="770959"/>
                </a:lnTo>
                <a:lnTo>
                  <a:pt x="215288" y="778578"/>
                </a:lnTo>
                <a:close/>
              </a:path>
              <a:path w="4359909" h="1712595">
                <a:moveTo>
                  <a:pt x="298116" y="669959"/>
                </a:moveTo>
                <a:lnTo>
                  <a:pt x="298116" y="668433"/>
                </a:lnTo>
                <a:lnTo>
                  <a:pt x="303428" y="667108"/>
                </a:lnTo>
                <a:lnTo>
                  <a:pt x="302266" y="671745"/>
                </a:lnTo>
                <a:lnTo>
                  <a:pt x="298116" y="669959"/>
                </a:lnTo>
                <a:close/>
              </a:path>
              <a:path w="4359909" h="1712595">
                <a:moveTo>
                  <a:pt x="293800" y="668101"/>
                </a:moveTo>
                <a:lnTo>
                  <a:pt x="295793" y="663298"/>
                </a:lnTo>
                <a:lnTo>
                  <a:pt x="299610" y="663298"/>
                </a:lnTo>
                <a:lnTo>
                  <a:pt x="298116" y="668433"/>
                </a:lnTo>
                <a:lnTo>
                  <a:pt x="298116" y="669959"/>
                </a:lnTo>
                <a:lnTo>
                  <a:pt x="293800" y="668101"/>
                </a:lnTo>
                <a:close/>
              </a:path>
              <a:path w="4359909" h="1712595">
                <a:moveTo>
                  <a:pt x="183750" y="755887"/>
                </a:moveTo>
                <a:lnTo>
                  <a:pt x="188231" y="757046"/>
                </a:lnTo>
                <a:lnTo>
                  <a:pt x="190556" y="757708"/>
                </a:lnTo>
                <a:lnTo>
                  <a:pt x="189725" y="762180"/>
                </a:lnTo>
                <a:lnTo>
                  <a:pt x="184082" y="764665"/>
                </a:lnTo>
                <a:lnTo>
                  <a:pt x="183750" y="755887"/>
                </a:lnTo>
                <a:close/>
              </a:path>
              <a:path w="4359909" h="1712595">
                <a:moveTo>
                  <a:pt x="180264" y="751746"/>
                </a:moveTo>
                <a:lnTo>
                  <a:pt x="180596" y="751414"/>
                </a:lnTo>
                <a:lnTo>
                  <a:pt x="180264" y="751746"/>
                </a:lnTo>
                <a:close/>
              </a:path>
              <a:path w="4359909" h="1712595">
                <a:moveTo>
                  <a:pt x="55772" y="759199"/>
                </a:moveTo>
                <a:lnTo>
                  <a:pt x="60585" y="759365"/>
                </a:lnTo>
                <a:lnTo>
                  <a:pt x="63241" y="761849"/>
                </a:lnTo>
                <a:lnTo>
                  <a:pt x="63407" y="766818"/>
                </a:lnTo>
                <a:lnTo>
                  <a:pt x="58594" y="766487"/>
                </a:lnTo>
                <a:lnTo>
                  <a:pt x="55938" y="764002"/>
                </a:lnTo>
                <a:lnTo>
                  <a:pt x="55772" y="759199"/>
                </a:lnTo>
                <a:close/>
              </a:path>
              <a:path w="4359909" h="1712595">
                <a:moveTo>
                  <a:pt x="468587" y="764831"/>
                </a:moveTo>
                <a:lnTo>
                  <a:pt x="469915" y="758040"/>
                </a:lnTo>
                <a:lnTo>
                  <a:pt x="482032" y="764334"/>
                </a:lnTo>
                <a:lnTo>
                  <a:pt x="482032" y="770628"/>
                </a:lnTo>
                <a:lnTo>
                  <a:pt x="474562" y="771622"/>
                </a:lnTo>
                <a:lnTo>
                  <a:pt x="474064" y="765659"/>
                </a:lnTo>
                <a:lnTo>
                  <a:pt x="468587" y="764831"/>
                </a:lnTo>
                <a:close/>
              </a:path>
              <a:path w="4359909" h="1712595">
                <a:moveTo>
                  <a:pt x="96107" y="770793"/>
                </a:moveTo>
                <a:lnTo>
                  <a:pt x="97933" y="762843"/>
                </a:lnTo>
                <a:lnTo>
                  <a:pt x="103743" y="763340"/>
                </a:lnTo>
                <a:lnTo>
                  <a:pt x="96107" y="770793"/>
                </a:lnTo>
                <a:close/>
              </a:path>
              <a:path w="4359909" h="1712595">
                <a:moveTo>
                  <a:pt x="226409" y="740151"/>
                </a:moveTo>
                <a:lnTo>
                  <a:pt x="226575" y="739986"/>
                </a:lnTo>
                <a:lnTo>
                  <a:pt x="226409" y="740151"/>
                </a:lnTo>
                <a:close/>
              </a:path>
              <a:path w="4359909" h="1712595">
                <a:moveTo>
                  <a:pt x="226243" y="740317"/>
                </a:moveTo>
                <a:lnTo>
                  <a:pt x="226243" y="740151"/>
                </a:lnTo>
                <a:lnTo>
                  <a:pt x="226409" y="740151"/>
                </a:lnTo>
                <a:lnTo>
                  <a:pt x="226243" y="740317"/>
                </a:lnTo>
                <a:close/>
              </a:path>
              <a:path w="4359909" h="1712595">
                <a:moveTo>
                  <a:pt x="34194" y="724913"/>
                </a:moveTo>
                <a:lnTo>
                  <a:pt x="34359" y="724748"/>
                </a:lnTo>
                <a:lnTo>
                  <a:pt x="34359" y="724913"/>
                </a:lnTo>
                <a:lnTo>
                  <a:pt x="34194" y="724913"/>
                </a:lnTo>
                <a:close/>
              </a:path>
              <a:path w="4359909" h="1712595">
                <a:moveTo>
                  <a:pt x="74695" y="731373"/>
                </a:moveTo>
                <a:lnTo>
                  <a:pt x="74695" y="726901"/>
                </a:lnTo>
                <a:lnTo>
                  <a:pt x="76852" y="724582"/>
                </a:lnTo>
                <a:lnTo>
                  <a:pt x="77682" y="734023"/>
                </a:lnTo>
                <a:lnTo>
                  <a:pt x="87144" y="734686"/>
                </a:lnTo>
                <a:lnTo>
                  <a:pt x="88306" y="743795"/>
                </a:lnTo>
                <a:lnTo>
                  <a:pt x="83493" y="741476"/>
                </a:lnTo>
                <a:lnTo>
                  <a:pt x="81999" y="736176"/>
                </a:lnTo>
                <a:lnTo>
                  <a:pt x="74861" y="736011"/>
                </a:lnTo>
                <a:lnTo>
                  <a:pt x="74695" y="731373"/>
                </a:lnTo>
                <a:close/>
              </a:path>
              <a:path w="4359909" h="1712595">
                <a:moveTo>
                  <a:pt x="68719" y="719116"/>
                </a:moveTo>
                <a:lnTo>
                  <a:pt x="71043" y="716963"/>
                </a:lnTo>
                <a:lnTo>
                  <a:pt x="74363" y="717460"/>
                </a:lnTo>
                <a:lnTo>
                  <a:pt x="75359" y="720276"/>
                </a:lnTo>
                <a:lnTo>
                  <a:pt x="74861" y="724582"/>
                </a:lnTo>
                <a:lnTo>
                  <a:pt x="69549" y="724913"/>
                </a:lnTo>
                <a:lnTo>
                  <a:pt x="68719" y="719116"/>
                </a:lnTo>
                <a:close/>
              </a:path>
              <a:path w="4359909" h="1712595">
                <a:moveTo>
                  <a:pt x="89800" y="736342"/>
                </a:moveTo>
                <a:lnTo>
                  <a:pt x="92124" y="736011"/>
                </a:lnTo>
                <a:lnTo>
                  <a:pt x="93784" y="736508"/>
                </a:lnTo>
                <a:lnTo>
                  <a:pt x="94116" y="734189"/>
                </a:lnTo>
                <a:lnTo>
                  <a:pt x="96108" y="740317"/>
                </a:lnTo>
                <a:lnTo>
                  <a:pt x="100258" y="744624"/>
                </a:lnTo>
                <a:lnTo>
                  <a:pt x="101751" y="751414"/>
                </a:lnTo>
                <a:lnTo>
                  <a:pt x="94613" y="750255"/>
                </a:lnTo>
                <a:lnTo>
                  <a:pt x="93120" y="743630"/>
                </a:lnTo>
                <a:lnTo>
                  <a:pt x="90132" y="737998"/>
                </a:lnTo>
                <a:lnTo>
                  <a:pt x="89800" y="736342"/>
                </a:lnTo>
                <a:close/>
              </a:path>
              <a:path w="4359909" h="1712595">
                <a:moveTo>
                  <a:pt x="426426" y="945039"/>
                </a:moveTo>
                <a:lnTo>
                  <a:pt x="431903" y="945204"/>
                </a:lnTo>
                <a:lnTo>
                  <a:pt x="429912" y="952989"/>
                </a:lnTo>
                <a:lnTo>
                  <a:pt x="429912" y="958435"/>
                </a:lnTo>
                <a:lnTo>
                  <a:pt x="426758" y="958244"/>
                </a:lnTo>
                <a:lnTo>
                  <a:pt x="426758" y="950504"/>
                </a:lnTo>
                <a:lnTo>
                  <a:pt x="426426" y="945039"/>
                </a:lnTo>
                <a:close/>
              </a:path>
              <a:path w="4359909" h="1712595">
                <a:moveTo>
                  <a:pt x="429912" y="958435"/>
                </a:moveTo>
                <a:lnTo>
                  <a:pt x="429912" y="952989"/>
                </a:lnTo>
                <a:lnTo>
                  <a:pt x="430244" y="958455"/>
                </a:lnTo>
                <a:lnTo>
                  <a:pt x="429912" y="958435"/>
                </a:lnTo>
                <a:close/>
              </a:path>
              <a:path w="4359909" h="1712595">
                <a:moveTo>
                  <a:pt x="424766" y="958124"/>
                </a:moveTo>
                <a:lnTo>
                  <a:pt x="426758" y="950504"/>
                </a:lnTo>
                <a:lnTo>
                  <a:pt x="426758" y="958244"/>
                </a:lnTo>
                <a:lnTo>
                  <a:pt x="424766" y="958124"/>
                </a:lnTo>
                <a:close/>
              </a:path>
              <a:path w="4359909" h="1712595">
                <a:moveTo>
                  <a:pt x="225521" y="987931"/>
                </a:moveTo>
                <a:lnTo>
                  <a:pt x="232385" y="985287"/>
                </a:lnTo>
                <a:lnTo>
                  <a:pt x="230268" y="990065"/>
                </a:lnTo>
                <a:lnTo>
                  <a:pt x="226409" y="988973"/>
                </a:lnTo>
                <a:lnTo>
                  <a:pt x="225521" y="987931"/>
                </a:lnTo>
                <a:close/>
              </a:path>
              <a:path w="4359909" h="1712595">
                <a:moveTo>
                  <a:pt x="220931" y="979490"/>
                </a:moveTo>
                <a:lnTo>
                  <a:pt x="227239" y="978828"/>
                </a:lnTo>
                <a:lnTo>
                  <a:pt x="224076" y="986233"/>
                </a:lnTo>
                <a:lnTo>
                  <a:pt x="222674" y="984588"/>
                </a:lnTo>
                <a:lnTo>
                  <a:pt x="220931" y="979490"/>
                </a:lnTo>
                <a:close/>
              </a:path>
              <a:path w="4359909" h="1712595">
                <a:moveTo>
                  <a:pt x="222923" y="988931"/>
                </a:moveTo>
                <a:lnTo>
                  <a:pt x="224076" y="986233"/>
                </a:lnTo>
                <a:lnTo>
                  <a:pt x="225521" y="987931"/>
                </a:lnTo>
                <a:lnTo>
                  <a:pt x="222923" y="988931"/>
                </a:lnTo>
                <a:close/>
              </a:path>
              <a:path w="4359909" h="1712595">
                <a:moveTo>
                  <a:pt x="44153" y="987109"/>
                </a:moveTo>
                <a:lnTo>
                  <a:pt x="44153" y="981312"/>
                </a:lnTo>
                <a:lnTo>
                  <a:pt x="47971" y="981312"/>
                </a:lnTo>
                <a:lnTo>
                  <a:pt x="48635" y="985287"/>
                </a:lnTo>
                <a:lnTo>
                  <a:pt x="47639" y="987440"/>
                </a:lnTo>
                <a:lnTo>
                  <a:pt x="44153" y="987109"/>
                </a:lnTo>
                <a:close/>
              </a:path>
              <a:path w="4359909" h="1712595">
                <a:moveTo>
                  <a:pt x="54942" y="973527"/>
                </a:moveTo>
                <a:lnTo>
                  <a:pt x="65400" y="975680"/>
                </a:lnTo>
                <a:lnTo>
                  <a:pt x="65400" y="985287"/>
                </a:lnTo>
                <a:lnTo>
                  <a:pt x="60918" y="985287"/>
                </a:lnTo>
                <a:lnTo>
                  <a:pt x="54942" y="973527"/>
                </a:lnTo>
                <a:close/>
              </a:path>
              <a:path w="4359909" h="1712595">
                <a:moveTo>
                  <a:pt x="274414" y="993245"/>
                </a:moveTo>
                <a:lnTo>
                  <a:pt x="275231" y="990567"/>
                </a:lnTo>
                <a:lnTo>
                  <a:pt x="276701" y="990963"/>
                </a:lnTo>
                <a:lnTo>
                  <a:pt x="276538" y="996716"/>
                </a:lnTo>
                <a:lnTo>
                  <a:pt x="274414" y="993245"/>
                </a:lnTo>
                <a:close/>
              </a:path>
              <a:path w="4359909" h="1712595">
                <a:moveTo>
                  <a:pt x="137937" y="1002182"/>
                </a:moveTo>
                <a:lnTo>
                  <a:pt x="138269" y="992906"/>
                </a:lnTo>
                <a:lnTo>
                  <a:pt x="142087" y="994397"/>
                </a:lnTo>
                <a:lnTo>
                  <a:pt x="146070" y="998703"/>
                </a:lnTo>
                <a:lnTo>
                  <a:pt x="142087" y="1002513"/>
                </a:lnTo>
                <a:lnTo>
                  <a:pt x="137937" y="1002182"/>
                </a:lnTo>
                <a:close/>
              </a:path>
              <a:path w="4359909" h="1712595">
                <a:moveTo>
                  <a:pt x="308574" y="979490"/>
                </a:moveTo>
                <a:lnTo>
                  <a:pt x="312059" y="971540"/>
                </a:lnTo>
                <a:lnTo>
                  <a:pt x="312059" y="967962"/>
                </a:lnTo>
                <a:lnTo>
                  <a:pt x="315379" y="968227"/>
                </a:lnTo>
                <a:lnTo>
                  <a:pt x="315379" y="972699"/>
                </a:lnTo>
                <a:lnTo>
                  <a:pt x="315047" y="977502"/>
                </a:lnTo>
                <a:lnTo>
                  <a:pt x="312059" y="978420"/>
                </a:lnTo>
                <a:lnTo>
                  <a:pt x="312059" y="971540"/>
                </a:lnTo>
                <a:lnTo>
                  <a:pt x="311229" y="967896"/>
                </a:lnTo>
                <a:lnTo>
                  <a:pt x="311229" y="978675"/>
                </a:lnTo>
                <a:lnTo>
                  <a:pt x="308574" y="979490"/>
                </a:lnTo>
                <a:close/>
              </a:path>
              <a:path w="4359909" h="1712595">
                <a:moveTo>
                  <a:pt x="560877" y="945039"/>
                </a:moveTo>
                <a:lnTo>
                  <a:pt x="568513" y="946198"/>
                </a:lnTo>
                <a:lnTo>
                  <a:pt x="572496" y="951333"/>
                </a:lnTo>
                <a:lnTo>
                  <a:pt x="574322" y="958455"/>
                </a:lnTo>
                <a:lnTo>
                  <a:pt x="568180" y="955639"/>
                </a:lnTo>
                <a:lnTo>
                  <a:pt x="561541" y="953320"/>
                </a:lnTo>
                <a:lnTo>
                  <a:pt x="560877" y="945039"/>
                </a:lnTo>
                <a:close/>
              </a:path>
              <a:path w="4359909" h="1712595">
                <a:moveTo>
                  <a:pt x="155697" y="1000525"/>
                </a:moveTo>
                <a:lnTo>
                  <a:pt x="157191" y="997875"/>
                </a:lnTo>
                <a:lnTo>
                  <a:pt x="168313" y="1001685"/>
                </a:lnTo>
                <a:lnTo>
                  <a:pt x="167151" y="1008144"/>
                </a:lnTo>
                <a:lnTo>
                  <a:pt x="160013" y="1009228"/>
                </a:lnTo>
                <a:lnTo>
                  <a:pt x="160013" y="1002513"/>
                </a:lnTo>
                <a:lnTo>
                  <a:pt x="155697" y="1000525"/>
                </a:lnTo>
                <a:close/>
              </a:path>
              <a:path w="4359909" h="1712595">
                <a:moveTo>
                  <a:pt x="159515" y="1009304"/>
                </a:moveTo>
                <a:lnTo>
                  <a:pt x="160013" y="1002513"/>
                </a:lnTo>
                <a:lnTo>
                  <a:pt x="160013" y="1009228"/>
                </a:lnTo>
                <a:lnTo>
                  <a:pt x="159515" y="1009304"/>
                </a:lnTo>
                <a:close/>
              </a:path>
              <a:path w="4359909" h="1712595">
                <a:moveTo>
                  <a:pt x="578804" y="959614"/>
                </a:moveTo>
                <a:lnTo>
                  <a:pt x="580796" y="957627"/>
                </a:lnTo>
                <a:lnTo>
                  <a:pt x="580131" y="958455"/>
                </a:lnTo>
                <a:lnTo>
                  <a:pt x="578804" y="959614"/>
                </a:lnTo>
                <a:close/>
              </a:path>
              <a:path w="4359909" h="1712595">
                <a:moveTo>
                  <a:pt x="637564" y="962264"/>
                </a:moveTo>
                <a:lnTo>
                  <a:pt x="638228" y="955473"/>
                </a:lnTo>
                <a:lnTo>
                  <a:pt x="642710" y="957295"/>
                </a:lnTo>
                <a:lnTo>
                  <a:pt x="647191" y="958455"/>
                </a:lnTo>
                <a:lnTo>
                  <a:pt x="649183" y="964914"/>
                </a:lnTo>
                <a:lnTo>
                  <a:pt x="641216" y="961436"/>
                </a:lnTo>
                <a:lnTo>
                  <a:pt x="637564" y="962264"/>
                </a:lnTo>
                <a:close/>
              </a:path>
              <a:path w="4359909" h="1712595">
                <a:moveTo>
                  <a:pt x="228567" y="971871"/>
                </a:moveTo>
                <a:lnTo>
                  <a:pt x="228707" y="965209"/>
                </a:lnTo>
                <a:lnTo>
                  <a:pt x="230808" y="964542"/>
                </a:lnTo>
                <a:lnTo>
                  <a:pt x="231788" y="967539"/>
                </a:lnTo>
                <a:lnTo>
                  <a:pt x="228567" y="971871"/>
                </a:lnTo>
                <a:close/>
              </a:path>
              <a:path w="4359909" h="1712595">
                <a:moveTo>
                  <a:pt x="443191" y="994066"/>
                </a:moveTo>
                <a:lnTo>
                  <a:pt x="443688" y="989097"/>
                </a:lnTo>
                <a:lnTo>
                  <a:pt x="448834" y="988434"/>
                </a:lnTo>
                <a:lnTo>
                  <a:pt x="449996" y="991747"/>
                </a:lnTo>
                <a:lnTo>
                  <a:pt x="449498" y="996716"/>
                </a:lnTo>
                <a:lnTo>
                  <a:pt x="444353" y="997378"/>
                </a:lnTo>
                <a:lnTo>
                  <a:pt x="443191" y="994066"/>
                </a:lnTo>
                <a:close/>
              </a:path>
              <a:path w="4359909" h="1712595">
                <a:moveTo>
                  <a:pt x="460952" y="1048559"/>
                </a:moveTo>
                <a:lnTo>
                  <a:pt x="460952" y="1042762"/>
                </a:lnTo>
                <a:lnTo>
                  <a:pt x="464769" y="1042762"/>
                </a:lnTo>
                <a:lnTo>
                  <a:pt x="465433" y="1046571"/>
                </a:lnTo>
                <a:lnTo>
                  <a:pt x="464437" y="1048724"/>
                </a:lnTo>
                <a:lnTo>
                  <a:pt x="460952" y="1048559"/>
                </a:lnTo>
                <a:close/>
              </a:path>
              <a:path w="4359909" h="1712595">
                <a:moveTo>
                  <a:pt x="501951" y="1045909"/>
                </a:moveTo>
                <a:lnTo>
                  <a:pt x="503279" y="1044584"/>
                </a:lnTo>
                <a:lnTo>
                  <a:pt x="504109" y="1043921"/>
                </a:lnTo>
                <a:lnTo>
                  <a:pt x="501951" y="1045909"/>
                </a:lnTo>
                <a:close/>
              </a:path>
              <a:path w="4359909" h="1712595">
                <a:moveTo>
                  <a:pt x="345755" y="1050381"/>
                </a:moveTo>
                <a:lnTo>
                  <a:pt x="346253" y="1045909"/>
                </a:lnTo>
                <a:lnTo>
                  <a:pt x="350901" y="1045909"/>
                </a:lnTo>
                <a:lnTo>
                  <a:pt x="353390" y="1048559"/>
                </a:lnTo>
                <a:lnTo>
                  <a:pt x="352892" y="1052865"/>
                </a:lnTo>
                <a:lnTo>
                  <a:pt x="348245" y="1052865"/>
                </a:lnTo>
                <a:lnTo>
                  <a:pt x="345755" y="1050381"/>
                </a:lnTo>
                <a:close/>
              </a:path>
              <a:path w="4359909" h="1712595">
                <a:moveTo>
                  <a:pt x="278530" y="1061975"/>
                </a:moveTo>
                <a:lnTo>
                  <a:pt x="279557" y="1056664"/>
                </a:lnTo>
                <a:lnTo>
                  <a:pt x="282513" y="1057503"/>
                </a:lnTo>
                <a:lnTo>
                  <a:pt x="283478" y="1060577"/>
                </a:lnTo>
                <a:lnTo>
                  <a:pt x="278530" y="1061975"/>
                </a:lnTo>
                <a:close/>
              </a:path>
              <a:path w="4359909" h="1712595">
                <a:moveTo>
                  <a:pt x="296622" y="1060153"/>
                </a:moveTo>
                <a:lnTo>
                  <a:pt x="302432" y="1056178"/>
                </a:lnTo>
                <a:lnTo>
                  <a:pt x="302432" y="1050447"/>
                </a:lnTo>
                <a:lnTo>
                  <a:pt x="305752" y="1050712"/>
                </a:lnTo>
                <a:lnTo>
                  <a:pt x="302432" y="1058497"/>
                </a:lnTo>
                <a:lnTo>
                  <a:pt x="302432" y="1061533"/>
                </a:lnTo>
                <a:lnTo>
                  <a:pt x="302432" y="1056178"/>
                </a:lnTo>
                <a:lnTo>
                  <a:pt x="301602" y="1050381"/>
                </a:lnTo>
                <a:lnTo>
                  <a:pt x="301602" y="1061336"/>
                </a:lnTo>
                <a:lnTo>
                  <a:pt x="296622" y="1060153"/>
                </a:lnTo>
                <a:close/>
              </a:path>
              <a:path w="4359909" h="1712595">
                <a:moveTo>
                  <a:pt x="302432" y="1061533"/>
                </a:moveTo>
                <a:lnTo>
                  <a:pt x="302432" y="1058497"/>
                </a:lnTo>
                <a:lnTo>
                  <a:pt x="303594" y="1061809"/>
                </a:lnTo>
                <a:lnTo>
                  <a:pt x="302432" y="1061533"/>
                </a:lnTo>
                <a:close/>
              </a:path>
              <a:path w="4359909" h="1712595">
                <a:moveTo>
                  <a:pt x="631754" y="1004501"/>
                </a:moveTo>
                <a:lnTo>
                  <a:pt x="631920" y="998703"/>
                </a:lnTo>
                <a:lnTo>
                  <a:pt x="635904" y="1000360"/>
                </a:lnTo>
                <a:lnTo>
                  <a:pt x="637896" y="1004335"/>
                </a:lnTo>
                <a:lnTo>
                  <a:pt x="637730" y="1010132"/>
                </a:lnTo>
                <a:lnTo>
                  <a:pt x="633580" y="1008476"/>
                </a:lnTo>
                <a:lnTo>
                  <a:pt x="631754" y="1004501"/>
                </a:lnTo>
                <a:close/>
              </a:path>
              <a:path w="4359909" h="1712595">
                <a:moveTo>
                  <a:pt x="729853" y="1038952"/>
                </a:moveTo>
                <a:lnTo>
                  <a:pt x="732177" y="1038750"/>
                </a:lnTo>
                <a:lnTo>
                  <a:pt x="733838" y="1038660"/>
                </a:lnTo>
                <a:lnTo>
                  <a:pt x="736493" y="1039283"/>
                </a:lnTo>
                <a:lnTo>
                  <a:pt x="737323" y="1041933"/>
                </a:lnTo>
                <a:lnTo>
                  <a:pt x="735663" y="1042762"/>
                </a:lnTo>
                <a:lnTo>
                  <a:pt x="733838" y="1043590"/>
                </a:lnTo>
                <a:lnTo>
                  <a:pt x="732177" y="1044584"/>
                </a:lnTo>
                <a:lnTo>
                  <a:pt x="730850" y="1043259"/>
                </a:lnTo>
                <a:lnTo>
                  <a:pt x="729854" y="1041271"/>
                </a:lnTo>
                <a:lnTo>
                  <a:pt x="729853" y="1038952"/>
                </a:lnTo>
                <a:close/>
              </a:path>
              <a:path w="4359909" h="1712595">
                <a:moveTo>
                  <a:pt x="384098" y="1004335"/>
                </a:moveTo>
                <a:lnTo>
                  <a:pt x="384098" y="1000525"/>
                </a:lnTo>
                <a:lnTo>
                  <a:pt x="391734" y="1000525"/>
                </a:lnTo>
                <a:lnTo>
                  <a:pt x="391734" y="1004335"/>
                </a:lnTo>
                <a:lnTo>
                  <a:pt x="384098" y="1004335"/>
                </a:lnTo>
                <a:close/>
              </a:path>
              <a:path w="4359909" h="1712595">
                <a:moveTo>
                  <a:pt x="353165" y="1002852"/>
                </a:moveTo>
                <a:lnTo>
                  <a:pt x="353951" y="1000173"/>
                </a:lnTo>
                <a:lnTo>
                  <a:pt x="355452" y="1000569"/>
                </a:lnTo>
                <a:lnTo>
                  <a:pt x="355383" y="1006322"/>
                </a:lnTo>
                <a:lnTo>
                  <a:pt x="353165" y="1002852"/>
                </a:lnTo>
                <a:close/>
              </a:path>
              <a:path w="4359909" h="1712595">
                <a:moveTo>
                  <a:pt x="607520" y="1026313"/>
                </a:moveTo>
                <a:lnTo>
                  <a:pt x="607520" y="1021726"/>
                </a:lnTo>
                <a:lnTo>
                  <a:pt x="610840" y="1023548"/>
                </a:lnTo>
                <a:lnTo>
                  <a:pt x="608083" y="1026667"/>
                </a:lnTo>
                <a:lnTo>
                  <a:pt x="607520" y="1026313"/>
                </a:lnTo>
                <a:close/>
              </a:path>
              <a:path w="4359909" h="1712595">
                <a:moveTo>
                  <a:pt x="602133" y="1019798"/>
                </a:moveTo>
                <a:lnTo>
                  <a:pt x="603204" y="1015929"/>
                </a:lnTo>
                <a:lnTo>
                  <a:pt x="607686" y="1016426"/>
                </a:lnTo>
                <a:lnTo>
                  <a:pt x="607520" y="1021726"/>
                </a:lnTo>
                <a:lnTo>
                  <a:pt x="607520" y="1026313"/>
                </a:lnTo>
                <a:lnTo>
                  <a:pt x="604470" y="1024397"/>
                </a:lnTo>
                <a:lnTo>
                  <a:pt x="602133" y="1019798"/>
                </a:lnTo>
                <a:close/>
              </a:path>
              <a:path w="4359909" h="1712595">
                <a:moveTo>
                  <a:pt x="662628" y="845328"/>
                </a:moveTo>
                <a:lnTo>
                  <a:pt x="667442" y="845494"/>
                </a:lnTo>
                <a:lnTo>
                  <a:pt x="670098" y="848144"/>
                </a:lnTo>
                <a:lnTo>
                  <a:pt x="670263" y="852947"/>
                </a:lnTo>
                <a:lnTo>
                  <a:pt x="665450" y="852781"/>
                </a:lnTo>
                <a:lnTo>
                  <a:pt x="662794" y="850131"/>
                </a:lnTo>
                <a:lnTo>
                  <a:pt x="662628" y="845328"/>
                </a:lnTo>
                <a:close/>
              </a:path>
              <a:path w="4359909" h="1712595">
                <a:moveTo>
                  <a:pt x="105483" y="915170"/>
                </a:moveTo>
                <a:lnTo>
                  <a:pt x="107561" y="916219"/>
                </a:lnTo>
                <a:lnTo>
                  <a:pt x="108611" y="918292"/>
                </a:lnTo>
                <a:lnTo>
                  <a:pt x="106876" y="916902"/>
                </a:lnTo>
                <a:lnTo>
                  <a:pt x="105483" y="915170"/>
                </a:lnTo>
                <a:close/>
              </a:path>
              <a:path w="4359909" h="1712595">
                <a:moveTo>
                  <a:pt x="111379" y="1058000"/>
                </a:moveTo>
                <a:lnTo>
                  <a:pt x="113703" y="1051871"/>
                </a:lnTo>
                <a:lnTo>
                  <a:pt x="113703" y="1048592"/>
                </a:lnTo>
                <a:lnTo>
                  <a:pt x="116690" y="1048890"/>
                </a:lnTo>
                <a:lnTo>
                  <a:pt x="117686" y="1051871"/>
                </a:lnTo>
                <a:lnTo>
                  <a:pt x="117188" y="1056178"/>
                </a:lnTo>
                <a:lnTo>
                  <a:pt x="113703" y="1057271"/>
                </a:lnTo>
                <a:lnTo>
                  <a:pt x="113703" y="1051871"/>
                </a:lnTo>
                <a:lnTo>
                  <a:pt x="113370" y="1048559"/>
                </a:lnTo>
                <a:lnTo>
                  <a:pt x="113370" y="1057375"/>
                </a:lnTo>
                <a:lnTo>
                  <a:pt x="111379" y="1058000"/>
                </a:lnTo>
                <a:close/>
              </a:path>
              <a:path w="4359909" h="1712595">
                <a:moveTo>
                  <a:pt x="159183" y="924831"/>
                </a:moveTo>
                <a:lnTo>
                  <a:pt x="159681" y="921188"/>
                </a:lnTo>
                <a:lnTo>
                  <a:pt x="159681" y="918100"/>
                </a:lnTo>
                <a:lnTo>
                  <a:pt x="161839" y="918869"/>
                </a:lnTo>
                <a:lnTo>
                  <a:pt x="163499" y="920525"/>
                </a:lnTo>
                <a:lnTo>
                  <a:pt x="163333" y="923838"/>
                </a:lnTo>
                <a:lnTo>
                  <a:pt x="159681" y="924712"/>
                </a:lnTo>
                <a:lnTo>
                  <a:pt x="159681" y="921188"/>
                </a:lnTo>
                <a:lnTo>
                  <a:pt x="159515" y="918041"/>
                </a:lnTo>
                <a:lnTo>
                  <a:pt x="159515" y="924752"/>
                </a:lnTo>
                <a:lnTo>
                  <a:pt x="159183" y="924831"/>
                </a:lnTo>
                <a:close/>
              </a:path>
              <a:path w="4359909" h="1712595">
                <a:moveTo>
                  <a:pt x="3289216" y="884275"/>
                </a:moveTo>
                <a:lnTo>
                  <a:pt x="3290069" y="879779"/>
                </a:lnTo>
                <a:lnTo>
                  <a:pt x="3294219" y="883258"/>
                </a:lnTo>
                <a:lnTo>
                  <a:pt x="3295215" y="890049"/>
                </a:lnTo>
                <a:lnTo>
                  <a:pt x="3299697" y="893196"/>
                </a:lnTo>
                <a:lnTo>
                  <a:pt x="3294854" y="894570"/>
                </a:lnTo>
                <a:lnTo>
                  <a:pt x="3291086" y="890401"/>
                </a:lnTo>
                <a:lnTo>
                  <a:pt x="3289216" y="884275"/>
                </a:lnTo>
                <a:close/>
              </a:path>
              <a:path w="4359909" h="1712595">
                <a:moveTo>
                  <a:pt x="440535" y="895183"/>
                </a:moveTo>
                <a:lnTo>
                  <a:pt x="442319" y="901664"/>
                </a:lnTo>
                <a:lnTo>
                  <a:pt x="444228" y="910007"/>
                </a:lnTo>
                <a:lnTo>
                  <a:pt x="445577" y="918103"/>
                </a:lnTo>
                <a:lnTo>
                  <a:pt x="445681" y="923838"/>
                </a:lnTo>
                <a:lnTo>
                  <a:pt x="442527" y="920903"/>
                </a:lnTo>
                <a:lnTo>
                  <a:pt x="442527" y="903796"/>
                </a:lnTo>
                <a:lnTo>
                  <a:pt x="440535" y="895183"/>
                </a:lnTo>
                <a:close/>
              </a:path>
              <a:path w="4359909" h="1712595">
                <a:moveTo>
                  <a:pt x="428418" y="902637"/>
                </a:moveTo>
                <a:lnTo>
                  <a:pt x="430576" y="898496"/>
                </a:lnTo>
                <a:lnTo>
                  <a:pt x="442527" y="903796"/>
                </a:lnTo>
                <a:lnTo>
                  <a:pt x="442527" y="920903"/>
                </a:lnTo>
                <a:lnTo>
                  <a:pt x="440719" y="919221"/>
                </a:lnTo>
                <a:lnTo>
                  <a:pt x="437609" y="912740"/>
                </a:lnTo>
                <a:lnTo>
                  <a:pt x="434220" y="906508"/>
                </a:lnTo>
                <a:lnTo>
                  <a:pt x="428418" y="902637"/>
                </a:lnTo>
                <a:close/>
              </a:path>
              <a:path w="4359909" h="1712595">
                <a:moveTo>
                  <a:pt x="1439457" y="896840"/>
                </a:moveTo>
                <a:lnTo>
                  <a:pt x="1440453" y="890711"/>
                </a:lnTo>
                <a:lnTo>
                  <a:pt x="1440453" y="885576"/>
                </a:lnTo>
                <a:lnTo>
                  <a:pt x="1447424" y="883755"/>
                </a:lnTo>
                <a:lnTo>
                  <a:pt x="1443109" y="893030"/>
                </a:lnTo>
                <a:lnTo>
                  <a:pt x="1443109" y="896965"/>
                </a:lnTo>
                <a:lnTo>
                  <a:pt x="1440453" y="896874"/>
                </a:lnTo>
                <a:lnTo>
                  <a:pt x="1440453" y="890711"/>
                </a:lnTo>
                <a:lnTo>
                  <a:pt x="1440453" y="896874"/>
                </a:lnTo>
                <a:lnTo>
                  <a:pt x="1439457" y="896840"/>
                </a:lnTo>
                <a:close/>
              </a:path>
              <a:path w="4359909" h="1712595">
                <a:moveTo>
                  <a:pt x="1443109" y="896965"/>
                </a:moveTo>
                <a:lnTo>
                  <a:pt x="1443109" y="893030"/>
                </a:lnTo>
                <a:lnTo>
                  <a:pt x="1444271" y="897005"/>
                </a:lnTo>
                <a:lnTo>
                  <a:pt x="1443109" y="896965"/>
                </a:lnTo>
                <a:close/>
              </a:path>
              <a:path w="4359909" h="1712595">
                <a:moveTo>
                  <a:pt x="1040990" y="884438"/>
                </a:moveTo>
                <a:lnTo>
                  <a:pt x="1041083" y="879779"/>
                </a:lnTo>
                <a:lnTo>
                  <a:pt x="1043231" y="882202"/>
                </a:lnTo>
                <a:lnTo>
                  <a:pt x="1042453" y="884500"/>
                </a:lnTo>
                <a:lnTo>
                  <a:pt x="1040990" y="884438"/>
                </a:lnTo>
                <a:close/>
              </a:path>
              <a:path w="4359909" h="1712595">
                <a:moveTo>
                  <a:pt x="1992" y="866363"/>
                </a:moveTo>
                <a:lnTo>
                  <a:pt x="1992" y="862554"/>
                </a:lnTo>
                <a:lnTo>
                  <a:pt x="5810" y="862554"/>
                </a:lnTo>
                <a:lnTo>
                  <a:pt x="5810" y="866363"/>
                </a:lnTo>
                <a:lnTo>
                  <a:pt x="1992" y="866363"/>
                </a:lnTo>
                <a:close/>
              </a:path>
              <a:path w="4359909" h="1712595">
                <a:moveTo>
                  <a:pt x="166" y="945204"/>
                </a:moveTo>
                <a:lnTo>
                  <a:pt x="1992" y="937254"/>
                </a:lnTo>
                <a:lnTo>
                  <a:pt x="7635" y="937751"/>
                </a:lnTo>
                <a:lnTo>
                  <a:pt x="166" y="945204"/>
                </a:lnTo>
                <a:close/>
              </a:path>
              <a:path w="4359909" h="1712595">
                <a:moveTo>
                  <a:pt x="141920" y="876964"/>
                </a:moveTo>
                <a:lnTo>
                  <a:pt x="142252" y="873320"/>
                </a:lnTo>
                <a:lnTo>
                  <a:pt x="142252" y="870173"/>
                </a:lnTo>
                <a:lnTo>
                  <a:pt x="144576" y="871001"/>
                </a:lnTo>
                <a:lnTo>
                  <a:pt x="146236" y="872657"/>
                </a:lnTo>
                <a:lnTo>
                  <a:pt x="146070" y="875970"/>
                </a:lnTo>
                <a:lnTo>
                  <a:pt x="141920" y="876964"/>
                </a:lnTo>
                <a:close/>
              </a:path>
              <a:path w="4359909" h="1712595">
                <a:moveTo>
                  <a:pt x="1075609" y="873982"/>
                </a:moveTo>
                <a:lnTo>
                  <a:pt x="1078099" y="868185"/>
                </a:lnTo>
                <a:lnTo>
                  <a:pt x="1084406" y="877295"/>
                </a:lnTo>
                <a:lnTo>
                  <a:pt x="1079427" y="879779"/>
                </a:lnTo>
                <a:lnTo>
                  <a:pt x="1078763" y="879702"/>
                </a:lnTo>
                <a:lnTo>
                  <a:pt x="1078763" y="874148"/>
                </a:lnTo>
                <a:lnTo>
                  <a:pt x="1075609" y="873982"/>
                </a:lnTo>
                <a:close/>
              </a:path>
              <a:path w="4359909" h="1712595">
                <a:moveTo>
                  <a:pt x="1076605" y="879448"/>
                </a:moveTo>
                <a:lnTo>
                  <a:pt x="1078763" y="874148"/>
                </a:lnTo>
                <a:lnTo>
                  <a:pt x="1078763" y="879702"/>
                </a:lnTo>
                <a:lnTo>
                  <a:pt x="1076605" y="879448"/>
                </a:lnTo>
                <a:close/>
              </a:path>
              <a:path w="4359909" h="1712595">
                <a:moveTo>
                  <a:pt x="208150" y="871663"/>
                </a:moveTo>
                <a:lnTo>
                  <a:pt x="211304" y="866363"/>
                </a:lnTo>
                <a:lnTo>
                  <a:pt x="215288" y="865535"/>
                </a:lnTo>
                <a:lnTo>
                  <a:pt x="216284" y="867688"/>
                </a:lnTo>
                <a:lnTo>
                  <a:pt x="218940" y="868351"/>
                </a:lnTo>
                <a:lnTo>
                  <a:pt x="219603" y="871663"/>
                </a:lnTo>
                <a:lnTo>
                  <a:pt x="208150" y="871663"/>
                </a:lnTo>
                <a:close/>
              </a:path>
              <a:path w="4359909" h="1712595">
                <a:moveTo>
                  <a:pt x="65344" y="931622"/>
                </a:moveTo>
                <a:lnTo>
                  <a:pt x="65400" y="931788"/>
                </a:lnTo>
                <a:lnTo>
                  <a:pt x="65344" y="931622"/>
                </a:lnTo>
                <a:close/>
              </a:path>
              <a:path w="4359909" h="1712595">
                <a:moveTo>
                  <a:pt x="65067" y="931125"/>
                </a:moveTo>
                <a:lnTo>
                  <a:pt x="65234" y="931291"/>
                </a:lnTo>
                <a:lnTo>
                  <a:pt x="65344" y="931622"/>
                </a:lnTo>
                <a:lnTo>
                  <a:pt x="65067" y="931125"/>
                </a:lnTo>
                <a:close/>
              </a:path>
              <a:path w="4359909" h="1712595">
                <a:moveTo>
                  <a:pt x="64736" y="930629"/>
                </a:moveTo>
                <a:lnTo>
                  <a:pt x="64902" y="930794"/>
                </a:lnTo>
                <a:lnTo>
                  <a:pt x="65067" y="931125"/>
                </a:lnTo>
                <a:lnTo>
                  <a:pt x="64902" y="930960"/>
                </a:lnTo>
                <a:lnTo>
                  <a:pt x="64736" y="930629"/>
                </a:lnTo>
                <a:close/>
              </a:path>
              <a:path w="4359909" h="1712595">
                <a:moveTo>
                  <a:pt x="292639" y="925328"/>
                </a:moveTo>
                <a:lnTo>
                  <a:pt x="295793" y="920028"/>
                </a:lnTo>
                <a:lnTo>
                  <a:pt x="299776" y="919200"/>
                </a:lnTo>
                <a:lnTo>
                  <a:pt x="300772" y="921353"/>
                </a:lnTo>
                <a:lnTo>
                  <a:pt x="303428" y="922016"/>
                </a:lnTo>
                <a:lnTo>
                  <a:pt x="304092" y="925328"/>
                </a:lnTo>
                <a:lnTo>
                  <a:pt x="292639" y="925328"/>
                </a:lnTo>
                <a:close/>
              </a:path>
              <a:path w="4359909" h="1712595">
                <a:moveTo>
                  <a:pt x="117499" y="933462"/>
                </a:moveTo>
                <a:lnTo>
                  <a:pt x="119180" y="931622"/>
                </a:lnTo>
                <a:lnTo>
                  <a:pt x="121421" y="933975"/>
                </a:lnTo>
                <a:lnTo>
                  <a:pt x="119553" y="934417"/>
                </a:lnTo>
                <a:lnTo>
                  <a:pt x="117499" y="933462"/>
                </a:lnTo>
                <a:close/>
              </a:path>
              <a:path w="4359909" h="1712595">
                <a:moveTo>
                  <a:pt x="161341" y="937419"/>
                </a:moveTo>
                <a:lnTo>
                  <a:pt x="165159" y="937419"/>
                </a:lnTo>
                <a:lnTo>
                  <a:pt x="165159" y="945039"/>
                </a:lnTo>
                <a:lnTo>
                  <a:pt x="161839" y="946080"/>
                </a:lnTo>
                <a:lnTo>
                  <a:pt x="161839" y="940732"/>
                </a:lnTo>
                <a:lnTo>
                  <a:pt x="161341" y="937419"/>
                </a:lnTo>
                <a:close/>
              </a:path>
              <a:path w="4359909" h="1712595">
                <a:moveTo>
                  <a:pt x="159350" y="946861"/>
                </a:moveTo>
                <a:lnTo>
                  <a:pt x="161839" y="940732"/>
                </a:lnTo>
                <a:lnTo>
                  <a:pt x="161839" y="946080"/>
                </a:lnTo>
                <a:lnTo>
                  <a:pt x="159350" y="946861"/>
                </a:lnTo>
                <a:close/>
              </a:path>
              <a:path w="4359909" h="1712595">
                <a:moveTo>
                  <a:pt x="138435" y="657832"/>
                </a:moveTo>
                <a:lnTo>
                  <a:pt x="140260" y="649882"/>
                </a:lnTo>
                <a:lnTo>
                  <a:pt x="145904" y="650213"/>
                </a:lnTo>
                <a:lnTo>
                  <a:pt x="138435" y="657832"/>
                </a:lnTo>
                <a:close/>
              </a:path>
              <a:path w="4359909" h="1712595">
                <a:moveTo>
                  <a:pt x="426426" y="941395"/>
                </a:moveTo>
                <a:lnTo>
                  <a:pt x="428252" y="933444"/>
                </a:lnTo>
                <a:lnTo>
                  <a:pt x="434061" y="933941"/>
                </a:lnTo>
                <a:lnTo>
                  <a:pt x="426426" y="941395"/>
                </a:lnTo>
                <a:close/>
              </a:path>
              <a:path w="4359909" h="1712595">
                <a:moveTo>
                  <a:pt x="203668" y="923523"/>
                </a:moveTo>
                <a:lnTo>
                  <a:pt x="203668" y="920028"/>
                </a:lnTo>
                <a:lnTo>
                  <a:pt x="207486" y="920028"/>
                </a:lnTo>
                <a:lnTo>
                  <a:pt x="206324" y="924666"/>
                </a:lnTo>
                <a:lnTo>
                  <a:pt x="203668" y="923523"/>
                </a:lnTo>
                <a:close/>
              </a:path>
              <a:path w="4359909" h="1712595">
                <a:moveTo>
                  <a:pt x="197859" y="921022"/>
                </a:moveTo>
                <a:lnTo>
                  <a:pt x="199851" y="916219"/>
                </a:lnTo>
                <a:lnTo>
                  <a:pt x="204997" y="914893"/>
                </a:lnTo>
                <a:lnTo>
                  <a:pt x="203668" y="920028"/>
                </a:lnTo>
                <a:lnTo>
                  <a:pt x="203668" y="923523"/>
                </a:lnTo>
                <a:lnTo>
                  <a:pt x="197859" y="921022"/>
                </a:lnTo>
                <a:close/>
              </a:path>
              <a:path w="4359909" h="1712595">
                <a:moveTo>
                  <a:pt x="410989" y="918206"/>
                </a:moveTo>
                <a:lnTo>
                  <a:pt x="416028" y="919301"/>
                </a:lnTo>
                <a:lnTo>
                  <a:pt x="419807" y="923610"/>
                </a:lnTo>
                <a:lnTo>
                  <a:pt x="420629" y="928571"/>
                </a:lnTo>
                <a:lnTo>
                  <a:pt x="417174" y="931323"/>
                </a:lnTo>
                <a:lnTo>
                  <a:pt x="417174" y="926428"/>
                </a:lnTo>
                <a:lnTo>
                  <a:pt x="414454" y="924355"/>
                </a:lnTo>
                <a:lnTo>
                  <a:pt x="411453" y="922562"/>
                </a:lnTo>
                <a:lnTo>
                  <a:pt x="410989" y="918206"/>
                </a:lnTo>
                <a:close/>
              </a:path>
              <a:path w="4359909" h="1712595">
                <a:moveTo>
                  <a:pt x="416798" y="931622"/>
                </a:moveTo>
                <a:lnTo>
                  <a:pt x="417174" y="926428"/>
                </a:lnTo>
                <a:lnTo>
                  <a:pt x="417174" y="931323"/>
                </a:lnTo>
                <a:lnTo>
                  <a:pt x="416798" y="931622"/>
                </a:lnTo>
                <a:close/>
              </a:path>
              <a:path w="4359909" h="1712595">
                <a:moveTo>
                  <a:pt x="376463" y="924003"/>
                </a:moveTo>
                <a:lnTo>
                  <a:pt x="376463" y="918206"/>
                </a:lnTo>
                <a:lnTo>
                  <a:pt x="380613" y="917875"/>
                </a:lnTo>
                <a:lnTo>
                  <a:pt x="382605" y="919697"/>
                </a:lnTo>
                <a:lnTo>
                  <a:pt x="382273" y="924003"/>
                </a:lnTo>
                <a:lnTo>
                  <a:pt x="376463" y="924003"/>
                </a:lnTo>
                <a:close/>
              </a:path>
              <a:path w="4359909" h="1712595">
                <a:moveTo>
                  <a:pt x="34440" y="922790"/>
                </a:moveTo>
                <a:lnTo>
                  <a:pt x="36517" y="923838"/>
                </a:lnTo>
                <a:lnTo>
                  <a:pt x="37568" y="925911"/>
                </a:lnTo>
                <a:lnTo>
                  <a:pt x="35833" y="924521"/>
                </a:lnTo>
                <a:lnTo>
                  <a:pt x="34440" y="922790"/>
                </a:lnTo>
                <a:close/>
              </a:path>
              <a:path w="4359909" h="1712595">
                <a:moveTo>
                  <a:pt x="85152" y="915556"/>
                </a:moveTo>
                <a:lnTo>
                  <a:pt x="88306" y="912409"/>
                </a:lnTo>
                <a:lnTo>
                  <a:pt x="94780" y="914231"/>
                </a:lnTo>
                <a:lnTo>
                  <a:pt x="94946" y="920028"/>
                </a:lnTo>
                <a:lnTo>
                  <a:pt x="90298" y="923838"/>
                </a:lnTo>
                <a:lnTo>
                  <a:pt x="86646" y="922347"/>
                </a:lnTo>
                <a:lnTo>
                  <a:pt x="85152" y="915556"/>
                </a:lnTo>
                <a:close/>
              </a:path>
              <a:path w="4359909" h="1712595">
                <a:moveTo>
                  <a:pt x="432451" y="780110"/>
                </a:moveTo>
                <a:lnTo>
                  <a:pt x="434061" y="778247"/>
                </a:lnTo>
                <a:lnTo>
                  <a:pt x="436326" y="780669"/>
                </a:lnTo>
                <a:lnTo>
                  <a:pt x="434497" y="781104"/>
                </a:lnTo>
                <a:lnTo>
                  <a:pt x="432451" y="780110"/>
                </a:lnTo>
                <a:close/>
              </a:path>
              <a:path w="4359909" h="1712595">
                <a:moveTo>
                  <a:pt x="3063162" y="838537"/>
                </a:moveTo>
                <a:lnTo>
                  <a:pt x="3063660" y="834893"/>
                </a:lnTo>
                <a:lnTo>
                  <a:pt x="3063660" y="831971"/>
                </a:lnTo>
                <a:lnTo>
                  <a:pt x="3065818" y="832740"/>
                </a:lnTo>
                <a:lnTo>
                  <a:pt x="3067478" y="834396"/>
                </a:lnTo>
                <a:lnTo>
                  <a:pt x="3067312" y="837709"/>
                </a:lnTo>
                <a:lnTo>
                  <a:pt x="3063660" y="838438"/>
                </a:lnTo>
                <a:lnTo>
                  <a:pt x="3063660" y="834893"/>
                </a:lnTo>
                <a:lnTo>
                  <a:pt x="3063494" y="831912"/>
                </a:lnTo>
                <a:lnTo>
                  <a:pt x="3063494" y="838471"/>
                </a:lnTo>
                <a:lnTo>
                  <a:pt x="3063162" y="838537"/>
                </a:lnTo>
                <a:close/>
              </a:path>
              <a:path w="4359909" h="1712595">
                <a:moveTo>
                  <a:pt x="3086401" y="828102"/>
                </a:moveTo>
                <a:lnTo>
                  <a:pt x="3090882" y="830255"/>
                </a:lnTo>
                <a:lnTo>
                  <a:pt x="3091546" y="827605"/>
                </a:lnTo>
                <a:lnTo>
                  <a:pt x="3096028" y="831912"/>
                </a:lnTo>
                <a:lnTo>
                  <a:pt x="3095364" y="834396"/>
                </a:lnTo>
                <a:lnTo>
                  <a:pt x="3092708" y="834893"/>
                </a:lnTo>
                <a:lnTo>
                  <a:pt x="3092210" y="837709"/>
                </a:lnTo>
                <a:lnTo>
                  <a:pt x="3089887" y="834728"/>
                </a:lnTo>
                <a:lnTo>
                  <a:pt x="3086567" y="833071"/>
                </a:lnTo>
                <a:lnTo>
                  <a:pt x="3086401" y="828102"/>
                </a:lnTo>
                <a:close/>
              </a:path>
              <a:path w="4359909" h="1712595">
                <a:moveTo>
                  <a:pt x="3958175" y="824127"/>
                </a:moveTo>
                <a:lnTo>
                  <a:pt x="3960333" y="818496"/>
                </a:lnTo>
                <a:lnTo>
                  <a:pt x="3963155" y="820152"/>
                </a:lnTo>
                <a:lnTo>
                  <a:pt x="3964483" y="823299"/>
                </a:lnTo>
                <a:lnTo>
                  <a:pt x="3964151" y="828102"/>
                </a:lnTo>
                <a:lnTo>
                  <a:pt x="3959171" y="825618"/>
                </a:lnTo>
                <a:lnTo>
                  <a:pt x="3958175" y="824127"/>
                </a:lnTo>
                <a:close/>
              </a:path>
              <a:path w="4359909" h="1712595">
                <a:moveTo>
                  <a:pt x="3333558" y="848641"/>
                </a:moveTo>
                <a:lnTo>
                  <a:pt x="3334554" y="844334"/>
                </a:lnTo>
                <a:lnTo>
                  <a:pt x="3334554" y="841555"/>
                </a:lnTo>
                <a:lnTo>
                  <a:pt x="3338704" y="842015"/>
                </a:lnTo>
                <a:lnTo>
                  <a:pt x="3338704" y="846653"/>
                </a:lnTo>
                <a:lnTo>
                  <a:pt x="3336214" y="849137"/>
                </a:lnTo>
                <a:lnTo>
                  <a:pt x="3334554" y="848827"/>
                </a:lnTo>
                <a:lnTo>
                  <a:pt x="3334554" y="844334"/>
                </a:lnTo>
                <a:lnTo>
                  <a:pt x="3334222" y="841518"/>
                </a:lnTo>
                <a:lnTo>
                  <a:pt x="3334222" y="848765"/>
                </a:lnTo>
                <a:lnTo>
                  <a:pt x="3333558" y="848641"/>
                </a:lnTo>
                <a:close/>
              </a:path>
              <a:path w="4359909" h="1712595">
                <a:moveTo>
                  <a:pt x="3055693" y="824293"/>
                </a:moveTo>
                <a:lnTo>
                  <a:pt x="3056523" y="819489"/>
                </a:lnTo>
                <a:lnTo>
                  <a:pt x="3063162" y="824127"/>
                </a:lnTo>
                <a:lnTo>
                  <a:pt x="3061503" y="828102"/>
                </a:lnTo>
                <a:lnTo>
                  <a:pt x="3058681" y="828752"/>
                </a:lnTo>
                <a:lnTo>
                  <a:pt x="3058681" y="824458"/>
                </a:lnTo>
                <a:lnTo>
                  <a:pt x="3055693" y="824293"/>
                </a:lnTo>
                <a:close/>
              </a:path>
              <a:path w="4359909" h="1712595">
                <a:moveTo>
                  <a:pt x="3057187" y="829096"/>
                </a:moveTo>
                <a:lnTo>
                  <a:pt x="3058681" y="824458"/>
                </a:lnTo>
                <a:lnTo>
                  <a:pt x="3058681" y="828752"/>
                </a:lnTo>
                <a:lnTo>
                  <a:pt x="3057187" y="829096"/>
                </a:lnTo>
                <a:close/>
              </a:path>
              <a:path w="4359909" h="1712595">
                <a:moveTo>
                  <a:pt x="2940164" y="842347"/>
                </a:moveTo>
                <a:lnTo>
                  <a:pt x="2940662" y="838703"/>
                </a:lnTo>
                <a:lnTo>
                  <a:pt x="2940662" y="835780"/>
                </a:lnTo>
                <a:lnTo>
                  <a:pt x="2942820" y="836549"/>
                </a:lnTo>
                <a:lnTo>
                  <a:pt x="2944480" y="838206"/>
                </a:lnTo>
                <a:lnTo>
                  <a:pt x="2944314" y="841518"/>
                </a:lnTo>
                <a:lnTo>
                  <a:pt x="2940662" y="842247"/>
                </a:lnTo>
                <a:lnTo>
                  <a:pt x="2940662" y="838703"/>
                </a:lnTo>
                <a:lnTo>
                  <a:pt x="2940496" y="835721"/>
                </a:lnTo>
                <a:lnTo>
                  <a:pt x="2940496" y="842280"/>
                </a:lnTo>
                <a:lnTo>
                  <a:pt x="2940164" y="842347"/>
                </a:lnTo>
                <a:close/>
              </a:path>
              <a:path w="4359909" h="1712595">
                <a:moveTo>
                  <a:pt x="3453151" y="838483"/>
                </a:moveTo>
                <a:lnTo>
                  <a:pt x="3455228" y="839531"/>
                </a:lnTo>
                <a:lnTo>
                  <a:pt x="3456279" y="841604"/>
                </a:lnTo>
                <a:lnTo>
                  <a:pt x="3454544" y="840214"/>
                </a:lnTo>
                <a:lnTo>
                  <a:pt x="3453151" y="838483"/>
                </a:lnTo>
                <a:close/>
              </a:path>
              <a:path w="4359909" h="1712595">
                <a:moveTo>
                  <a:pt x="1346503" y="836053"/>
                </a:moveTo>
                <a:lnTo>
                  <a:pt x="1348329" y="828102"/>
                </a:lnTo>
                <a:lnTo>
                  <a:pt x="1353973" y="828433"/>
                </a:lnTo>
                <a:lnTo>
                  <a:pt x="1346503" y="836053"/>
                </a:lnTo>
                <a:close/>
              </a:path>
              <a:path w="4359909" h="1712595">
                <a:moveTo>
                  <a:pt x="1453733" y="826281"/>
                </a:moveTo>
                <a:lnTo>
                  <a:pt x="1453733" y="821974"/>
                </a:lnTo>
                <a:lnTo>
                  <a:pt x="1455891" y="822305"/>
                </a:lnTo>
                <a:lnTo>
                  <a:pt x="1455060" y="827605"/>
                </a:lnTo>
                <a:lnTo>
                  <a:pt x="1453733" y="826281"/>
                </a:lnTo>
                <a:close/>
              </a:path>
              <a:path w="4359909" h="1712595">
                <a:moveTo>
                  <a:pt x="1446263" y="818496"/>
                </a:moveTo>
                <a:lnTo>
                  <a:pt x="1446761" y="815845"/>
                </a:lnTo>
                <a:lnTo>
                  <a:pt x="1451076" y="816839"/>
                </a:lnTo>
                <a:lnTo>
                  <a:pt x="1453899" y="816508"/>
                </a:lnTo>
                <a:lnTo>
                  <a:pt x="1453733" y="819324"/>
                </a:lnTo>
                <a:lnTo>
                  <a:pt x="1453733" y="826281"/>
                </a:lnTo>
                <a:lnTo>
                  <a:pt x="1452073" y="824624"/>
                </a:lnTo>
                <a:lnTo>
                  <a:pt x="1452073" y="818496"/>
                </a:lnTo>
                <a:lnTo>
                  <a:pt x="1446263" y="818496"/>
                </a:lnTo>
                <a:close/>
              </a:path>
              <a:path w="4359909" h="1712595">
                <a:moveTo>
                  <a:pt x="1449915" y="822471"/>
                </a:moveTo>
                <a:lnTo>
                  <a:pt x="1452073" y="818496"/>
                </a:lnTo>
                <a:lnTo>
                  <a:pt x="1452073" y="824624"/>
                </a:lnTo>
                <a:lnTo>
                  <a:pt x="1449915" y="822471"/>
                </a:lnTo>
                <a:close/>
              </a:path>
              <a:path w="4359909" h="1712595">
                <a:moveTo>
                  <a:pt x="2402858" y="832243"/>
                </a:moveTo>
                <a:lnTo>
                  <a:pt x="2404684" y="824293"/>
                </a:lnTo>
                <a:lnTo>
                  <a:pt x="2410327" y="824624"/>
                </a:lnTo>
                <a:lnTo>
                  <a:pt x="2402858" y="832243"/>
                </a:lnTo>
                <a:close/>
              </a:path>
              <a:path w="4359909" h="1712595">
                <a:moveTo>
                  <a:pt x="1040586" y="830421"/>
                </a:moveTo>
                <a:lnTo>
                  <a:pt x="1040917" y="826115"/>
                </a:lnTo>
                <a:lnTo>
                  <a:pt x="1045067" y="825783"/>
                </a:lnTo>
                <a:lnTo>
                  <a:pt x="1047059" y="827771"/>
                </a:lnTo>
                <a:lnTo>
                  <a:pt x="1046727" y="831912"/>
                </a:lnTo>
                <a:lnTo>
                  <a:pt x="1042577" y="832243"/>
                </a:lnTo>
                <a:lnTo>
                  <a:pt x="1040586" y="830421"/>
                </a:lnTo>
                <a:close/>
              </a:path>
              <a:path w="4359909" h="1712595">
                <a:moveTo>
                  <a:pt x="1176531" y="824127"/>
                </a:moveTo>
                <a:lnTo>
                  <a:pt x="1178688" y="822968"/>
                </a:lnTo>
                <a:lnTo>
                  <a:pt x="1179352" y="820483"/>
                </a:lnTo>
                <a:lnTo>
                  <a:pt x="1182672" y="819821"/>
                </a:lnTo>
                <a:lnTo>
                  <a:pt x="1182672" y="831084"/>
                </a:lnTo>
                <a:lnTo>
                  <a:pt x="1177360" y="828102"/>
                </a:lnTo>
                <a:lnTo>
                  <a:pt x="1176531" y="824127"/>
                </a:lnTo>
                <a:close/>
              </a:path>
              <a:path w="4359909" h="1712595">
                <a:moveTo>
                  <a:pt x="3203589" y="852947"/>
                </a:moveTo>
                <a:lnTo>
                  <a:pt x="3203921" y="850794"/>
                </a:lnTo>
                <a:lnTo>
                  <a:pt x="3207075" y="851456"/>
                </a:lnTo>
                <a:lnTo>
                  <a:pt x="3209399" y="850959"/>
                </a:lnTo>
                <a:lnTo>
                  <a:pt x="3210726" y="857419"/>
                </a:lnTo>
                <a:lnTo>
                  <a:pt x="3205415" y="854106"/>
                </a:lnTo>
                <a:lnTo>
                  <a:pt x="3203589" y="852947"/>
                </a:lnTo>
                <a:close/>
              </a:path>
              <a:path w="4359909" h="1712595">
                <a:moveTo>
                  <a:pt x="2812851" y="869841"/>
                </a:moveTo>
                <a:lnTo>
                  <a:pt x="2813681" y="862554"/>
                </a:lnTo>
                <a:lnTo>
                  <a:pt x="2817332" y="865369"/>
                </a:lnTo>
                <a:lnTo>
                  <a:pt x="2822312" y="866860"/>
                </a:lnTo>
                <a:lnTo>
                  <a:pt x="2821316" y="873982"/>
                </a:lnTo>
                <a:lnTo>
                  <a:pt x="2817830" y="871332"/>
                </a:lnTo>
                <a:lnTo>
                  <a:pt x="2812851" y="869841"/>
                </a:lnTo>
                <a:close/>
              </a:path>
              <a:path w="4359909" h="1712595">
                <a:moveTo>
                  <a:pt x="2950030" y="846084"/>
                </a:moveTo>
                <a:lnTo>
                  <a:pt x="2950124" y="841518"/>
                </a:lnTo>
                <a:lnTo>
                  <a:pt x="2952271" y="843848"/>
                </a:lnTo>
                <a:lnTo>
                  <a:pt x="2951493" y="846115"/>
                </a:lnTo>
                <a:lnTo>
                  <a:pt x="2950030" y="846084"/>
                </a:lnTo>
                <a:close/>
              </a:path>
              <a:path w="4359909" h="1712595">
                <a:moveTo>
                  <a:pt x="2229897" y="878123"/>
                </a:moveTo>
                <a:lnTo>
                  <a:pt x="2231723" y="870173"/>
                </a:lnTo>
                <a:lnTo>
                  <a:pt x="2237533" y="870670"/>
                </a:lnTo>
                <a:lnTo>
                  <a:pt x="2229897" y="878123"/>
                </a:lnTo>
                <a:close/>
              </a:path>
              <a:path w="4359909" h="1712595">
                <a:moveTo>
                  <a:pt x="2479545" y="669095"/>
                </a:moveTo>
                <a:lnTo>
                  <a:pt x="2482367" y="662801"/>
                </a:lnTo>
                <a:lnTo>
                  <a:pt x="2484856" y="672408"/>
                </a:lnTo>
                <a:lnTo>
                  <a:pt x="2487180" y="672905"/>
                </a:lnTo>
                <a:lnTo>
                  <a:pt x="2484359" y="679199"/>
                </a:lnTo>
                <a:lnTo>
                  <a:pt x="2481869" y="669592"/>
                </a:lnTo>
                <a:lnTo>
                  <a:pt x="2479545" y="669095"/>
                </a:lnTo>
                <a:close/>
              </a:path>
              <a:path w="4359909" h="1712595">
                <a:moveTo>
                  <a:pt x="3693257" y="871663"/>
                </a:moveTo>
                <a:lnTo>
                  <a:pt x="3693423" y="868351"/>
                </a:lnTo>
                <a:lnTo>
                  <a:pt x="3695747" y="869179"/>
                </a:lnTo>
                <a:lnTo>
                  <a:pt x="3697241" y="870835"/>
                </a:lnTo>
                <a:lnTo>
                  <a:pt x="3697241" y="874148"/>
                </a:lnTo>
                <a:lnTo>
                  <a:pt x="3694917" y="873320"/>
                </a:lnTo>
                <a:lnTo>
                  <a:pt x="3693257" y="871663"/>
                </a:lnTo>
                <a:close/>
              </a:path>
              <a:path w="4359909" h="1712595">
                <a:moveTo>
                  <a:pt x="2836753" y="862554"/>
                </a:moveTo>
                <a:lnTo>
                  <a:pt x="2841235" y="861394"/>
                </a:lnTo>
                <a:lnTo>
                  <a:pt x="2843725" y="875804"/>
                </a:lnTo>
                <a:lnTo>
                  <a:pt x="2840571" y="874980"/>
                </a:lnTo>
                <a:lnTo>
                  <a:pt x="2840571" y="870504"/>
                </a:lnTo>
                <a:lnTo>
                  <a:pt x="2837251" y="867026"/>
                </a:lnTo>
                <a:lnTo>
                  <a:pt x="2836753" y="862554"/>
                </a:lnTo>
                <a:close/>
              </a:path>
              <a:path w="4359909" h="1712595">
                <a:moveTo>
                  <a:pt x="2836753" y="873982"/>
                </a:moveTo>
                <a:lnTo>
                  <a:pt x="2840571" y="870504"/>
                </a:lnTo>
                <a:lnTo>
                  <a:pt x="2840571" y="874980"/>
                </a:lnTo>
                <a:lnTo>
                  <a:pt x="2836753" y="873982"/>
                </a:lnTo>
                <a:close/>
              </a:path>
              <a:path w="4359909" h="1712595">
                <a:moveTo>
                  <a:pt x="3224836" y="852947"/>
                </a:moveTo>
                <a:lnTo>
                  <a:pt x="3224836" y="849138"/>
                </a:lnTo>
                <a:lnTo>
                  <a:pt x="3228653" y="849138"/>
                </a:lnTo>
                <a:lnTo>
                  <a:pt x="3228653" y="852947"/>
                </a:lnTo>
                <a:lnTo>
                  <a:pt x="3224836" y="852947"/>
                </a:lnTo>
                <a:close/>
              </a:path>
              <a:path w="4359909" h="1712595">
                <a:moveTo>
                  <a:pt x="1753508" y="816673"/>
                </a:moveTo>
                <a:lnTo>
                  <a:pt x="1753674" y="816508"/>
                </a:lnTo>
                <a:lnTo>
                  <a:pt x="1753841" y="816674"/>
                </a:lnTo>
                <a:lnTo>
                  <a:pt x="1753508" y="816673"/>
                </a:lnTo>
                <a:close/>
              </a:path>
              <a:path w="4359909" h="1712595">
                <a:moveTo>
                  <a:pt x="2869453" y="864541"/>
                </a:moveTo>
                <a:lnTo>
                  <a:pt x="2869453" y="858744"/>
                </a:lnTo>
                <a:lnTo>
                  <a:pt x="2873271" y="858744"/>
                </a:lnTo>
                <a:lnTo>
                  <a:pt x="2873935" y="862554"/>
                </a:lnTo>
                <a:lnTo>
                  <a:pt x="2872939" y="864707"/>
                </a:lnTo>
                <a:lnTo>
                  <a:pt x="2869453" y="864541"/>
                </a:lnTo>
                <a:close/>
              </a:path>
              <a:path w="4359909" h="1712595">
                <a:moveTo>
                  <a:pt x="3862068" y="856591"/>
                </a:moveTo>
                <a:lnTo>
                  <a:pt x="3862400" y="851125"/>
                </a:lnTo>
                <a:lnTo>
                  <a:pt x="3864723" y="853941"/>
                </a:lnTo>
                <a:lnTo>
                  <a:pt x="3868043" y="855763"/>
                </a:lnTo>
                <a:lnTo>
                  <a:pt x="3868209" y="860732"/>
                </a:lnTo>
                <a:lnTo>
                  <a:pt x="3862234" y="861560"/>
                </a:lnTo>
                <a:lnTo>
                  <a:pt x="3862068" y="856591"/>
                </a:lnTo>
                <a:close/>
              </a:path>
              <a:path w="4359909" h="1712595">
                <a:moveTo>
                  <a:pt x="2944978" y="865701"/>
                </a:moveTo>
                <a:lnTo>
                  <a:pt x="2946472" y="859904"/>
                </a:lnTo>
                <a:lnTo>
                  <a:pt x="2948132" y="854935"/>
                </a:lnTo>
                <a:lnTo>
                  <a:pt x="2953776" y="857750"/>
                </a:lnTo>
                <a:lnTo>
                  <a:pt x="2954606" y="865038"/>
                </a:lnTo>
                <a:lnTo>
                  <a:pt x="2950124" y="868351"/>
                </a:lnTo>
                <a:lnTo>
                  <a:pt x="2944978" y="865701"/>
                </a:lnTo>
                <a:close/>
              </a:path>
              <a:path w="4359909" h="1712595">
                <a:moveTo>
                  <a:pt x="2047854" y="726158"/>
                </a:moveTo>
                <a:lnTo>
                  <a:pt x="2049301" y="722594"/>
                </a:lnTo>
                <a:lnTo>
                  <a:pt x="2051495" y="726018"/>
                </a:lnTo>
                <a:lnTo>
                  <a:pt x="2049799" y="727253"/>
                </a:lnTo>
                <a:lnTo>
                  <a:pt x="2047854" y="726158"/>
                </a:lnTo>
                <a:close/>
              </a:path>
              <a:path w="4359909" h="1712595">
                <a:moveTo>
                  <a:pt x="1709332" y="763692"/>
                </a:moveTo>
                <a:lnTo>
                  <a:pt x="1709355" y="759034"/>
                </a:lnTo>
                <a:lnTo>
                  <a:pt x="1711526" y="761456"/>
                </a:lnTo>
                <a:lnTo>
                  <a:pt x="1710787" y="763754"/>
                </a:lnTo>
                <a:lnTo>
                  <a:pt x="1709332" y="763692"/>
                </a:lnTo>
                <a:close/>
              </a:path>
              <a:path w="4359909" h="1712595">
                <a:moveTo>
                  <a:pt x="2259775" y="766984"/>
                </a:moveTo>
                <a:lnTo>
                  <a:pt x="2260605" y="761021"/>
                </a:lnTo>
                <a:lnTo>
                  <a:pt x="2265419" y="761187"/>
                </a:lnTo>
                <a:lnTo>
                  <a:pt x="2268075" y="763837"/>
                </a:lnTo>
                <a:lnTo>
                  <a:pt x="2268241" y="768640"/>
                </a:lnTo>
                <a:lnTo>
                  <a:pt x="2262265" y="769634"/>
                </a:lnTo>
                <a:lnTo>
                  <a:pt x="2259775" y="766984"/>
                </a:lnTo>
                <a:close/>
              </a:path>
              <a:path w="4359909" h="1712595">
                <a:moveTo>
                  <a:pt x="2129474" y="813195"/>
                </a:moveTo>
                <a:lnTo>
                  <a:pt x="2129972" y="808889"/>
                </a:lnTo>
                <a:lnTo>
                  <a:pt x="2133458" y="809386"/>
                </a:lnTo>
                <a:lnTo>
                  <a:pt x="2134287" y="812201"/>
                </a:lnTo>
                <a:lnTo>
                  <a:pt x="2133789" y="816508"/>
                </a:lnTo>
                <a:lnTo>
                  <a:pt x="2130469" y="816177"/>
                </a:lnTo>
                <a:lnTo>
                  <a:pt x="2129474" y="813195"/>
                </a:lnTo>
                <a:close/>
              </a:path>
              <a:path w="4359909" h="1712595">
                <a:moveTo>
                  <a:pt x="1617231" y="741808"/>
                </a:moveTo>
                <a:lnTo>
                  <a:pt x="1617895" y="737501"/>
                </a:lnTo>
                <a:lnTo>
                  <a:pt x="1628352" y="739158"/>
                </a:lnTo>
                <a:lnTo>
                  <a:pt x="1624867" y="745617"/>
                </a:lnTo>
                <a:lnTo>
                  <a:pt x="1622377" y="745617"/>
                </a:lnTo>
                <a:lnTo>
                  <a:pt x="1622377" y="740483"/>
                </a:lnTo>
                <a:lnTo>
                  <a:pt x="1617231" y="741808"/>
                </a:lnTo>
                <a:close/>
              </a:path>
              <a:path w="4359909" h="1712595">
                <a:moveTo>
                  <a:pt x="1621049" y="745617"/>
                </a:moveTo>
                <a:lnTo>
                  <a:pt x="1622377" y="740483"/>
                </a:lnTo>
                <a:lnTo>
                  <a:pt x="1622377" y="745617"/>
                </a:lnTo>
                <a:lnTo>
                  <a:pt x="1621049" y="745617"/>
                </a:lnTo>
                <a:close/>
              </a:path>
              <a:path w="4359909" h="1712595">
                <a:moveTo>
                  <a:pt x="1369576" y="768971"/>
                </a:moveTo>
                <a:lnTo>
                  <a:pt x="1371402" y="761021"/>
                </a:lnTo>
                <a:lnTo>
                  <a:pt x="1377045" y="761352"/>
                </a:lnTo>
                <a:lnTo>
                  <a:pt x="1369576" y="768971"/>
                </a:lnTo>
                <a:close/>
              </a:path>
              <a:path w="4359909" h="1712595">
                <a:moveTo>
                  <a:pt x="1519298" y="770793"/>
                </a:moveTo>
                <a:lnTo>
                  <a:pt x="1521124" y="762843"/>
                </a:lnTo>
                <a:lnTo>
                  <a:pt x="1526933" y="763340"/>
                </a:lnTo>
                <a:lnTo>
                  <a:pt x="1519298" y="770793"/>
                </a:lnTo>
                <a:close/>
              </a:path>
              <a:path w="4359909" h="1712595">
                <a:moveTo>
                  <a:pt x="918086" y="749758"/>
                </a:moveTo>
                <a:lnTo>
                  <a:pt x="920077" y="741808"/>
                </a:lnTo>
                <a:lnTo>
                  <a:pt x="925721" y="742305"/>
                </a:lnTo>
                <a:lnTo>
                  <a:pt x="918086" y="749758"/>
                </a:lnTo>
                <a:close/>
              </a:path>
              <a:path w="4359909" h="1712595">
                <a:moveTo>
                  <a:pt x="877584" y="739323"/>
                </a:moveTo>
                <a:lnTo>
                  <a:pt x="877750" y="736011"/>
                </a:lnTo>
                <a:lnTo>
                  <a:pt x="881899" y="735182"/>
                </a:lnTo>
                <a:lnTo>
                  <a:pt x="881402" y="738826"/>
                </a:lnTo>
                <a:lnTo>
                  <a:pt x="881402" y="741749"/>
                </a:lnTo>
                <a:lnTo>
                  <a:pt x="879244" y="740980"/>
                </a:lnTo>
                <a:lnTo>
                  <a:pt x="877584" y="739323"/>
                </a:lnTo>
                <a:close/>
              </a:path>
              <a:path w="4359909" h="1712595">
                <a:moveTo>
                  <a:pt x="881402" y="741749"/>
                </a:moveTo>
                <a:lnTo>
                  <a:pt x="881402" y="738826"/>
                </a:lnTo>
                <a:lnTo>
                  <a:pt x="881568" y="741808"/>
                </a:lnTo>
                <a:lnTo>
                  <a:pt x="881402" y="741749"/>
                </a:lnTo>
                <a:close/>
              </a:path>
              <a:path w="4359909" h="1712595">
                <a:moveTo>
                  <a:pt x="1138924" y="723443"/>
                </a:moveTo>
                <a:lnTo>
                  <a:pt x="1139017" y="718785"/>
                </a:lnTo>
                <a:lnTo>
                  <a:pt x="1141164" y="721207"/>
                </a:lnTo>
                <a:lnTo>
                  <a:pt x="1140386" y="723505"/>
                </a:lnTo>
                <a:lnTo>
                  <a:pt x="1138924" y="723443"/>
                </a:lnTo>
                <a:close/>
              </a:path>
              <a:path w="4359909" h="1712595">
                <a:moveTo>
                  <a:pt x="1413729" y="677046"/>
                </a:moveTo>
                <a:lnTo>
                  <a:pt x="1415555" y="669095"/>
                </a:lnTo>
                <a:lnTo>
                  <a:pt x="1421198" y="669426"/>
                </a:lnTo>
                <a:lnTo>
                  <a:pt x="1413729" y="677046"/>
                </a:lnTo>
                <a:close/>
              </a:path>
              <a:path w="4359909" h="1712595">
                <a:moveTo>
                  <a:pt x="1018226" y="734064"/>
                </a:moveTo>
                <a:lnTo>
                  <a:pt x="1019837" y="732201"/>
                </a:lnTo>
                <a:lnTo>
                  <a:pt x="1022101" y="734623"/>
                </a:lnTo>
                <a:lnTo>
                  <a:pt x="1020272" y="735058"/>
                </a:lnTo>
                <a:lnTo>
                  <a:pt x="1018226" y="734064"/>
                </a:lnTo>
                <a:close/>
              </a:path>
              <a:path w="4359909" h="1712595">
                <a:moveTo>
                  <a:pt x="1117438" y="736508"/>
                </a:moveTo>
                <a:lnTo>
                  <a:pt x="1117770" y="732201"/>
                </a:lnTo>
                <a:lnTo>
                  <a:pt x="1121920" y="731870"/>
                </a:lnTo>
                <a:lnTo>
                  <a:pt x="1123912" y="733857"/>
                </a:lnTo>
                <a:lnTo>
                  <a:pt x="1123580" y="737998"/>
                </a:lnTo>
                <a:lnTo>
                  <a:pt x="1119430" y="738329"/>
                </a:lnTo>
                <a:lnTo>
                  <a:pt x="1117438" y="736508"/>
                </a:lnTo>
                <a:close/>
              </a:path>
              <a:path w="4359909" h="1712595">
                <a:moveTo>
                  <a:pt x="1571584" y="748433"/>
                </a:moveTo>
                <a:lnTo>
                  <a:pt x="1573078" y="741808"/>
                </a:lnTo>
                <a:lnTo>
                  <a:pt x="1577062" y="744127"/>
                </a:lnTo>
                <a:lnTo>
                  <a:pt x="1580548" y="747108"/>
                </a:lnTo>
                <a:lnTo>
                  <a:pt x="1584532" y="749427"/>
                </a:lnTo>
                <a:lnTo>
                  <a:pt x="1582706" y="752408"/>
                </a:lnTo>
                <a:lnTo>
                  <a:pt x="1571584" y="748433"/>
                </a:lnTo>
                <a:close/>
              </a:path>
              <a:path w="4359909" h="1712595">
                <a:moveTo>
                  <a:pt x="735663" y="814686"/>
                </a:moveTo>
                <a:lnTo>
                  <a:pt x="735663" y="810876"/>
                </a:lnTo>
                <a:lnTo>
                  <a:pt x="739481" y="810876"/>
                </a:lnTo>
                <a:lnTo>
                  <a:pt x="739481" y="814686"/>
                </a:lnTo>
                <a:lnTo>
                  <a:pt x="735663" y="814686"/>
                </a:lnTo>
                <a:close/>
              </a:path>
              <a:path w="4359909" h="1712595">
                <a:moveTo>
                  <a:pt x="981327" y="812698"/>
                </a:moveTo>
                <a:lnTo>
                  <a:pt x="983153" y="807564"/>
                </a:lnTo>
                <a:lnTo>
                  <a:pt x="989129" y="813692"/>
                </a:lnTo>
                <a:lnTo>
                  <a:pt x="987137" y="818496"/>
                </a:lnTo>
                <a:lnTo>
                  <a:pt x="985809" y="818432"/>
                </a:lnTo>
                <a:lnTo>
                  <a:pt x="985809" y="812201"/>
                </a:lnTo>
                <a:lnTo>
                  <a:pt x="981327" y="812698"/>
                </a:lnTo>
                <a:close/>
              </a:path>
              <a:path w="4359909" h="1712595">
                <a:moveTo>
                  <a:pt x="983651" y="818330"/>
                </a:moveTo>
                <a:lnTo>
                  <a:pt x="985809" y="812201"/>
                </a:lnTo>
                <a:lnTo>
                  <a:pt x="985809" y="818432"/>
                </a:lnTo>
                <a:lnTo>
                  <a:pt x="983651" y="818330"/>
                </a:lnTo>
                <a:close/>
              </a:path>
              <a:path w="4359909" h="1712595">
                <a:moveTo>
                  <a:pt x="1544391" y="811371"/>
                </a:moveTo>
                <a:lnTo>
                  <a:pt x="1546188" y="812698"/>
                </a:lnTo>
                <a:lnTo>
                  <a:pt x="1547519" y="814492"/>
                </a:lnTo>
                <a:lnTo>
                  <a:pt x="1545877" y="813009"/>
                </a:lnTo>
                <a:lnTo>
                  <a:pt x="1544391" y="811371"/>
                </a:lnTo>
                <a:close/>
              </a:path>
              <a:path w="4359909" h="1712595">
                <a:moveTo>
                  <a:pt x="630613" y="815931"/>
                </a:moveTo>
                <a:lnTo>
                  <a:pt x="631920" y="810876"/>
                </a:lnTo>
                <a:lnTo>
                  <a:pt x="633974" y="815232"/>
                </a:lnTo>
                <a:lnTo>
                  <a:pt x="632418" y="817150"/>
                </a:lnTo>
                <a:lnTo>
                  <a:pt x="630613" y="815931"/>
                </a:lnTo>
                <a:close/>
              </a:path>
              <a:path w="4359909" h="1712595">
                <a:moveTo>
                  <a:pt x="1609596" y="818827"/>
                </a:moveTo>
                <a:lnTo>
                  <a:pt x="1611422" y="810876"/>
                </a:lnTo>
                <a:lnTo>
                  <a:pt x="1617231" y="811208"/>
                </a:lnTo>
                <a:lnTo>
                  <a:pt x="1609596" y="818827"/>
                </a:lnTo>
                <a:close/>
              </a:path>
              <a:path w="4359909" h="1712595">
                <a:moveTo>
                  <a:pt x="1010375" y="774437"/>
                </a:moveTo>
                <a:lnTo>
                  <a:pt x="1012866" y="775597"/>
                </a:lnTo>
                <a:lnTo>
                  <a:pt x="1013862" y="778412"/>
                </a:lnTo>
                <a:lnTo>
                  <a:pt x="1014193" y="782056"/>
                </a:lnTo>
                <a:lnTo>
                  <a:pt x="1010707" y="783249"/>
                </a:lnTo>
                <a:lnTo>
                  <a:pt x="1010707" y="777750"/>
                </a:lnTo>
                <a:lnTo>
                  <a:pt x="1010375" y="774437"/>
                </a:lnTo>
                <a:close/>
              </a:path>
              <a:path w="4359909" h="1712595">
                <a:moveTo>
                  <a:pt x="1008384" y="784044"/>
                </a:moveTo>
                <a:lnTo>
                  <a:pt x="1010707" y="777750"/>
                </a:lnTo>
                <a:lnTo>
                  <a:pt x="1010707" y="783249"/>
                </a:lnTo>
                <a:lnTo>
                  <a:pt x="1008384" y="784044"/>
                </a:lnTo>
                <a:close/>
              </a:path>
              <a:path w="4359909" h="1712595">
                <a:moveTo>
                  <a:pt x="2750439" y="778247"/>
                </a:moveTo>
                <a:lnTo>
                  <a:pt x="2750439" y="772450"/>
                </a:lnTo>
                <a:lnTo>
                  <a:pt x="2754257" y="772450"/>
                </a:lnTo>
                <a:lnTo>
                  <a:pt x="2754920" y="776425"/>
                </a:lnTo>
                <a:lnTo>
                  <a:pt x="2753759" y="778578"/>
                </a:lnTo>
                <a:lnTo>
                  <a:pt x="2750439" y="778247"/>
                </a:lnTo>
                <a:close/>
              </a:path>
              <a:path w="4359909" h="1712595">
                <a:moveTo>
                  <a:pt x="2058763" y="768143"/>
                </a:moveTo>
                <a:lnTo>
                  <a:pt x="2058928" y="764831"/>
                </a:lnTo>
                <a:lnTo>
                  <a:pt x="2063078" y="764002"/>
                </a:lnTo>
                <a:lnTo>
                  <a:pt x="2062580" y="767646"/>
                </a:lnTo>
                <a:lnTo>
                  <a:pt x="2062580" y="770569"/>
                </a:lnTo>
                <a:lnTo>
                  <a:pt x="2060422" y="769800"/>
                </a:lnTo>
                <a:lnTo>
                  <a:pt x="2058763" y="768143"/>
                </a:lnTo>
                <a:close/>
              </a:path>
              <a:path w="4359909" h="1712595">
                <a:moveTo>
                  <a:pt x="2062580" y="770569"/>
                </a:moveTo>
                <a:lnTo>
                  <a:pt x="2062580" y="767646"/>
                </a:lnTo>
                <a:lnTo>
                  <a:pt x="2062746" y="770628"/>
                </a:lnTo>
                <a:lnTo>
                  <a:pt x="2062580" y="770569"/>
                </a:lnTo>
                <a:close/>
              </a:path>
              <a:path w="4359909" h="1712595">
                <a:moveTo>
                  <a:pt x="586087" y="816549"/>
                </a:moveTo>
                <a:lnTo>
                  <a:pt x="587767" y="814686"/>
                </a:lnTo>
                <a:lnTo>
                  <a:pt x="590008" y="817108"/>
                </a:lnTo>
                <a:lnTo>
                  <a:pt x="588141" y="817543"/>
                </a:lnTo>
                <a:lnTo>
                  <a:pt x="586087" y="816549"/>
                </a:lnTo>
                <a:close/>
              </a:path>
              <a:path w="4359909" h="1712595">
                <a:moveTo>
                  <a:pt x="731182" y="795969"/>
                </a:moveTo>
                <a:lnTo>
                  <a:pt x="731845" y="791663"/>
                </a:lnTo>
                <a:lnTo>
                  <a:pt x="737655" y="789675"/>
                </a:lnTo>
                <a:lnTo>
                  <a:pt x="735165" y="795969"/>
                </a:lnTo>
                <a:lnTo>
                  <a:pt x="735165" y="799211"/>
                </a:lnTo>
                <a:lnTo>
                  <a:pt x="732177" y="798785"/>
                </a:lnTo>
                <a:lnTo>
                  <a:pt x="731182" y="795969"/>
                </a:lnTo>
                <a:close/>
              </a:path>
              <a:path w="4359909" h="1712595">
                <a:moveTo>
                  <a:pt x="735165" y="799211"/>
                </a:moveTo>
                <a:lnTo>
                  <a:pt x="735165" y="795969"/>
                </a:lnTo>
                <a:lnTo>
                  <a:pt x="735663" y="799282"/>
                </a:lnTo>
                <a:lnTo>
                  <a:pt x="735165" y="799211"/>
                </a:lnTo>
                <a:close/>
              </a:path>
              <a:path w="4359909" h="1712595">
                <a:moveTo>
                  <a:pt x="1075277" y="627687"/>
                </a:moveTo>
                <a:lnTo>
                  <a:pt x="1075775" y="624043"/>
                </a:lnTo>
                <a:lnTo>
                  <a:pt x="1075775" y="621121"/>
                </a:lnTo>
                <a:lnTo>
                  <a:pt x="1077933" y="621890"/>
                </a:lnTo>
                <a:lnTo>
                  <a:pt x="1079593" y="623546"/>
                </a:lnTo>
                <a:lnTo>
                  <a:pt x="1079427" y="626859"/>
                </a:lnTo>
                <a:lnTo>
                  <a:pt x="1075775" y="627588"/>
                </a:lnTo>
                <a:lnTo>
                  <a:pt x="1075775" y="624043"/>
                </a:lnTo>
                <a:lnTo>
                  <a:pt x="1075609" y="621062"/>
                </a:lnTo>
                <a:lnTo>
                  <a:pt x="1075609" y="627621"/>
                </a:lnTo>
                <a:lnTo>
                  <a:pt x="1075277" y="627687"/>
                </a:lnTo>
                <a:close/>
              </a:path>
              <a:path w="4359909" h="1712595">
                <a:moveTo>
                  <a:pt x="3516644" y="567397"/>
                </a:moveTo>
                <a:lnTo>
                  <a:pt x="3518470" y="562262"/>
                </a:lnTo>
                <a:lnTo>
                  <a:pt x="3524446" y="568391"/>
                </a:lnTo>
                <a:lnTo>
                  <a:pt x="3522454" y="573194"/>
                </a:lnTo>
                <a:lnTo>
                  <a:pt x="3520296" y="573433"/>
                </a:lnTo>
                <a:lnTo>
                  <a:pt x="3520296" y="567728"/>
                </a:lnTo>
                <a:lnTo>
                  <a:pt x="3516644" y="567397"/>
                </a:lnTo>
                <a:close/>
              </a:path>
              <a:path w="4359909" h="1712595">
                <a:moveTo>
                  <a:pt x="3517972" y="573691"/>
                </a:moveTo>
                <a:lnTo>
                  <a:pt x="3520296" y="567728"/>
                </a:lnTo>
                <a:lnTo>
                  <a:pt x="3520296" y="573433"/>
                </a:lnTo>
                <a:lnTo>
                  <a:pt x="3517972" y="573691"/>
                </a:lnTo>
                <a:close/>
              </a:path>
              <a:path w="4359909" h="1712595">
                <a:moveTo>
                  <a:pt x="3914354" y="625203"/>
                </a:moveTo>
                <a:lnTo>
                  <a:pt x="3916180" y="617252"/>
                </a:lnTo>
                <a:lnTo>
                  <a:pt x="3921990" y="617584"/>
                </a:lnTo>
                <a:lnTo>
                  <a:pt x="3914354" y="625203"/>
                </a:lnTo>
                <a:close/>
              </a:path>
              <a:path w="4359909" h="1712595">
                <a:moveTo>
                  <a:pt x="2823474" y="619074"/>
                </a:moveTo>
                <a:lnTo>
                  <a:pt x="2823474" y="615265"/>
                </a:lnTo>
                <a:lnTo>
                  <a:pt x="2824968" y="615762"/>
                </a:lnTo>
                <a:lnTo>
                  <a:pt x="2825300" y="613443"/>
                </a:lnTo>
                <a:lnTo>
                  <a:pt x="2828952" y="612615"/>
                </a:lnTo>
                <a:lnTo>
                  <a:pt x="2828122" y="622221"/>
                </a:lnTo>
                <a:lnTo>
                  <a:pt x="2823474" y="619074"/>
                </a:lnTo>
                <a:close/>
              </a:path>
              <a:path w="4359909" h="1712595">
                <a:moveTo>
                  <a:pt x="2953643" y="581152"/>
                </a:moveTo>
                <a:lnTo>
                  <a:pt x="2954460" y="578474"/>
                </a:lnTo>
                <a:lnTo>
                  <a:pt x="2955931" y="578870"/>
                </a:lnTo>
                <a:lnTo>
                  <a:pt x="2955767" y="584623"/>
                </a:lnTo>
                <a:lnTo>
                  <a:pt x="2953643" y="581152"/>
                </a:lnTo>
                <a:close/>
              </a:path>
              <a:path w="4359909" h="1712595">
                <a:moveTo>
                  <a:pt x="3357295" y="586942"/>
                </a:moveTo>
                <a:lnTo>
                  <a:pt x="3359121" y="578991"/>
                </a:lnTo>
                <a:lnTo>
                  <a:pt x="3364930" y="579323"/>
                </a:lnTo>
                <a:lnTo>
                  <a:pt x="3357295" y="586942"/>
                </a:lnTo>
                <a:close/>
              </a:path>
              <a:path w="4359909" h="1712595">
                <a:moveTo>
                  <a:pt x="3393481" y="579985"/>
                </a:moveTo>
                <a:lnTo>
                  <a:pt x="3393813" y="575182"/>
                </a:lnTo>
                <a:lnTo>
                  <a:pt x="3400286" y="573194"/>
                </a:lnTo>
                <a:lnTo>
                  <a:pt x="3396800" y="581144"/>
                </a:lnTo>
                <a:lnTo>
                  <a:pt x="3396800" y="584301"/>
                </a:lnTo>
                <a:lnTo>
                  <a:pt x="3394808" y="583132"/>
                </a:lnTo>
                <a:lnTo>
                  <a:pt x="3393481" y="579985"/>
                </a:lnTo>
                <a:close/>
              </a:path>
              <a:path w="4359909" h="1712595">
                <a:moveTo>
                  <a:pt x="3396800" y="584301"/>
                </a:moveTo>
                <a:lnTo>
                  <a:pt x="3396800" y="581144"/>
                </a:lnTo>
                <a:lnTo>
                  <a:pt x="3397630" y="584788"/>
                </a:lnTo>
                <a:lnTo>
                  <a:pt x="3396800" y="584301"/>
                </a:lnTo>
                <a:close/>
              </a:path>
              <a:path w="4359909" h="1712595">
                <a:moveTo>
                  <a:pt x="3614492" y="614286"/>
                </a:moveTo>
                <a:lnTo>
                  <a:pt x="3616570" y="615265"/>
                </a:lnTo>
                <a:lnTo>
                  <a:pt x="3617620" y="617361"/>
                </a:lnTo>
                <a:lnTo>
                  <a:pt x="3615885" y="616010"/>
                </a:lnTo>
                <a:lnTo>
                  <a:pt x="3614492" y="614286"/>
                </a:lnTo>
                <a:close/>
              </a:path>
              <a:path w="4359909" h="1712595">
                <a:moveTo>
                  <a:pt x="3313520" y="613174"/>
                </a:moveTo>
                <a:lnTo>
                  <a:pt x="3314968" y="609633"/>
                </a:lnTo>
                <a:lnTo>
                  <a:pt x="3317162" y="612987"/>
                </a:lnTo>
                <a:lnTo>
                  <a:pt x="3315466" y="614230"/>
                </a:lnTo>
                <a:lnTo>
                  <a:pt x="3313520" y="613174"/>
                </a:lnTo>
                <a:close/>
              </a:path>
              <a:path w="4359909" h="1712595">
                <a:moveTo>
                  <a:pt x="1470829" y="614933"/>
                </a:moveTo>
                <a:lnTo>
                  <a:pt x="1472821" y="613111"/>
                </a:lnTo>
                <a:lnTo>
                  <a:pt x="1476971" y="613443"/>
                </a:lnTo>
                <a:lnTo>
                  <a:pt x="1476971" y="619240"/>
                </a:lnTo>
                <a:lnTo>
                  <a:pt x="1471161" y="619240"/>
                </a:lnTo>
                <a:lnTo>
                  <a:pt x="1470829" y="614933"/>
                </a:lnTo>
                <a:close/>
              </a:path>
              <a:path w="4359909" h="1712595">
                <a:moveTo>
                  <a:pt x="745197" y="621841"/>
                </a:moveTo>
                <a:lnTo>
                  <a:pt x="745291" y="617252"/>
                </a:lnTo>
                <a:lnTo>
                  <a:pt x="747438" y="619651"/>
                </a:lnTo>
                <a:lnTo>
                  <a:pt x="746660" y="621911"/>
                </a:lnTo>
                <a:lnTo>
                  <a:pt x="745197" y="621841"/>
                </a:lnTo>
                <a:close/>
              </a:path>
              <a:path w="4359909" h="1712595">
                <a:moveTo>
                  <a:pt x="1655552" y="625720"/>
                </a:moveTo>
                <a:lnTo>
                  <a:pt x="1655575" y="621062"/>
                </a:lnTo>
                <a:lnTo>
                  <a:pt x="1657746" y="623484"/>
                </a:lnTo>
                <a:lnTo>
                  <a:pt x="1657007" y="625782"/>
                </a:lnTo>
                <a:lnTo>
                  <a:pt x="1655552" y="625720"/>
                </a:lnTo>
                <a:close/>
              </a:path>
              <a:path w="4359909" h="1712595">
                <a:moveTo>
                  <a:pt x="3093538" y="619737"/>
                </a:moveTo>
                <a:lnTo>
                  <a:pt x="3094202" y="613443"/>
                </a:lnTo>
                <a:lnTo>
                  <a:pt x="3100012" y="613277"/>
                </a:lnTo>
                <a:lnTo>
                  <a:pt x="3099846" y="619240"/>
                </a:lnTo>
                <a:lnTo>
                  <a:pt x="3099846" y="624411"/>
                </a:lnTo>
                <a:lnTo>
                  <a:pt x="3098518" y="620731"/>
                </a:lnTo>
                <a:lnTo>
                  <a:pt x="3093538" y="619737"/>
                </a:lnTo>
                <a:close/>
              </a:path>
              <a:path w="4359909" h="1712595">
                <a:moveTo>
                  <a:pt x="3099846" y="624411"/>
                </a:moveTo>
                <a:lnTo>
                  <a:pt x="3099846" y="619240"/>
                </a:lnTo>
                <a:lnTo>
                  <a:pt x="3100012" y="624871"/>
                </a:lnTo>
                <a:lnTo>
                  <a:pt x="3099846" y="624411"/>
                </a:lnTo>
                <a:close/>
              </a:path>
              <a:path w="4359909" h="1712595">
                <a:moveTo>
                  <a:pt x="3415059" y="627190"/>
                </a:moveTo>
                <a:lnTo>
                  <a:pt x="3416885" y="619240"/>
                </a:lnTo>
                <a:lnTo>
                  <a:pt x="3422529" y="619571"/>
                </a:lnTo>
                <a:lnTo>
                  <a:pt x="3415059" y="627190"/>
                </a:lnTo>
                <a:close/>
              </a:path>
              <a:path w="4359909" h="1712595">
                <a:moveTo>
                  <a:pt x="3098020" y="530958"/>
                </a:moveTo>
                <a:lnTo>
                  <a:pt x="3099348" y="528473"/>
                </a:lnTo>
                <a:lnTo>
                  <a:pt x="3103166" y="531952"/>
                </a:lnTo>
                <a:lnTo>
                  <a:pt x="3107647" y="528970"/>
                </a:lnTo>
                <a:lnTo>
                  <a:pt x="3107481" y="533939"/>
                </a:lnTo>
                <a:lnTo>
                  <a:pt x="3100510" y="533608"/>
                </a:lnTo>
                <a:lnTo>
                  <a:pt x="3098020" y="530958"/>
                </a:lnTo>
                <a:close/>
              </a:path>
              <a:path w="4359909" h="1712595">
                <a:moveTo>
                  <a:pt x="3835675" y="533277"/>
                </a:moveTo>
                <a:lnTo>
                  <a:pt x="3837501" y="525326"/>
                </a:lnTo>
                <a:lnTo>
                  <a:pt x="3843145" y="525658"/>
                </a:lnTo>
                <a:lnTo>
                  <a:pt x="3835675" y="533277"/>
                </a:lnTo>
                <a:close/>
              </a:path>
              <a:path w="4359909" h="1712595">
                <a:moveTo>
                  <a:pt x="3827874" y="527314"/>
                </a:moveTo>
                <a:lnTo>
                  <a:pt x="3827874" y="521517"/>
                </a:lnTo>
                <a:lnTo>
                  <a:pt x="3829534" y="523008"/>
                </a:lnTo>
                <a:lnTo>
                  <a:pt x="3832189" y="523504"/>
                </a:lnTo>
                <a:lnTo>
                  <a:pt x="3835509" y="523504"/>
                </a:lnTo>
                <a:lnTo>
                  <a:pt x="3835011" y="526817"/>
                </a:lnTo>
                <a:lnTo>
                  <a:pt x="3832189" y="527811"/>
                </a:lnTo>
                <a:lnTo>
                  <a:pt x="3827874" y="527314"/>
                </a:lnTo>
                <a:close/>
              </a:path>
              <a:path w="4359909" h="1712595">
                <a:moveTo>
                  <a:pt x="3869763" y="529571"/>
                </a:moveTo>
                <a:lnTo>
                  <a:pt x="3872027" y="527148"/>
                </a:lnTo>
                <a:lnTo>
                  <a:pt x="3873638" y="529012"/>
                </a:lnTo>
                <a:lnTo>
                  <a:pt x="3871591" y="530006"/>
                </a:lnTo>
                <a:lnTo>
                  <a:pt x="3869763" y="529571"/>
                </a:lnTo>
                <a:close/>
              </a:path>
              <a:path w="4359909" h="1712595">
                <a:moveTo>
                  <a:pt x="3100343" y="571537"/>
                </a:moveTo>
                <a:lnTo>
                  <a:pt x="3101008" y="571869"/>
                </a:lnTo>
                <a:lnTo>
                  <a:pt x="3100510" y="571703"/>
                </a:lnTo>
                <a:lnTo>
                  <a:pt x="3100343" y="571537"/>
                </a:lnTo>
                <a:close/>
              </a:path>
              <a:path w="4359909" h="1712595">
                <a:moveTo>
                  <a:pt x="3099846" y="571207"/>
                </a:moveTo>
                <a:lnTo>
                  <a:pt x="3100178" y="571372"/>
                </a:lnTo>
                <a:lnTo>
                  <a:pt x="3100343" y="571537"/>
                </a:lnTo>
                <a:lnTo>
                  <a:pt x="3099846" y="571207"/>
                </a:lnTo>
                <a:close/>
              </a:path>
              <a:path w="4359909" h="1712595">
                <a:moveTo>
                  <a:pt x="3069304" y="556465"/>
                </a:moveTo>
                <a:lnTo>
                  <a:pt x="3069304" y="556300"/>
                </a:lnTo>
                <a:lnTo>
                  <a:pt x="3069470" y="556797"/>
                </a:lnTo>
                <a:lnTo>
                  <a:pt x="3069304" y="556465"/>
                </a:lnTo>
                <a:close/>
              </a:path>
              <a:path w="4359909" h="1712595">
                <a:moveTo>
                  <a:pt x="3069303" y="556299"/>
                </a:moveTo>
                <a:close/>
              </a:path>
              <a:path w="4359909" h="1712595">
                <a:moveTo>
                  <a:pt x="3069138" y="555968"/>
                </a:moveTo>
                <a:lnTo>
                  <a:pt x="3069138" y="555803"/>
                </a:lnTo>
                <a:lnTo>
                  <a:pt x="3069303" y="556299"/>
                </a:lnTo>
                <a:lnTo>
                  <a:pt x="3069138" y="555968"/>
                </a:lnTo>
                <a:close/>
              </a:path>
              <a:path w="4359909" h="1712595">
                <a:moveTo>
                  <a:pt x="3068972" y="555637"/>
                </a:moveTo>
                <a:lnTo>
                  <a:pt x="3068972" y="555471"/>
                </a:lnTo>
                <a:lnTo>
                  <a:pt x="3069138" y="555802"/>
                </a:lnTo>
                <a:lnTo>
                  <a:pt x="3068972" y="555637"/>
                </a:lnTo>
                <a:close/>
              </a:path>
              <a:path w="4359909" h="1712595">
                <a:moveTo>
                  <a:pt x="1181344" y="573525"/>
                </a:moveTo>
                <a:lnTo>
                  <a:pt x="1183170" y="565575"/>
                </a:lnTo>
                <a:lnTo>
                  <a:pt x="1188814" y="565906"/>
                </a:lnTo>
                <a:lnTo>
                  <a:pt x="1181344" y="573525"/>
                </a:lnTo>
                <a:close/>
              </a:path>
              <a:path w="4359909" h="1712595">
                <a:moveTo>
                  <a:pt x="1499711" y="568391"/>
                </a:moveTo>
                <a:lnTo>
                  <a:pt x="1500043" y="563587"/>
                </a:lnTo>
                <a:lnTo>
                  <a:pt x="1506517" y="561600"/>
                </a:lnTo>
                <a:lnTo>
                  <a:pt x="1503031" y="569550"/>
                </a:lnTo>
                <a:lnTo>
                  <a:pt x="1503031" y="572707"/>
                </a:lnTo>
                <a:lnTo>
                  <a:pt x="1501039" y="571538"/>
                </a:lnTo>
                <a:lnTo>
                  <a:pt x="1499711" y="568391"/>
                </a:lnTo>
                <a:close/>
              </a:path>
              <a:path w="4359909" h="1712595">
                <a:moveTo>
                  <a:pt x="1503031" y="572707"/>
                </a:moveTo>
                <a:lnTo>
                  <a:pt x="1503031" y="569550"/>
                </a:lnTo>
                <a:lnTo>
                  <a:pt x="1503861" y="573194"/>
                </a:lnTo>
                <a:lnTo>
                  <a:pt x="1503031" y="572707"/>
                </a:lnTo>
                <a:close/>
              </a:path>
              <a:path w="4359909" h="1712595">
                <a:moveTo>
                  <a:pt x="2193286" y="570140"/>
                </a:moveTo>
                <a:lnTo>
                  <a:pt x="2193379" y="565575"/>
                </a:lnTo>
                <a:lnTo>
                  <a:pt x="2195527" y="567904"/>
                </a:lnTo>
                <a:lnTo>
                  <a:pt x="2194749" y="570171"/>
                </a:lnTo>
                <a:lnTo>
                  <a:pt x="2193286" y="570140"/>
                </a:lnTo>
                <a:close/>
              </a:path>
              <a:path w="4359909" h="1712595">
                <a:moveTo>
                  <a:pt x="3393646" y="555968"/>
                </a:moveTo>
                <a:lnTo>
                  <a:pt x="3395472" y="550834"/>
                </a:lnTo>
                <a:lnTo>
                  <a:pt x="3401448" y="556962"/>
                </a:lnTo>
                <a:lnTo>
                  <a:pt x="3399456" y="561765"/>
                </a:lnTo>
                <a:lnTo>
                  <a:pt x="3398128" y="561639"/>
                </a:lnTo>
                <a:lnTo>
                  <a:pt x="3398128" y="555306"/>
                </a:lnTo>
                <a:lnTo>
                  <a:pt x="3393646" y="555968"/>
                </a:lnTo>
                <a:close/>
              </a:path>
              <a:path w="4359909" h="1712595">
                <a:moveTo>
                  <a:pt x="3395970" y="561434"/>
                </a:moveTo>
                <a:lnTo>
                  <a:pt x="3398128" y="555306"/>
                </a:lnTo>
                <a:lnTo>
                  <a:pt x="3398128" y="561639"/>
                </a:lnTo>
                <a:lnTo>
                  <a:pt x="3395970" y="561434"/>
                </a:lnTo>
                <a:close/>
              </a:path>
              <a:path w="4359909" h="1712595">
                <a:moveTo>
                  <a:pt x="3429666" y="568888"/>
                </a:moveTo>
                <a:lnTo>
                  <a:pt x="3429666" y="564250"/>
                </a:lnTo>
                <a:lnTo>
                  <a:pt x="3432156" y="561765"/>
                </a:lnTo>
                <a:lnTo>
                  <a:pt x="3434812" y="562262"/>
                </a:lnTo>
                <a:lnTo>
                  <a:pt x="3433816" y="566569"/>
                </a:lnTo>
                <a:lnTo>
                  <a:pt x="3433816" y="569348"/>
                </a:lnTo>
                <a:lnTo>
                  <a:pt x="3429666" y="568888"/>
                </a:lnTo>
                <a:close/>
              </a:path>
              <a:path w="4359909" h="1712595">
                <a:moveTo>
                  <a:pt x="3433816" y="569348"/>
                </a:moveTo>
                <a:lnTo>
                  <a:pt x="3433816" y="566569"/>
                </a:lnTo>
                <a:lnTo>
                  <a:pt x="3434148" y="569385"/>
                </a:lnTo>
                <a:lnTo>
                  <a:pt x="3433816" y="569348"/>
                </a:lnTo>
                <a:close/>
              </a:path>
              <a:path w="4359909" h="1712595">
                <a:moveTo>
                  <a:pt x="3378352" y="664054"/>
                </a:moveTo>
                <a:lnTo>
                  <a:pt x="3378376" y="659489"/>
                </a:lnTo>
                <a:lnTo>
                  <a:pt x="3380546" y="661818"/>
                </a:lnTo>
                <a:lnTo>
                  <a:pt x="3379807" y="664085"/>
                </a:lnTo>
                <a:lnTo>
                  <a:pt x="3378352" y="664054"/>
                </a:lnTo>
                <a:close/>
              </a:path>
              <a:path w="4359909" h="1712595">
                <a:moveTo>
                  <a:pt x="3311316" y="680855"/>
                </a:moveTo>
                <a:lnTo>
                  <a:pt x="3313142" y="672905"/>
                </a:lnTo>
                <a:lnTo>
                  <a:pt x="3318785" y="673236"/>
                </a:lnTo>
                <a:lnTo>
                  <a:pt x="3311316" y="680855"/>
                </a:lnTo>
                <a:close/>
              </a:path>
              <a:path w="4359909" h="1712595">
                <a:moveTo>
                  <a:pt x="3120927" y="676217"/>
                </a:moveTo>
                <a:lnTo>
                  <a:pt x="3121093" y="672905"/>
                </a:lnTo>
                <a:lnTo>
                  <a:pt x="3123416" y="673733"/>
                </a:lnTo>
                <a:lnTo>
                  <a:pt x="3124910" y="675224"/>
                </a:lnTo>
                <a:lnTo>
                  <a:pt x="3124910" y="678702"/>
                </a:lnTo>
                <a:lnTo>
                  <a:pt x="3122586" y="677874"/>
                </a:lnTo>
                <a:lnTo>
                  <a:pt x="3120927" y="676217"/>
                </a:lnTo>
                <a:close/>
              </a:path>
              <a:path w="4359909" h="1712595">
                <a:moveTo>
                  <a:pt x="3285920" y="664126"/>
                </a:moveTo>
                <a:lnTo>
                  <a:pt x="3286418" y="660482"/>
                </a:lnTo>
                <a:lnTo>
                  <a:pt x="3286418" y="657560"/>
                </a:lnTo>
                <a:lnTo>
                  <a:pt x="3288575" y="658329"/>
                </a:lnTo>
                <a:lnTo>
                  <a:pt x="3290235" y="659985"/>
                </a:lnTo>
                <a:lnTo>
                  <a:pt x="3290069" y="663298"/>
                </a:lnTo>
                <a:lnTo>
                  <a:pt x="3286418" y="664027"/>
                </a:lnTo>
                <a:lnTo>
                  <a:pt x="3286418" y="660482"/>
                </a:lnTo>
                <a:lnTo>
                  <a:pt x="3286252" y="657501"/>
                </a:lnTo>
                <a:lnTo>
                  <a:pt x="3286252" y="664060"/>
                </a:lnTo>
                <a:lnTo>
                  <a:pt x="3285920" y="664126"/>
                </a:lnTo>
                <a:close/>
              </a:path>
              <a:path w="4359909" h="1712595">
                <a:moveTo>
                  <a:pt x="3034280" y="681352"/>
                </a:moveTo>
                <a:lnTo>
                  <a:pt x="3034778" y="677708"/>
                </a:lnTo>
                <a:lnTo>
                  <a:pt x="3034778" y="674786"/>
                </a:lnTo>
                <a:lnTo>
                  <a:pt x="3036936" y="675555"/>
                </a:lnTo>
                <a:lnTo>
                  <a:pt x="3038596" y="677211"/>
                </a:lnTo>
                <a:lnTo>
                  <a:pt x="3038430" y="680524"/>
                </a:lnTo>
                <a:lnTo>
                  <a:pt x="3034778" y="681253"/>
                </a:lnTo>
                <a:lnTo>
                  <a:pt x="3034778" y="677708"/>
                </a:lnTo>
                <a:lnTo>
                  <a:pt x="3034612" y="674727"/>
                </a:lnTo>
                <a:lnTo>
                  <a:pt x="3034612" y="681286"/>
                </a:lnTo>
                <a:lnTo>
                  <a:pt x="3034280" y="681352"/>
                </a:lnTo>
                <a:close/>
              </a:path>
              <a:path w="4359909" h="1712595">
                <a:moveTo>
                  <a:pt x="1497553" y="623546"/>
                </a:moveTo>
                <a:lnTo>
                  <a:pt x="1498051" y="619240"/>
                </a:lnTo>
                <a:lnTo>
                  <a:pt x="1501537" y="619571"/>
                </a:lnTo>
                <a:lnTo>
                  <a:pt x="1502533" y="622552"/>
                </a:lnTo>
                <a:lnTo>
                  <a:pt x="1501869" y="626859"/>
                </a:lnTo>
                <a:lnTo>
                  <a:pt x="1498549" y="626528"/>
                </a:lnTo>
                <a:lnTo>
                  <a:pt x="1497553" y="623546"/>
                </a:lnTo>
                <a:close/>
              </a:path>
              <a:path w="4359909" h="1712595">
                <a:moveTo>
                  <a:pt x="1494400" y="621393"/>
                </a:moveTo>
                <a:lnTo>
                  <a:pt x="1496225" y="613443"/>
                </a:lnTo>
                <a:lnTo>
                  <a:pt x="1501869" y="613774"/>
                </a:lnTo>
                <a:lnTo>
                  <a:pt x="1494400" y="621393"/>
                </a:lnTo>
                <a:close/>
              </a:path>
              <a:path w="4359909" h="1712595">
                <a:moveTo>
                  <a:pt x="4027287" y="667105"/>
                </a:moveTo>
                <a:lnTo>
                  <a:pt x="4028741" y="665638"/>
                </a:lnTo>
                <a:lnTo>
                  <a:pt x="4030601" y="667804"/>
                </a:lnTo>
                <a:lnTo>
                  <a:pt x="4029551" y="672905"/>
                </a:lnTo>
                <a:lnTo>
                  <a:pt x="4027287" y="667105"/>
                </a:lnTo>
                <a:close/>
              </a:path>
              <a:path w="4359909" h="1712595">
                <a:moveTo>
                  <a:pt x="3697241" y="680855"/>
                </a:moveTo>
                <a:lnTo>
                  <a:pt x="3699232" y="672905"/>
                </a:lnTo>
                <a:lnTo>
                  <a:pt x="3704876" y="673236"/>
                </a:lnTo>
                <a:lnTo>
                  <a:pt x="3697241" y="680855"/>
                </a:lnTo>
                <a:close/>
              </a:path>
              <a:path w="4359909" h="1712595">
                <a:moveTo>
                  <a:pt x="2304758" y="663132"/>
                </a:moveTo>
                <a:lnTo>
                  <a:pt x="2306750" y="661310"/>
                </a:lnTo>
                <a:lnTo>
                  <a:pt x="2309572" y="662967"/>
                </a:lnTo>
                <a:lnTo>
                  <a:pt x="2309572" y="667439"/>
                </a:lnTo>
                <a:lnTo>
                  <a:pt x="2310568" y="670917"/>
                </a:lnTo>
                <a:lnTo>
                  <a:pt x="2304924" y="671248"/>
                </a:lnTo>
                <a:lnTo>
                  <a:pt x="2304758" y="663132"/>
                </a:lnTo>
                <a:close/>
              </a:path>
              <a:path w="4359909" h="1712595">
                <a:moveTo>
                  <a:pt x="1275294" y="676714"/>
                </a:moveTo>
                <a:lnTo>
                  <a:pt x="1275294" y="667108"/>
                </a:lnTo>
                <a:lnTo>
                  <a:pt x="1281933" y="670751"/>
                </a:lnTo>
                <a:lnTo>
                  <a:pt x="1281104" y="676714"/>
                </a:lnTo>
                <a:lnTo>
                  <a:pt x="1275294" y="676714"/>
                </a:lnTo>
                <a:close/>
              </a:path>
              <a:path w="4359909" h="1712595">
                <a:moveTo>
                  <a:pt x="2923140" y="665969"/>
                </a:moveTo>
                <a:lnTo>
                  <a:pt x="2923233" y="661310"/>
                </a:lnTo>
                <a:lnTo>
                  <a:pt x="2925381" y="663733"/>
                </a:lnTo>
                <a:lnTo>
                  <a:pt x="2924603" y="666031"/>
                </a:lnTo>
                <a:lnTo>
                  <a:pt x="2923140" y="665969"/>
                </a:lnTo>
                <a:close/>
              </a:path>
              <a:path w="4359909" h="1712595">
                <a:moveTo>
                  <a:pt x="1432486" y="669923"/>
                </a:moveTo>
                <a:lnTo>
                  <a:pt x="1432984" y="666279"/>
                </a:lnTo>
                <a:lnTo>
                  <a:pt x="1432984" y="663357"/>
                </a:lnTo>
                <a:lnTo>
                  <a:pt x="1435141" y="664126"/>
                </a:lnTo>
                <a:lnTo>
                  <a:pt x="1436801" y="665783"/>
                </a:lnTo>
                <a:lnTo>
                  <a:pt x="1436635" y="669095"/>
                </a:lnTo>
                <a:lnTo>
                  <a:pt x="1432984" y="669824"/>
                </a:lnTo>
                <a:lnTo>
                  <a:pt x="1432984" y="666279"/>
                </a:lnTo>
                <a:lnTo>
                  <a:pt x="1432817" y="663298"/>
                </a:lnTo>
                <a:lnTo>
                  <a:pt x="1432817" y="669857"/>
                </a:lnTo>
                <a:lnTo>
                  <a:pt x="1432486" y="669923"/>
                </a:lnTo>
                <a:close/>
              </a:path>
              <a:path w="4359909" h="1712595">
                <a:moveTo>
                  <a:pt x="1063989" y="665120"/>
                </a:moveTo>
                <a:lnTo>
                  <a:pt x="1068139" y="664292"/>
                </a:lnTo>
                <a:lnTo>
                  <a:pt x="1067641" y="667936"/>
                </a:lnTo>
                <a:lnTo>
                  <a:pt x="1067641" y="670858"/>
                </a:lnTo>
                <a:lnTo>
                  <a:pt x="1065484" y="670089"/>
                </a:lnTo>
                <a:lnTo>
                  <a:pt x="1063990" y="668433"/>
                </a:lnTo>
                <a:lnTo>
                  <a:pt x="1063989" y="665120"/>
                </a:lnTo>
                <a:close/>
              </a:path>
              <a:path w="4359909" h="1712595">
                <a:moveTo>
                  <a:pt x="1067641" y="670858"/>
                </a:moveTo>
                <a:lnTo>
                  <a:pt x="1067641" y="667936"/>
                </a:lnTo>
                <a:lnTo>
                  <a:pt x="1067808" y="670917"/>
                </a:lnTo>
                <a:lnTo>
                  <a:pt x="1067641" y="670858"/>
                </a:lnTo>
                <a:close/>
              </a:path>
              <a:path w="4359909" h="1712595">
                <a:moveTo>
                  <a:pt x="3145991" y="661310"/>
                </a:moveTo>
                <a:lnTo>
                  <a:pt x="3150970" y="661476"/>
                </a:lnTo>
                <a:lnTo>
                  <a:pt x="3150473" y="668433"/>
                </a:lnTo>
                <a:lnTo>
                  <a:pt x="3147817" y="670917"/>
                </a:lnTo>
                <a:lnTo>
                  <a:pt x="3146987" y="670986"/>
                </a:lnTo>
                <a:lnTo>
                  <a:pt x="3146987" y="664126"/>
                </a:lnTo>
                <a:lnTo>
                  <a:pt x="3145991" y="661310"/>
                </a:lnTo>
                <a:close/>
              </a:path>
              <a:path w="4359909" h="1712595">
                <a:moveTo>
                  <a:pt x="3143833" y="671248"/>
                </a:moveTo>
                <a:lnTo>
                  <a:pt x="3146987" y="664126"/>
                </a:lnTo>
                <a:lnTo>
                  <a:pt x="3146987" y="670986"/>
                </a:lnTo>
                <a:lnTo>
                  <a:pt x="3143833" y="671248"/>
                </a:lnTo>
                <a:close/>
              </a:path>
              <a:path w="4359909" h="1712595">
                <a:moveTo>
                  <a:pt x="2602543" y="614602"/>
                </a:moveTo>
                <a:lnTo>
                  <a:pt x="2602543" y="607646"/>
                </a:lnTo>
                <a:lnTo>
                  <a:pt x="2611506" y="606652"/>
                </a:lnTo>
                <a:lnTo>
                  <a:pt x="2615822" y="604499"/>
                </a:lnTo>
                <a:lnTo>
                  <a:pt x="2615988" y="615265"/>
                </a:lnTo>
                <a:lnTo>
                  <a:pt x="2612668" y="611621"/>
                </a:lnTo>
                <a:lnTo>
                  <a:pt x="2602543" y="614602"/>
                </a:lnTo>
                <a:close/>
              </a:path>
              <a:path w="4359909" h="1712595">
                <a:moveTo>
                  <a:pt x="2410493" y="728723"/>
                </a:moveTo>
                <a:lnTo>
                  <a:pt x="2412319" y="720772"/>
                </a:lnTo>
                <a:lnTo>
                  <a:pt x="2418129" y="721104"/>
                </a:lnTo>
                <a:lnTo>
                  <a:pt x="2410493" y="728723"/>
                </a:lnTo>
                <a:close/>
              </a:path>
              <a:path w="4359909" h="1712595">
                <a:moveTo>
                  <a:pt x="4052623" y="613774"/>
                </a:moveTo>
                <a:lnTo>
                  <a:pt x="4054449" y="605824"/>
                </a:lnTo>
                <a:lnTo>
                  <a:pt x="4060259" y="606155"/>
                </a:lnTo>
                <a:lnTo>
                  <a:pt x="4052623" y="613774"/>
                </a:lnTo>
                <a:close/>
              </a:path>
              <a:path w="4359909" h="1712595">
                <a:moveTo>
                  <a:pt x="2037848" y="621393"/>
                </a:moveTo>
                <a:lnTo>
                  <a:pt x="2039674" y="613443"/>
                </a:lnTo>
                <a:lnTo>
                  <a:pt x="2045483" y="613774"/>
                </a:lnTo>
                <a:lnTo>
                  <a:pt x="2037848" y="621393"/>
                </a:lnTo>
                <a:close/>
              </a:path>
              <a:path w="4359909" h="1712595">
                <a:moveTo>
                  <a:pt x="770500" y="638329"/>
                </a:moveTo>
                <a:lnTo>
                  <a:pt x="772181" y="636466"/>
                </a:lnTo>
                <a:lnTo>
                  <a:pt x="774422" y="638888"/>
                </a:lnTo>
                <a:lnTo>
                  <a:pt x="772555" y="639323"/>
                </a:lnTo>
                <a:lnTo>
                  <a:pt x="770500" y="638329"/>
                </a:lnTo>
                <a:close/>
              </a:path>
              <a:path w="4359909" h="1712595">
                <a:moveTo>
                  <a:pt x="3736414" y="660317"/>
                </a:moveTo>
                <a:lnTo>
                  <a:pt x="3739402" y="655513"/>
                </a:lnTo>
                <a:lnTo>
                  <a:pt x="3742555" y="655016"/>
                </a:lnTo>
                <a:lnTo>
                  <a:pt x="3742722" y="657335"/>
                </a:lnTo>
                <a:lnTo>
                  <a:pt x="3745211" y="657501"/>
                </a:lnTo>
                <a:lnTo>
                  <a:pt x="3746041" y="661145"/>
                </a:lnTo>
                <a:lnTo>
                  <a:pt x="3736414" y="660317"/>
                </a:lnTo>
                <a:close/>
              </a:path>
              <a:path w="4359909" h="1712595">
                <a:moveTo>
                  <a:pt x="2943318" y="669923"/>
                </a:moveTo>
                <a:lnTo>
                  <a:pt x="2946140" y="665120"/>
                </a:lnTo>
                <a:lnTo>
                  <a:pt x="2949294" y="664623"/>
                </a:lnTo>
                <a:lnTo>
                  <a:pt x="2949460" y="666942"/>
                </a:lnTo>
                <a:lnTo>
                  <a:pt x="2951950" y="667108"/>
                </a:lnTo>
                <a:lnTo>
                  <a:pt x="2952779" y="670752"/>
                </a:lnTo>
                <a:lnTo>
                  <a:pt x="2943318" y="669923"/>
                </a:lnTo>
                <a:close/>
              </a:path>
              <a:path w="4359909" h="1712595">
                <a:moveTo>
                  <a:pt x="1336876" y="632822"/>
                </a:moveTo>
                <a:lnTo>
                  <a:pt x="1338702" y="624871"/>
                </a:lnTo>
                <a:lnTo>
                  <a:pt x="1344512" y="625368"/>
                </a:lnTo>
                <a:lnTo>
                  <a:pt x="1336876" y="632822"/>
                </a:lnTo>
                <a:close/>
              </a:path>
              <a:path w="4359909" h="1712595">
                <a:moveTo>
                  <a:pt x="1879660" y="645410"/>
                </a:moveTo>
                <a:lnTo>
                  <a:pt x="1880656" y="641269"/>
                </a:lnTo>
                <a:lnTo>
                  <a:pt x="1880656" y="638515"/>
                </a:lnTo>
                <a:lnTo>
                  <a:pt x="1882980" y="638950"/>
                </a:lnTo>
                <a:lnTo>
                  <a:pt x="1881984" y="643257"/>
                </a:lnTo>
                <a:lnTo>
                  <a:pt x="1881984" y="645990"/>
                </a:lnTo>
                <a:lnTo>
                  <a:pt x="1880656" y="645658"/>
                </a:lnTo>
                <a:lnTo>
                  <a:pt x="1880656" y="641269"/>
                </a:lnTo>
                <a:lnTo>
                  <a:pt x="1880324" y="638453"/>
                </a:lnTo>
                <a:lnTo>
                  <a:pt x="1880324" y="645575"/>
                </a:lnTo>
                <a:lnTo>
                  <a:pt x="1879660" y="645410"/>
                </a:lnTo>
                <a:close/>
              </a:path>
              <a:path w="4359909" h="1712595">
                <a:moveTo>
                  <a:pt x="1881984" y="645990"/>
                </a:moveTo>
                <a:lnTo>
                  <a:pt x="1881984" y="643257"/>
                </a:lnTo>
                <a:lnTo>
                  <a:pt x="1882316" y="646072"/>
                </a:lnTo>
                <a:lnTo>
                  <a:pt x="1881984" y="645990"/>
                </a:lnTo>
                <a:close/>
              </a:path>
              <a:path w="4359909" h="1712595">
                <a:moveTo>
                  <a:pt x="443688" y="642097"/>
                </a:moveTo>
                <a:lnTo>
                  <a:pt x="443688" y="638288"/>
                </a:lnTo>
                <a:lnTo>
                  <a:pt x="447506" y="638288"/>
                </a:lnTo>
                <a:lnTo>
                  <a:pt x="447506" y="642097"/>
                </a:lnTo>
                <a:lnTo>
                  <a:pt x="443688" y="642097"/>
                </a:lnTo>
                <a:close/>
              </a:path>
              <a:path w="4359909" h="1712595">
                <a:moveTo>
                  <a:pt x="3411314" y="718826"/>
                </a:moveTo>
                <a:lnTo>
                  <a:pt x="3412901" y="716963"/>
                </a:lnTo>
                <a:lnTo>
                  <a:pt x="3415235" y="719385"/>
                </a:lnTo>
                <a:lnTo>
                  <a:pt x="3413399" y="719820"/>
                </a:lnTo>
                <a:lnTo>
                  <a:pt x="3411314" y="718826"/>
                </a:lnTo>
                <a:close/>
              </a:path>
              <a:path w="4359909" h="1712595">
                <a:moveTo>
                  <a:pt x="2178109" y="740151"/>
                </a:moveTo>
                <a:lnTo>
                  <a:pt x="2179934" y="732201"/>
                </a:lnTo>
                <a:lnTo>
                  <a:pt x="2185744" y="732698"/>
                </a:lnTo>
                <a:lnTo>
                  <a:pt x="2178109" y="740151"/>
                </a:lnTo>
                <a:close/>
              </a:path>
              <a:path w="4359909" h="1712595">
                <a:moveTo>
                  <a:pt x="2820491" y="719111"/>
                </a:moveTo>
                <a:lnTo>
                  <a:pt x="2825300" y="718785"/>
                </a:lnTo>
                <a:lnTo>
                  <a:pt x="2823386" y="721999"/>
                </a:lnTo>
                <a:lnTo>
                  <a:pt x="2820818" y="721145"/>
                </a:lnTo>
                <a:lnTo>
                  <a:pt x="2820491" y="719111"/>
                </a:lnTo>
                <a:close/>
              </a:path>
              <a:path w="4359909" h="1712595">
                <a:moveTo>
                  <a:pt x="3666201" y="543194"/>
                </a:moveTo>
                <a:lnTo>
                  <a:pt x="3666201" y="540730"/>
                </a:lnTo>
                <a:lnTo>
                  <a:pt x="3672342" y="538577"/>
                </a:lnTo>
                <a:lnTo>
                  <a:pt x="3672342" y="544374"/>
                </a:lnTo>
                <a:lnTo>
                  <a:pt x="3667694" y="543380"/>
                </a:lnTo>
                <a:lnTo>
                  <a:pt x="3666201" y="543194"/>
                </a:lnTo>
                <a:close/>
              </a:path>
              <a:path w="4359909" h="1712595">
                <a:moveTo>
                  <a:pt x="3662383" y="542718"/>
                </a:moveTo>
                <a:lnTo>
                  <a:pt x="3662715" y="536755"/>
                </a:lnTo>
                <a:lnTo>
                  <a:pt x="3667197" y="539571"/>
                </a:lnTo>
                <a:lnTo>
                  <a:pt x="3666201" y="540730"/>
                </a:lnTo>
                <a:lnTo>
                  <a:pt x="3666201" y="543194"/>
                </a:lnTo>
                <a:lnTo>
                  <a:pt x="3662383" y="542718"/>
                </a:lnTo>
                <a:close/>
              </a:path>
              <a:path w="4359909" h="1712595">
                <a:moveTo>
                  <a:pt x="3169328" y="735182"/>
                </a:moveTo>
                <a:lnTo>
                  <a:pt x="3171055" y="732201"/>
                </a:lnTo>
                <a:lnTo>
                  <a:pt x="3172969" y="734437"/>
                </a:lnTo>
                <a:lnTo>
                  <a:pt x="3171180" y="735679"/>
                </a:lnTo>
                <a:lnTo>
                  <a:pt x="3169328" y="735182"/>
                </a:lnTo>
                <a:close/>
              </a:path>
              <a:path w="4359909" h="1712595">
                <a:moveTo>
                  <a:pt x="3702957" y="719634"/>
                </a:moveTo>
                <a:lnTo>
                  <a:pt x="3703050" y="714975"/>
                </a:lnTo>
                <a:lnTo>
                  <a:pt x="3705198" y="717398"/>
                </a:lnTo>
                <a:lnTo>
                  <a:pt x="3704420" y="719696"/>
                </a:lnTo>
                <a:lnTo>
                  <a:pt x="3702957" y="719634"/>
                </a:lnTo>
                <a:close/>
              </a:path>
              <a:path w="4359909" h="1712595">
                <a:moveTo>
                  <a:pt x="1123494" y="782996"/>
                </a:moveTo>
                <a:lnTo>
                  <a:pt x="1125572" y="784044"/>
                </a:lnTo>
                <a:lnTo>
                  <a:pt x="1126622" y="786117"/>
                </a:lnTo>
                <a:lnTo>
                  <a:pt x="1124887" y="784727"/>
                </a:lnTo>
                <a:lnTo>
                  <a:pt x="1123494" y="782996"/>
                </a:lnTo>
                <a:close/>
              </a:path>
              <a:path w="4359909" h="1712595">
                <a:moveTo>
                  <a:pt x="2857834" y="718785"/>
                </a:moveTo>
                <a:lnTo>
                  <a:pt x="2857834" y="714975"/>
                </a:lnTo>
                <a:lnTo>
                  <a:pt x="2861652" y="714975"/>
                </a:lnTo>
                <a:lnTo>
                  <a:pt x="2861652" y="718785"/>
                </a:lnTo>
                <a:lnTo>
                  <a:pt x="2857834" y="718785"/>
                </a:lnTo>
                <a:close/>
              </a:path>
              <a:path w="4359909" h="1712595">
                <a:moveTo>
                  <a:pt x="1553823" y="737998"/>
                </a:moveTo>
                <a:lnTo>
                  <a:pt x="1554156" y="735679"/>
                </a:lnTo>
                <a:lnTo>
                  <a:pt x="1557309" y="736342"/>
                </a:lnTo>
                <a:lnTo>
                  <a:pt x="1559633" y="736011"/>
                </a:lnTo>
                <a:lnTo>
                  <a:pt x="1560961" y="742470"/>
                </a:lnTo>
                <a:lnTo>
                  <a:pt x="1555650" y="739158"/>
                </a:lnTo>
                <a:lnTo>
                  <a:pt x="1553823" y="737998"/>
                </a:lnTo>
                <a:close/>
              </a:path>
              <a:path w="4359909" h="1712595">
                <a:moveTo>
                  <a:pt x="1551998" y="736342"/>
                </a:moveTo>
                <a:lnTo>
                  <a:pt x="1553823" y="728392"/>
                </a:lnTo>
                <a:lnTo>
                  <a:pt x="1559633" y="728723"/>
                </a:lnTo>
                <a:lnTo>
                  <a:pt x="1551998" y="736342"/>
                </a:lnTo>
                <a:close/>
              </a:path>
              <a:path w="4359909" h="1712595">
                <a:moveTo>
                  <a:pt x="994939" y="757377"/>
                </a:moveTo>
                <a:lnTo>
                  <a:pt x="996764" y="749427"/>
                </a:lnTo>
                <a:lnTo>
                  <a:pt x="1002574" y="749924"/>
                </a:lnTo>
                <a:lnTo>
                  <a:pt x="994939" y="757377"/>
                </a:lnTo>
                <a:close/>
              </a:path>
              <a:path w="4359909" h="1712595">
                <a:moveTo>
                  <a:pt x="1010375" y="751414"/>
                </a:moveTo>
                <a:lnTo>
                  <a:pt x="1011042" y="747012"/>
                </a:lnTo>
                <a:lnTo>
                  <a:pt x="1013965" y="746632"/>
                </a:lnTo>
                <a:lnTo>
                  <a:pt x="1016048" y="748643"/>
                </a:lnTo>
                <a:lnTo>
                  <a:pt x="1014193" y="751414"/>
                </a:lnTo>
                <a:lnTo>
                  <a:pt x="1010375" y="751414"/>
                </a:lnTo>
                <a:close/>
              </a:path>
              <a:path w="4359909" h="1712595">
                <a:moveTo>
                  <a:pt x="1655552" y="823084"/>
                </a:moveTo>
                <a:lnTo>
                  <a:pt x="1655575" y="818496"/>
                </a:lnTo>
                <a:lnTo>
                  <a:pt x="1657746" y="820895"/>
                </a:lnTo>
                <a:lnTo>
                  <a:pt x="1657007" y="823154"/>
                </a:lnTo>
                <a:lnTo>
                  <a:pt x="1655552" y="823084"/>
                </a:lnTo>
                <a:close/>
              </a:path>
              <a:path w="4359909" h="1712595">
                <a:moveTo>
                  <a:pt x="1270148" y="759034"/>
                </a:moveTo>
                <a:lnTo>
                  <a:pt x="1270148" y="752739"/>
                </a:lnTo>
                <a:lnTo>
                  <a:pt x="1274796" y="753899"/>
                </a:lnTo>
                <a:lnTo>
                  <a:pt x="1273468" y="761021"/>
                </a:lnTo>
                <a:lnTo>
                  <a:pt x="1270812" y="759034"/>
                </a:lnTo>
                <a:lnTo>
                  <a:pt x="1270148" y="759034"/>
                </a:lnTo>
                <a:close/>
              </a:path>
              <a:path w="4359909" h="1712595">
                <a:moveTo>
                  <a:pt x="1263841" y="757046"/>
                </a:moveTo>
                <a:lnTo>
                  <a:pt x="1263841" y="745617"/>
                </a:lnTo>
                <a:lnTo>
                  <a:pt x="1271476" y="745617"/>
                </a:lnTo>
                <a:lnTo>
                  <a:pt x="1270148" y="752739"/>
                </a:lnTo>
                <a:lnTo>
                  <a:pt x="1270148" y="759034"/>
                </a:lnTo>
                <a:lnTo>
                  <a:pt x="1266330" y="759034"/>
                </a:lnTo>
                <a:lnTo>
                  <a:pt x="1263841" y="757046"/>
                </a:lnTo>
                <a:close/>
              </a:path>
              <a:path w="4359909" h="1712595">
                <a:moveTo>
                  <a:pt x="3881870" y="734064"/>
                </a:moveTo>
                <a:lnTo>
                  <a:pt x="3883480" y="732201"/>
                </a:lnTo>
                <a:lnTo>
                  <a:pt x="3885744" y="734623"/>
                </a:lnTo>
                <a:lnTo>
                  <a:pt x="3883916" y="735058"/>
                </a:lnTo>
                <a:lnTo>
                  <a:pt x="3881870" y="734064"/>
                </a:lnTo>
                <a:close/>
              </a:path>
              <a:path w="4359909" h="1712595">
                <a:moveTo>
                  <a:pt x="3172715" y="833237"/>
                </a:moveTo>
                <a:lnTo>
                  <a:pt x="3172881" y="829924"/>
                </a:lnTo>
                <a:lnTo>
                  <a:pt x="3177031" y="829096"/>
                </a:lnTo>
                <a:lnTo>
                  <a:pt x="3176533" y="832740"/>
                </a:lnTo>
                <a:lnTo>
                  <a:pt x="3176533" y="835662"/>
                </a:lnTo>
                <a:lnTo>
                  <a:pt x="3174375" y="834893"/>
                </a:lnTo>
                <a:lnTo>
                  <a:pt x="3172715" y="833237"/>
                </a:lnTo>
                <a:close/>
              </a:path>
              <a:path w="4359909" h="1712595">
                <a:moveTo>
                  <a:pt x="3176533" y="835662"/>
                </a:moveTo>
                <a:lnTo>
                  <a:pt x="3176533" y="832740"/>
                </a:lnTo>
                <a:lnTo>
                  <a:pt x="3176699" y="835721"/>
                </a:lnTo>
                <a:lnTo>
                  <a:pt x="3176533" y="835662"/>
                </a:lnTo>
                <a:close/>
              </a:path>
              <a:path w="4359909" h="1712595">
                <a:moveTo>
                  <a:pt x="3868209" y="838040"/>
                </a:moveTo>
                <a:lnTo>
                  <a:pt x="3870035" y="829924"/>
                </a:lnTo>
                <a:lnTo>
                  <a:pt x="3875845" y="830421"/>
                </a:lnTo>
                <a:lnTo>
                  <a:pt x="3868209" y="838040"/>
                </a:lnTo>
                <a:close/>
              </a:path>
              <a:path w="4359909" h="1712595">
                <a:moveTo>
                  <a:pt x="3021432" y="821454"/>
                </a:moveTo>
                <a:lnTo>
                  <a:pt x="3023159" y="818496"/>
                </a:lnTo>
                <a:lnTo>
                  <a:pt x="3025073" y="820662"/>
                </a:lnTo>
                <a:lnTo>
                  <a:pt x="3023283" y="821912"/>
                </a:lnTo>
                <a:lnTo>
                  <a:pt x="3021432" y="821454"/>
                </a:lnTo>
                <a:close/>
              </a:path>
              <a:path w="4359909" h="1712595">
                <a:moveTo>
                  <a:pt x="3337954" y="819412"/>
                </a:moveTo>
                <a:lnTo>
                  <a:pt x="3340032" y="820483"/>
                </a:lnTo>
                <a:lnTo>
                  <a:pt x="3341082" y="822486"/>
                </a:lnTo>
                <a:lnTo>
                  <a:pt x="3339347" y="821104"/>
                </a:lnTo>
                <a:lnTo>
                  <a:pt x="3337954" y="819412"/>
                </a:lnTo>
                <a:close/>
              </a:path>
              <a:path w="4359909" h="1712595">
                <a:moveTo>
                  <a:pt x="3332397" y="820649"/>
                </a:moveTo>
                <a:lnTo>
                  <a:pt x="3334222" y="812698"/>
                </a:lnTo>
                <a:lnTo>
                  <a:pt x="3340032" y="813195"/>
                </a:lnTo>
                <a:lnTo>
                  <a:pt x="3332397" y="820649"/>
                </a:lnTo>
                <a:close/>
              </a:path>
              <a:path w="4359909" h="1712595">
                <a:moveTo>
                  <a:pt x="1782225" y="822305"/>
                </a:moveTo>
                <a:lnTo>
                  <a:pt x="1782225" y="818496"/>
                </a:lnTo>
                <a:lnTo>
                  <a:pt x="1783885" y="818827"/>
                </a:lnTo>
                <a:lnTo>
                  <a:pt x="1784216" y="816508"/>
                </a:lnTo>
                <a:lnTo>
                  <a:pt x="1788034" y="815845"/>
                </a:lnTo>
                <a:lnTo>
                  <a:pt x="1787038" y="825286"/>
                </a:lnTo>
                <a:lnTo>
                  <a:pt x="1782225" y="822305"/>
                </a:lnTo>
                <a:close/>
              </a:path>
              <a:path w="4359909" h="1712595">
                <a:moveTo>
                  <a:pt x="2972366" y="866198"/>
                </a:moveTo>
                <a:lnTo>
                  <a:pt x="2972864" y="866198"/>
                </a:lnTo>
                <a:lnTo>
                  <a:pt x="2973196" y="866363"/>
                </a:lnTo>
                <a:lnTo>
                  <a:pt x="2972532" y="866363"/>
                </a:lnTo>
                <a:lnTo>
                  <a:pt x="2972366" y="866198"/>
                </a:lnTo>
                <a:close/>
              </a:path>
              <a:path w="4359909" h="1712595">
                <a:moveTo>
                  <a:pt x="3295879" y="845659"/>
                </a:moveTo>
                <a:lnTo>
                  <a:pt x="3297705" y="837709"/>
                </a:lnTo>
                <a:lnTo>
                  <a:pt x="3303514" y="838040"/>
                </a:lnTo>
                <a:lnTo>
                  <a:pt x="3295879" y="845659"/>
                </a:lnTo>
                <a:close/>
              </a:path>
              <a:path w="4359909" h="1712595">
                <a:moveTo>
                  <a:pt x="3678274" y="861702"/>
                </a:moveTo>
                <a:lnTo>
                  <a:pt x="3679978" y="858744"/>
                </a:lnTo>
                <a:lnTo>
                  <a:pt x="3681962" y="860910"/>
                </a:lnTo>
                <a:lnTo>
                  <a:pt x="3680164" y="862160"/>
                </a:lnTo>
                <a:lnTo>
                  <a:pt x="3678274" y="861702"/>
                </a:lnTo>
                <a:close/>
              </a:path>
              <a:path w="4359909" h="1712595">
                <a:moveTo>
                  <a:pt x="3849266" y="868227"/>
                </a:moveTo>
                <a:lnTo>
                  <a:pt x="3850946" y="866363"/>
                </a:lnTo>
                <a:lnTo>
                  <a:pt x="3853187" y="868786"/>
                </a:lnTo>
                <a:lnTo>
                  <a:pt x="3851320" y="869220"/>
                </a:lnTo>
                <a:lnTo>
                  <a:pt x="3849266" y="868227"/>
                </a:lnTo>
                <a:close/>
              </a:path>
              <a:path w="4359909" h="1712595">
                <a:moveTo>
                  <a:pt x="3822230" y="855266"/>
                </a:moveTo>
                <a:lnTo>
                  <a:pt x="3824056" y="847316"/>
                </a:lnTo>
                <a:lnTo>
                  <a:pt x="3829700" y="847647"/>
                </a:lnTo>
                <a:lnTo>
                  <a:pt x="3822230" y="855266"/>
                </a:lnTo>
                <a:close/>
              </a:path>
              <a:path w="4359909" h="1712595">
                <a:moveTo>
                  <a:pt x="3374558" y="852947"/>
                </a:moveTo>
                <a:lnTo>
                  <a:pt x="3377048" y="846653"/>
                </a:lnTo>
                <a:lnTo>
                  <a:pt x="3377048" y="843415"/>
                </a:lnTo>
                <a:lnTo>
                  <a:pt x="3379869" y="843837"/>
                </a:lnTo>
                <a:lnTo>
                  <a:pt x="3380865" y="846653"/>
                </a:lnTo>
                <a:lnTo>
                  <a:pt x="3380367" y="850959"/>
                </a:lnTo>
                <a:lnTo>
                  <a:pt x="3377048" y="852095"/>
                </a:lnTo>
                <a:lnTo>
                  <a:pt x="3377048" y="846653"/>
                </a:lnTo>
                <a:lnTo>
                  <a:pt x="3376550" y="843340"/>
                </a:lnTo>
                <a:lnTo>
                  <a:pt x="3376550" y="852266"/>
                </a:lnTo>
                <a:lnTo>
                  <a:pt x="3374558" y="852947"/>
                </a:lnTo>
                <a:close/>
              </a:path>
              <a:path w="4359909" h="1712595">
                <a:moveTo>
                  <a:pt x="1609762" y="735981"/>
                </a:moveTo>
                <a:lnTo>
                  <a:pt x="1609762" y="732036"/>
                </a:lnTo>
                <a:lnTo>
                  <a:pt x="1613413" y="732201"/>
                </a:lnTo>
                <a:lnTo>
                  <a:pt x="1611256" y="737501"/>
                </a:lnTo>
                <a:lnTo>
                  <a:pt x="1609762" y="735981"/>
                </a:lnTo>
                <a:close/>
              </a:path>
              <a:path w="4359909" h="1712595">
                <a:moveTo>
                  <a:pt x="1602791" y="728888"/>
                </a:moveTo>
                <a:lnTo>
                  <a:pt x="1607604" y="726404"/>
                </a:lnTo>
                <a:lnTo>
                  <a:pt x="1612086" y="725907"/>
                </a:lnTo>
                <a:lnTo>
                  <a:pt x="1609762" y="732036"/>
                </a:lnTo>
                <a:lnTo>
                  <a:pt x="1609762" y="735981"/>
                </a:lnTo>
                <a:lnTo>
                  <a:pt x="1602791" y="728888"/>
                </a:lnTo>
                <a:close/>
              </a:path>
              <a:path w="4359909" h="1712595">
                <a:moveTo>
                  <a:pt x="2875011" y="487839"/>
                </a:moveTo>
                <a:lnTo>
                  <a:pt x="2877089" y="488887"/>
                </a:lnTo>
                <a:lnTo>
                  <a:pt x="2878139" y="490960"/>
                </a:lnTo>
                <a:lnTo>
                  <a:pt x="2876404" y="489571"/>
                </a:lnTo>
                <a:lnTo>
                  <a:pt x="2875011" y="487839"/>
                </a:lnTo>
                <a:close/>
              </a:path>
              <a:path w="4359909" h="1712595">
                <a:moveTo>
                  <a:pt x="1373891" y="860897"/>
                </a:moveTo>
                <a:lnTo>
                  <a:pt x="1373891" y="858744"/>
                </a:lnTo>
                <a:lnTo>
                  <a:pt x="1381029" y="856757"/>
                </a:lnTo>
                <a:lnTo>
                  <a:pt x="1378840" y="861938"/>
                </a:lnTo>
                <a:lnTo>
                  <a:pt x="1374721" y="861684"/>
                </a:lnTo>
                <a:lnTo>
                  <a:pt x="1373891" y="860897"/>
                </a:lnTo>
                <a:close/>
              </a:path>
              <a:path w="4359909" h="1712595">
                <a:moveTo>
                  <a:pt x="1369409" y="852947"/>
                </a:moveTo>
                <a:lnTo>
                  <a:pt x="1375551" y="851953"/>
                </a:lnTo>
                <a:lnTo>
                  <a:pt x="1373891" y="858744"/>
                </a:lnTo>
                <a:lnTo>
                  <a:pt x="1373891" y="860897"/>
                </a:lnTo>
                <a:lnTo>
                  <a:pt x="1370852" y="858014"/>
                </a:lnTo>
                <a:lnTo>
                  <a:pt x="1369409" y="852947"/>
                </a:lnTo>
                <a:close/>
              </a:path>
              <a:path w="4359909" h="1712595">
                <a:moveTo>
                  <a:pt x="3164748" y="491206"/>
                </a:moveTo>
                <a:lnTo>
                  <a:pt x="3165246" y="486900"/>
                </a:lnTo>
                <a:lnTo>
                  <a:pt x="3171055" y="485078"/>
                </a:lnTo>
                <a:lnTo>
                  <a:pt x="3168565" y="491206"/>
                </a:lnTo>
                <a:lnTo>
                  <a:pt x="3168565" y="494469"/>
                </a:lnTo>
                <a:lnTo>
                  <a:pt x="3165743" y="494187"/>
                </a:lnTo>
                <a:lnTo>
                  <a:pt x="3164748" y="491206"/>
                </a:lnTo>
                <a:close/>
              </a:path>
              <a:path w="4359909" h="1712595">
                <a:moveTo>
                  <a:pt x="3168565" y="494469"/>
                </a:moveTo>
                <a:lnTo>
                  <a:pt x="3168565" y="491206"/>
                </a:lnTo>
                <a:lnTo>
                  <a:pt x="3169063" y="494519"/>
                </a:lnTo>
                <a:lnTo>
                  <a:pt x="3168565" y="494469"/>
                </a:lnTo>
                <a:close/>
              </a:path>
              <a:path w="4359909" h="1712595">
                <a:moveTo>
                  <a:pt x="3995025" y="498825"/>
                </a:moveTo>
                <a:lnTo>
                  <a:pt x="3996851" y="490709"/>
                </a:lnTo>
                <a:lnTo>
                  <a:pt x="4002660" y="491206"/>
                </a:lnTo>
                <a:lnTo>
                  <a:pt x="3995025" y="498825"/>
                </a:lnTo>
                <a:close/>
              </a:path>
              <a:path w="4359909" h="1712595">
                <a:moveTo>
                  <a:pt x="2883277" y="494250"/>
                </a:moveTo>
                <a:lnTo>
                  <a:pt x="2884724" y="490709"/>
                </a:lnTo>
                <a:lnTo>
                  <a:pt x="2886918" y="494063"/>
                </a:lnTo>
                <a:lnTo>
                  <a:pt x="2885222" y="495306"/>
                </a:lnTo>
                <a:lnTo>
                  <a:pt x="2883277" y="494250"/>
                </a:lnTo>
                <a:close/>
              </a:path>
              <a:path w="4359909" h="1712595">
                <a:moveTo>
                  <a:pt x="929871" y="500813"/>
                </a:moveTo>
                <a:lnTo>
                  <a:pt x="929871" y="495678"/>
                </a:lnTo>
                <a:lnTo>
                  <a:pt x="933522" y="496506"/>
                </a:lnTo>
                <a:lnTo>
                  <a:pt x="931199" y="501641"/>
                </a:lnTo>
                <a:lnTo>
                  <a:pt x="929871" y="500813"/>
                </a:lnTo>
                <a:close/>
              </a:path>
              <a:path w="4359909" h="1712595">
                <a:moveTo>
                  <a:pt x="923231" y="496672"/>
                </a:moveTo>
                <a:lnTo>
                  <a:pt x="925887" y="490709"/>
                </a:lnTo>
                <a:lnTo>
                  <a:pt x="932029" y="489053"/>
                </a:lnTo>
                <a:lnTo>
                  <a:pt x="929871" y="495678"/>
                </a:lnTo>
                <a:lnTo>
                  <a:pt x="929871" y="500813"/>
                </a:lnTo>
                <a:lnTo>
                  <a:pt x="923231" y="496672"/>
                </a:lnTo>
                <a:close/>
              </a:path>
              <a:path w="4359909" h="1712595">
                <a:moveTo>
                  <a:pt x="3094202" y="494850"/>
                </a:moveTo>
                <a:lnTo>
                  <a:pt x="3096028" y="486900"/>
                </a:lnTo>
                <a:lnTo>
                  <a:pt x="3101838" y="487397"/>
                </a:lnTo>
                <a:lnTo>
                  <a:pt x="3094202" y="494850"/>
                </a:lnTo>
                <a:close/>
              </a:path>
              <a:path w="4359909" h="1712595">
                <a:moveTo>
                  <a:pt x="1461700" y="488722"/>
                </a:moveTo>
                <a:lnTo>
                  <a:pt x="1464356" y="483256"/>
                </a:lnTo>
                <a:lnTo>
                  <a:pt x="1471161" y="489384"/>
                </a:lnTo>
                <a:lnTo>
                  <a:pt x="1473153" y="490709"/>
                </a:lnTo>
                <a:lnTo>
                  <a:pt x="1470663" y="496175"/>
                </a:lnTo>
                <a:lnTo>
                  <a:pt x="1464687" y="489384"/>
                </a:lnTo>
                <a:lnTo>
                  <a:pt x="1461700" y="488722"/>
                </a:lnTo>
                <a:close/>
              </a:path>
              <a:path w="4359909" h="1712595">
                <a:moveTo>
                  <a:pt x="3149975" y="491041"/>
                </a:moveTo>
                <a:lnTo>
                  <a:pt x="3151800" y="483090"/>
                </a:lnTo>
                <a:lnTo>
                  <a:pt x="3157444" y="483421"/>
                </a:lnTo>
                <a:lnTo>
                  <a:pt x="3149975" y="491041"/>
                </a:lnTo>
                <a:close/>
              </a:path>
              <a:path w="4359909" h="1712595">
                <a:moveTo>
                  <a:pt x="3280110" y="480274"/>
                </a:moveTo>
                <a:lnTo>
                  <a:pt x="3280442" y="475471"/>
                </a:lnTo>
                <a:lnTo>
                  <a:pt x="3285588" y="474809"/>
                </a:lnTo>
                <a:lnTo>
                  <a:pt x="3286750" y="478121"/>
                </a:lnTo>
                <a:lnTo>
                  <a:pt x="3286252" y="483090"/>
                </a:lnTo>
                <a:lnTo>
                  <a:pt x="3283430" y="481434"/>
                </a:lnTo>
                <a:lnTo>
                  <a:pt x="3280110" y="480274"/>
                </a:lnTo>
                <a:close/>
              </a:path>
              <a:path w="4359909" h="1712595">
                <a:moveTo>
                  <a:pt x="770166" y="487749"/>
                </a:moveTo>
                <a:lnTo>
                  <a:pt x="770189" y="483090"/>
                </a:lnTo>
                <a:lnTo>
                  <a:pt x="772360" y="485513"/>
                </a:lnTo>
                <a:lnTo>
                  <a:pt x="771621" y="487811"/>
                </a:lnTo>
                <a:lnTo>
                  <a:pt x="770166" y="487749"/>
                </a:lnTo>
                <a:close/>
              </a:path>
              <a:path w="4359909" h="1712595">
                <a:moveTo>
                  <a:pt x="1367584" y="485078"/>
                </a:moveTo>
                <a:lnTo>
                  <a:pt x="1367750" y="482759"/>
                </a:lnTo>
                <a:lnTo>
                  <a:pt x="1371070" y="483421"/>
                </a:lnTo>
                <a:lnTo>
                  <a:pt x="1373393" y="483090"/>
                </a:lnTo>
                <a:lnTo>
                  <a:pt x="1374721" y="489550"/>
                </a:lnTo>
                <a:lnTo>
                  <a:pt x="1367584" y="485078"/>
                </a:lnTo>
                <a:close/>
              </a:path>
              <a:path w="4359909" h="1712595">
                <a:moveTo>
                  <a:pt x="2729107" y="851899"/>
                </a:moveTo>
                <a:lnTo>
                  <a:pt x="2731184" y="852947"/>
                </a:lnTo>
                <a:lnTo>
                  <a:pt x="2732235" y="855020"/>
                </a:lnTo>
                <a:lnTo>
                  <a:pt x="2730499" y="853630"/>
                </a:lnTo>
                <a:lnTo>
                  <a:pt x="2729107" y="851899"/>
                </a:lnTo>
                <a:close/>
              </a:path>
              <a:path w="4359909" h="1712595">
                <a:moveTo>
                  <a:pt x="440203" y="812201"/>
                </a:moveTo>
                <a:lnTo>
                  <a:pt x="443688" y="808889"/>
                </a:lnTo>
                <a:lnTo>
                  <a:pt x="446510" y="810545"/>
                </a:lnTo>
                <a:lnTo>
                  <a:pt x="449830" y="811870"/>
                </a:lnTo>
                <a:lnTo>
                  <a:pt x="449498" y="816508"/>
                </a:lnTo>
                <a:lnTo>
                  <a:pt x="444353" y="816508"/>
                </a:lnTo>
                <a:lnTo>
                  <a:pt x="440203" y="812201"/>
                </a:lnTo>
                <a:close/>
              </a:path>
              <a:path w="4359909" h="1712595">
                <a:moveTo>
                  <a:pt x="455806" y="799448"/>
                </a:moveTo>
                <a:lnTo>
                  <a:pt x="462943" y="799282"/>
                </a:lnTo>
                <a:lnTo>
                  <a:pt x="465599" y="804748"/>
                </a:lnTo>
                <a:lnTo>
                  <a:pt x="467923" y="810379"/>
                </a:lnTo>
                <a:lnTo>
                  <a:pt x="464769" y="816508"/>
                </a:lnTo>
                <a:lnTo>
                  <a:pt x="456802" y="814399"/>
                </a:lnTo>
                <a:lnTo>
                  <a:pt x="456802" y="802098"/>
                </a:lnTo>
                <a:lnTo>
                  <a:pt x="455806" y="799448"/>
                </a:lnTo>
                <a:close/>
              </a:path>
              <a:path w="4359909" h="1712595">
                <a:moveTo>
                  <a:pt x="453316" y="797295"/>
                </a:moveTo>
                <a:lnTo>
                  <a:pt x="456802" y="802098"/>
                </a:lnTo>
                <a:lnTo>
                  <a:pt x="456802" y="814399"/>
                </a:lnTo>
                <a:lnTo>
                  <a:pt x="456636" y="814355"/>
                </a:lnTo>
                <a:lnTo>
                  <a:pt x="454644" y="806239"/>
                </a:lnTo>
                <a:lnTo>
                  <a:pt x="453316" y="797295"/>
                </a:lnTo>
                <a:close/>
              </a:path>
              <a:path w="4359909" h="1712595">
                <a:moveTo>
                  <a:pt x="816998" y="791001"/>
                </a:moveTo>
                <a:lnTo>
                  <a:pt x="818160" y="789675"/>
                </a:lnTo>
                <a:lnTo>
                  <a:pt x="818990" y="789013"/>
                </a:lnTo>
                <a:lnTo>
                  <a:pt x="816998" y="791001"/>
                </a:lnTo>
                <a:close/>
              </a:path>
              <a:path w="4359909" h="1712595">
                <a:moveTo>
                  <a:pt x="2406841" y="870007"/>
                </a:moveTo>
                <a:lnTo>
                  <a:pt x="2408833" y="862222"/>
                </a:lnTo>
                <a:lnTo>
                  <a:pt x="2408833" y="856777"/>
                </a:lnTo>
                <a:lnTo>
                  <a:pt x="2413979" y="857088"/>
                </a:lnTo>
                <a:lnTo>
                  <a:pt x="2411987" y="864707"/>
                </a:lnTo>
                <a:lnTo>
                  <a:pt x="2411987" y="870163"/>
                </a:lnTo>
                <a:lnTo>
                  <a:pt x="2408833" y="870067"/>
                </a:lnTo>
                <a:lnTo>
                  <a:pt x="2408833" y="862222"/>
                </a:lnTo>
                <a:lnTo>
                  <a:pt x="2408501" y="856757"/>
                </a:lnTo>
                <a:lnTo>
                  <a:pt x="2408501" y="870057"/>
                </a:lnTo>
                <a:lnTo>
                  <a:pt x="2406841" y="870007"/>
                </a:lnTo>
                <a:close/>
              </a:path>
              <a:path w="4359909" h="1712595">
                <a:moveTo>
                  <a:pt x="2411987" y="870163"/>
                </a:moveTo>
                <a:lnTo>
                  <a:pt x="2411987" y="864707"/>
                </a:lnTo>
                <a:lnTo>
                  <a:pt x="2412319" y="870173"/>
                </a:lnTo>
                <a:lnTo>
                  <a:pt x="2411987" y="870163"/>
                </a:lnTo>
                <a:close/>
              </a:path>
              <a:path w="4359909" h="1712595">
                <a:moveTo>
                  <a:pt x="2671368" y="834168"/>
                </a:moveTo>
                <a:lnTo>
                  <a:pt x="2672154" y="831498"/>
                </a:lnTo>
                <a:lnTo>
                  <a:pt x="2673656" y="831932"/>
                </a:lnTo>
                <a:lnTo>
                  <a:pt x="2673586" y="837709"/>
                </a:lnTo>
                <a:lnTo>
                  <a:pt x="2671368" y="834168"/>
                </a:lnTo>
                <a:close/>
              </a:path>
              <a:path w="4359909" h="1712595">
                <a:moveTo>
                  <a:pt x="2580466" y="856591"/>
                </a:moveTo>
                <a:lnTo>
                  <a:pt x="2584616" y="850297"/>
                </a:lnTo>
                <a:lnTo>
                  <a:pt x="2585114" y="849138"/>
                </a:lnTo>
                <a:lnTo>
                  <a:pt x="2589927" y="849303"/>
                </a:lnTo>
                <a:lnTo>
                  <a:pt x="2585612" y="855597"/>
                </a:lnTo>
                <a:lnTo>
                  <a:pt x="2585114" y="856757"/>
                </a:lnTo>
                <a:lnTo>
                  <a:pt x="2580466" y="856591"/>
                </a:lnTo>
                <a:close/>
              </a:path>
              <a:path w="4359909" h="1712595">
                <a:moveTo>
                  <a:pt x="2371195" y="849634"/>
                </a:moveTo>
                <a:lnTo>
                  <a:pt x="2372254" y="847693"/>
                </a:lnTo>
                <a:lnTo>
                  <a:pt x="2375801" y="849137"/>
                </a:lnTo>
                <a:lnTo>
                  <a:pt x="2372440" y="851327"/>
                </a:lnTo>
                <a:lnTo>
                  <a:pt x="2371195" y="849634"/>
                </a:lnTo>
                <a:close/>
              </a:path>
              <a:path w="4359909" h="1712595">
                <a:moveTo>
                  <a:pt x="2456306" y="846156"/>
                </a:moveTo>
                <a:lnTo>
                  <a:pt x="2456638" y="842512"/>
                </a:lnTo>
                <a:lnTo>
                  <a:pt x="2456638" y="839590"/>
                </a:lnTo>
                <a:lnTo>
                  <a:pt x="2458796" y="840359"/>
                </a:lnTo>
                <a:lnTo>
                  <a:pt x="2460456" y="842015"/>
                </a:lnTo>
                <a:lnTo>
                  <a:pt x="2460290" y="845328"/>
                </a:lnTo>
                <a:lnTo>
                  <a:pt x="2456638" y="846087"/>
                </a:lnTo>
                <a:lnTo>
                  <a:pt x="2456638" y="842512"/>
                </a:lnTo>
                <a:lnTo>
                  <a:pt x="2456472" y="839531"/>
                </a:lnTo>
                <a:lnTo>
                  <a:pt x="2456472" y="846122"/>
                </a:lnTo>
                <a:lnTo>
                  <a:pt x="2456306" y="846156"/>
                </a:lnTo>
                <a:close/>
              </a:path>
              <a:path w="4359909" h="1712595">
                <a:moveTo>
                  <a:pt x="1310816" y="792756"/>
                </a:moveTo>
                <a:lnTo>
                  <a:pt x="1310816" y="783713"/>
                </a:lnTo>
                <a:lnTo>
                  <a:pt x="1317621" y="784044"/>
                </a:lnTo>
                <a:lnTo>
                  <a:pt x="1316957" y="788516"/>
                </a:lnTo>
                <a:lnTo>
                  <a:pt x="1310982" y="787688"/>
                </a:lnTo>
                <a:lnTo>
                  <a:pt x="1310982" y="792906"/>
                </a:lnTo>
                <a:lnTo>
                  <a:pt x="1310816" y="792756"/>
                </a:lnTo>
                <a:close/>
              </a:path>
              <a:path w="4359909" h="1712595">
                <a:moveTo>
                  <a:pt x="1304176" y="776425"/>
                </a:moveTo>
                <a:lnTo>
                  <a:pt x="1312974" y="774603"/>
                </a:lnTo>
                <a:lnTo>
                  <a:pt x="1310816" y="783713"/>
                </a:lnTo>
                <a:lnTo>
                  <a:pt x="1310816" y="792756"/>
                </a:lnTo>
                <a:lnTo>
                  <a:pt x="1310152" y="792160"/>
                </a:lnTo>
                <a:lnTo>
                  <a:pt x="1307496" y="791497"/>
                </a:lnTo>
                <a:lnTo>
                  <a:pt x="1307164" y="791531"/>
                </a:lnTo>
                <a:lnTo>
                  <a:pt x="1307164" y="785700"/>
                </a:lnTo>
                <a:lnTo>
                  <a:pt x="1304840" y="783381"/>
                </a:lnTo>
                <a:lnTo>
                  <a:pt x="1304176" y="776425"/>
                </a:lnTo>
                <a:close/>
              </a:path>
              <a:path w="4359909" h="1712595">
                <a:moveTo>
                  <a:pt x="1310982" y="792906"/>
                </a:moveTo>
                <a:lnTo>
                  <a:pt x="1310982" y="787688"/>
                </a:lnTo>
                <a:lnTo>
                  <a:pt x="1311812" y="793651"/>
                </a:lnTo>
                <a:lnTo>
                  <a:pt x="1310982" y="792906"/>
                </a:lnTo>
                <a:close/>
              </a:path>
              <a:path w="4359909" h="1712595">
                <a:moveTo>
                  <a:pt x="1304176" y="791829"/>
                </a:moveTo>
                <a:lnTo>
                  <a:pt x="1307164" y="785700"/>
                </a:lnTo>
                <a:lnTo>
                  <a:pt x="1307164" y="791531"/>
                </a:lnTo>
                <a:lnTo>
                  <a:pt x="1304176" y="791829"/>
                </a:lnTo>
                <a:close/>
              </a:path>
              <a:path w="4359909" h="1712595">
                <a:moveTo>
                  <a:pt x="2250148" y="832740"/>
                </a:moveTo>
                <a:lnTo>
                  <a:pt x="2258614" y="835887"/>
                </a:lnTo>
                <a:lnTo>
                  <a:pt x="2259111" y="836053"/>
                </a:lnTo>
                <a:lnTo>
                  <a:pt x="2260273" y="835556"/>
                </a:lnTo>
                <a:lnTo>
                  <a:pt x="2261933" y="837212"/>
                </a:lnTo>
                <a:lnTo>
                  <a:pt x="2262763" y="838206"/>
                </a:lnTo>
                <a:lnTo>
                  <a:pt x="2262929" y="838703"/>
                </a:lnTo>
                <a:lnTo>
                  <a:pt x="2263593" y="838040"/>
                </a:lnTo>
                <a:lnTo>
                  <a:pt x="2264423" y="837709"/>
                </a:lnTo>
                <a:lnTo>
                  <a:pt x="2270399" y="841353"/>
                </a:lnTo>
                <a:lnTo>
                  <a:pt x="2263095" y="841022"/>
                </a:lnTo>
                <a:lnTo>
                  <a:pt x="2262597" y="839365"/>
                </a:lnTo>
                <a:lnTo>
                  <a:pt x="2260605" y="839531"/>
                </a:lnTo>
                <a:lnTo>
                  <a:pt x="2250148" y="832740"/>
                </a:lnTo>
                <a:close/>
              </a:path>
              <a:path w="4359909" h="1712595">
                <a:moveTo>
                  <a:pt x="2694003" y="752077"/>
                </a:moveTo>
                <a:lnTo>
                  <a:pt x="2694667" y="743795"/>
                </a:lnTo>
                <a:lnTo>
                  <a:pt x="2700144" y="745949"/>
                </a:lnTo>
                <a:lnTo>
                  <a:pt x="2701804" y="751911"/>
                </a:lnTo>
                <a:lnTo>
                  <a:pt x="2702302" y="759199"/>
                </a:lnTo>
                <a:lnTo>
                  <a:pt x="2697323" y="756549"/>
                </a:lnTo>
                <a:lnTo>
                  <a:pt x="2694003" y="752077"/>
                </a:lnTo>
                <a:close/>
              </a:path>
              <a:path w="4359909" h="1712595">
                <a:moveTo>
                  <a:pt x="2832603" y="751911"/>
                </a:moveTo>
                <a:lnTo>
                  <a:pt x="2835923" y="750586"/>
                </a:lnTo>
                <a:lnTo>
                  <a:pt x="2838745" y="753402"/>
                </a:lnTo>
                <a:lnTo>
                  <a:pt x="2837915" y="755721"/>
                </a:lnTo>
                <a:lnTo>
                  <a:pt x="2836255" y="757377"/>
                </a:lnTo>
                <a:lnTo>
                  <a:pt x="2832936" y="757212"/>
                </a:lnTo>
                <a:lnTo>
                  <a:pt x="2832603" y="751911"/>
                </a:lnTo>
                <a:close/>
              </a:path>
              <a:path w="4359909" h="1712595">
                <a:moveTo>
                  <a:pt x="3245750" y="748930"/>
                </a:moveTo>
                <a:lnTo>
                  <a:pt x="3245916" y="745617"/>
                </a:lnTo>
                <a:lnTo>
                  <a:pt x="3248240" y="746445"/>
                </a:lnTo>
                <a:lnTo>
                  <a:pt x="3249900" y="748102"/>
                </a:lnTo>
                <a:lnTo>
                  <a:pt x="3249734" y="751414"/>
                </a:lnTo>
                <a:lnTo>
                  <a:pt x="3247410" y="750586"/>
                </a:lnTo>
                <a:lnTo>
                  <a:pt x="3245750" y="748930"/>
                </a:lnTo>
                <a:close/>
              </a:path>
              <a:path w="4359909" h="1712595">
                <a:moveTo>
                  <a:pt x="3282434" y="751414"/>
                </a:moveTo>
                <a:lnTo>
                  <a:pt x="3285588" y="745783"/>
                </a:lnTo>
                <a:lnTo>
                  <a:pt x="3293389" y="751746"/>
                </a:lnTo>
                <a:lnTo>
                  <a:pt x="3292061" y="757212"/>
                </a:lnTo>
                <a:lnTo>
                  <a:pt x="3287414" y="758623"/>
                </a:lnTo>
                <a:lnTo>
                  <a:pt x="3287414" y="751580"/>
                </a:lnTo>
                <a:lnTo>
                  <a:pt x="3282434" y="751414"/>
                </a:lnTo>
                <a:close/>
              </a:path>
              <a:path w="4359909" h="1712595">
                <a:moveTo>
                  <a:pt x="3284426" y="759530"/>
                </a:moveTo>
                <a:lnTo>
                  <a:pt x="3287414" y="751580"/>
                </a:lnTo>
                <a:lnTo>
                  <a:pt x="3287414" y="758623"/>
                </a:lnTo>
                <a:lnTo>
                  <a:pt x="3284426" y="759530"/>
                </a:lnTo>
                <a:close/>
              </a:path>
              <a:path w="4359909" h="1712595">
                <a:moveTo>
                  <a:pt x="3449333" y="746557"/>
                </a:moveTo>
                <a:lnTo>
                  <a:pt x="3451411" y="747605"/>
                </a:lnTo>
                <a:lnTo>
                  <a:pt x="3452461" y="749678"/>
                </a:lnTo>
                <a:lnTo>
                  <a:pt x="3450726" y="748288"/>
                </a:lnTo>
                <a:lnTo>
                  <a:pt x="3449333" y="746557"/>
                </a:lnTo>
                <a:close/>
              </a:path>
              <a:path w="4359909" h="1712595">
                <a:moveTo>
                  <a:pt x="3954985" y="761205"/>
                </a:moveTo>
                <a:lnTo>
                  <a:pt x="3955354" y="761352"/>
                </a:lnTo>
                <a:lnTo>
                  <a:pt x="3955752" y="761617"/>
                </a:lnTo>
                <a:lnTo>
                  <a:pt x="3954985" y="761205"/>
                </a:lnTo>
                <a:close/>
              </a:path>
              <a:path w="4359909" h="1712595">
                <a:moveTo>
                  <a:pt x="3950540" y="759034"/>
                </a:moveTo>
                <a:lnTo>
                  <a:pt x="3954026" y="760690"/>
                </a:lnTo>
                <a:lnTo>
                  <a:pt x="3954985" y="761205"/>
                </a:lnTo>
                <a:lnTo>
                  <a:pt x="3954524" y="761021"/>
                </a:lnTo>
                <a:lnTo>
                  <a:pt x="3950540" y="759034"/>
                </a:lnTo>
                <a:close/>
              </a:path>
              <a:path w="4359909" h="1712595">
                <a:moveTo>
                  <a:pt x="3090052" y="755721"/>
                </a:moveTo>
                <a:lnTo>
                  <a:pt x="3097854" y="756383"/>
                </a:lnTo>
                <a:lnTo>
                  <a:pt x="3103664" y="755224"/>
                </a:lnTo>
                <a:lnTo>
                  <a:pt x="3105323" y="763671"/>
                </a:lnTo>
                <a:lnTo>
                  <a:pt x="3093206" y="764831"/>
                </a:lnTo>
                <a:lnTo>
                  <a:pt x="3090219" y="762843"/>
                </a:lnTo>
                <a:lnTo>
                  <a:pt x="3090052" y="755721"/>
                </a:lnTo>
                <a:close/>
              </a:path>
              <a:path w="4359909" h="1712595">
                <a:moveTo>
                  <a:pt x="3901241" y="746114"/>
                </a:moveTo>
                <a:lnTo>
                  <a:pt x="3901573" y="746280"/>
                </a:lnTo>
                <a:lnTo>
                  <a:pt x="3901241" y="746114"/>
                </a:lnTo>
                <a:close/>
              </a:path>
              <a:path w="4359909" h="1712595">
                <a:moveTo>
                  <a:pt x="3900079" y="745121"/>
                </a:moveTo>
                <a:lnTo>
                  <a:pt x="3900411" y="745286"/>
                </a:lnTo>
                <a:lnTo>
                  <a:pt x="3900909" y="745783"/>
                </a:lnTo>
                <a:lnTo>
                  <a:pt x="3901241" y="745949"/>
                </a:lnTo>
                <a:lnTo>
                  <a:pt x="3900245" y="745286"/>
                </a:lnTo>
                <a:lnTo>
                  <a:pt x="3900079" y="745121"/>
                </a:lnTo>
                <a:close/>
              </a:path>
              <a:path w="4359909" h="1712595">
                <a:moveTo>
                  <a:pt x="3923483" y="761849"/>
                </a:moveTo>
                <a:lnTo>
                  <a:pt x="3923981" y="758205"/>
                </a:lnTo>
                <a:lnTo>
                  <a:pt x="3923981" y="755283"/>
                </a:lnTo>
                <a:lnTo>
                  <a:pt x="3926140" y="756052"/>
                </a:lnTo>
                <a:lnTo>
                  <a:pt x="3927799" y="757708"/>
                </a:lnTo>
                <a:lnTo>
                  <a:pt x="3927633" y="761021"/>
                </a:lnTo>
                <a:lnTo>
                  <a:pt x="3923981" y="761750"/>
                </a:lnTo>
                <a:lnTo>
                  <a:pt x="3923981" y="758205"/>
                </a:lnTo>
                <a:lnTo>
                  <a:pt x="3923816" y="755224"/>
                </a:lnTo>
                <a:lnTo>
                  <a:pt x="3923816" y="761783"/>
                </a:lnTo>
                <a:lnTo>
                  <a:pt x="3923483" y="761849"/>
                </a:lnTo>
                <a:close/>
              </a:path>
              <a:path w="4359909" h="1712595">
                <a:moveTo>
                  <a:pt x="1642130" y="751414"/>
                </a:moveTo>
                <a:lnTo>
                  <a:pt x="1647639" y="755118"/>
                </a:lnTo>
                <a:lnTo>
                  <a:pt x="1646362" y="756694"/>
                </a:lnTo>
                <a:lnTo>
                  <a:pt x="1642970" y="755630"/>
                </a:lnTo>
                <a:lnTo>
                  <a:pt x="1642130" y="751414"/>
                </a:lnTo>
                <a:close/>
              </a:path>
              <a:path w="4359909" h="1712595">
                <a:moveTo>
                  <a:pt x="1706699" y="756218"/>
                </a:moveTo>
                <a:lnTo>
                  <a:pt x="1710019" y="748102"/>
                </a:lnTo>
                <a:lnTo>
                  <a:pt x="1713173" y="753402"/>
                </a:lnTo>
                <a:lnTo>
                  <a:pt x="1712841" y="754893"/>
                </a:lnTo>
                <a:lnTo>
                  <a:pt x="1711347" y="755224"/>
                </a:lnTo>
                <a:lnTo>
                  <a:pt x="1711181" y="757212"/>
                </a:lnTo>
                <a:lnTo>
                  <a:pt x="1706699" y="756218"/>
                </a:lnTo>
                <a:close/>
              </a:path>
              <a:path w="4359909" h="1712595">
                <a:moveTo>
                  <a:pt x="2644680" y="727253"/>
                </a:moveTo>
                <a:lnTo>
                  <a:pt x="2644704" y="722594"/>
                </a:lnTo>
                <a:lnTo>
                  <a:pt x="2646875" y="725017"/>
                </a:lnTo>
                <a:lnTo>
                  <a:pt x="2646135" y="727315"/>
                </a:lnTo>
                <a:lnTo>
                  <a:pt x="2644680" y="727253"/>
                </a:lnTo>
                <a:close/>
              </a:path>
              <a:path w="4359909" h="1712595">
                <a:moveTo>
                  <a:pt x="1843807" y="759034"/>
                </a:moveTo>
                <a:lnTo>
                  <a:pt x="1843807" y="755224"/>
                </a:lnTo>
                <a:lnTo>
                  <a:pt x="1847624" y="755224"/>
                </a:lnTo>
                <a:lnTo>
                  <a:pt x="1847624" y="759034"/>
                </a:lnTo>
                <a:lnTo>
                  <a:pt x="1843807" y="759034"/>
                </a:lnTo>
                <a:close/>
              </a:path>
              <a:path w="4359909" h="1712595">
                <a:moveTo>
                  <a:pt x="2744629" y="747936"/>
                </a:moveTo>
                <a:lnTo>
                  <a:pt x="2746455" y="739986"/>
                </a:lnTo>
                <a:lnTo>
                  <a:pt x="2752265" y="740317"/>
                </a:lnTo>
                <a:lnTo>
                  <a:pt x="2744629" y="747936"/>
                </a:lnTo>
                <a:close/>
              </a:path>
              <a:path w="4359909" h="1712595">
                <a:moveTo>
                  <a:pt x="2619806" y="764831"/>
                </a:moveTo>
                <a:lnTo>
                  <a:pt x="2619806" y="761021"/>
                </a:lnTo>
                <a:lnTo>
                  <a:pt x="2623623" y="761021"/>
                </a:lnTo>
                <a:lnTo>
                  <a:pt x="2623623" y="764831"/>
                </a:lnTo>
                <a:lnTo>
                  <a:pt x="2619806" y="764831"/>
                </a:lnTo>
                <a:close/>
              </a:path>
              <a:path w="4359909" h="1712595">
                <a:moveTo>
                  <a:pt x="999420" y="739323"/>
                </a:moveTo>
                <a:lnTo>
                  <a:pt x="1001412" y="737170"/>
                </a:lnTo>
                <a:lnTo>
                  <a:pt x="1000748" y="737998"/>
                </a:lnTo>
                <a:lnTo>
                  <a:pt x="999420" y="739323"/>
                </a:lnTo>
                <a:close/>
              </a:path>
              <a:path w="4359909" h="1712595">
                <a:moveTo>
                  <a:pt x="1765128" y="738329"/>
                </a:moveTo>
                <a:lnTo>
                  <a:pt x="1766953" y="730379"/>
                </a:lnTo>
                <a:lnTo>
                  <a:pt x="1772763" y="730710"/>
                </a:lnTo>
                <a:lnTo>
                  <a:pt x="1765128" y="738329"/>
                </a:lnTo>
                <a:close/>
              </a:path>
              <a:path w="4359909" h="1712595">
                <a:moveTo>
                  <a:pt x="3116943" y="733195"/>
                </a:moveTo>
                <a:lnTo>
                  <a:pt x="3117441" y="729551"/>
                </a:lnTo>
                <a:lnTo>
                  <a:pt x="3117441" y="726629"/>
                </a:lnTo>
                <a:lnTo>
                  <a:pt x="3119599" y="727398"/>
                </a:lnTo>
                <a:lnTo>
                  <a:pt x="3121093" y="728888"/>
                </a:lnTo>
                <a:lnTo>
                  <a:pt x="3121092" y="732367"/>
                </a:lnTo>
                <a:lnTo>
                  <a:pt x="3117441" y="733096"/>
                </a:lnTo>
                <a:lnTo>
                  <a:pt x="3117441" y="729551"/>
                </a:lnTo>
                <a:lnTo>
                  <a:pt x="3117275" y="726570"/>
                </a:lnTo>
                <a:lnTo>
                  <a:pt x="3117275" y="733129"/>
                </a:lnTo>
                <a:lnTo>
                  <a:pt x="3116943" y="733195"/>
                </a:lnTo>
                <a:close/>
              </a:path>
              <a:path w="4359909" h="1712595">
                <a:moveTo>
                  <a:pt x="3930953" y="729717"/>
                </a:moveTo>
                <a:lnTo>
                  <a:pt x="3931949" y="725410"/>
                </a:lnTo>
                <a:lnTo>
                  <a:pt x="3931949" y="722645"/>
                </a:lnTo>
                <a:lnTo>
                  <a:pt x="3935933" y="723257"/>
                </a:lnTo>
                <a:lnTo>
                  <a:pt x="3935933" y="727729"/>
                </a:lnTo>
                <a:lnTo>
                  <a:pt x="3933609" y="730213"/>
                </a:lnTo>
                <a:lnTo>
                  <a:pt x="3931949" y="729903"/>
                </a:lnTo>
                <a:lnTo>
                  <a:pt x="3931949" y="725410"/>
                </a:lnTo>
                <a:lnTo>
                  <a:pt x="3931617" y="722594"/>
                </a:lnTo>
                <a:lnTo>
                  <a:pt x="3931617" y="729841"/>
                </a:lnTo>
                <a:lnTo>
                  <a:pt x="3930953" y="729717"/>
                </a:lnTo>
                <a:close/>
              </a:path>
              <a:path w="4359909" h="1712595">
                <a:moveTo>
                  <a:pt x="1971452" y="737170"/>
                </a:moveTo>
                <a:lnTo>
                  <a:pt x="1974440" y="734189"/>
                </a:lnTo>
                <a:lnTo>
                  <a:pt x="1980250" y="737501"/>
                </a:lnTo>
                <a:lnTo>
                  <a:pt x="1976598" y="741145"/>
                </a:lnTo>
                <a:lnTo>
                  <a:pt x="1976432" y="747605"/>
                </a:lnTo>
                <a:lnTo>
                  <a:pt x="1973942" y="744458"/>
                </a:lnTo>
                <a:lnTo>
                  <a:pt x="1971452" y="737170"/>
                </a:lnTo>
                <a:close/>
              </a:path>
              <a:path w="4359909" h="1712595">
                <a:moveTo>
                  <a:pt x="3125076" y="761684"/>
                </a:moveTo>
                <a:lnTo>
                  <a:pt x="3125242" y="761849"/>
                </a:lnTo>
                <a:lnTo>
                  <a:pt x="3125574" y="762677"/>
                </a:lnTo>
                <a:lnTo>
                  <a:pt x="3126736" y="764831"/>
                </a:lnTo>
                <a:lnTo>
                  <a:pt x="3127234" y="765824"/>
                </a:lnTo>
                <a:lnTo>
                  <a:pt x="3127566" y="766321"/>
                </a:lnTo>
                <a:lnTo>
                  <a:pt x="3127566" y="766653"/>
                </a:lnTo>
                <a:lnTo>
                  <a:pt x="3125076" y="761684"/>
                </a:lnTo>
                <a:close/>
              </a:path>
              <a:path w="4359909" h="1712595">
                <a:moveTo>
                  <a:pt x="3827210" y="819101"/>
                </a:moveTo>
                <a:lnTo>
                  <a:pt x="3827210" y="817502"/>
                </a:lnTo>
                <a:lnTo>
                  <a:pt x="3833518" y="816508"/>
                </a:lnTo>
                <a:lnTo>
                  <a:pt x="3832190" y="820814"/>
                </a:lnTo>
                <a:lnTo>
                  <a:pt x="3827210" y="819101"/>
                </a:lnTo>
                <a:close/>
              </a:path>
              <a:path w="4359909" h="1712595">
                <a:moveTo>
                  <a:pt x="3822562" y="817502"/>
                </a:moveTo>
                <a:lnTo>
                  <a:pt x="3823890" y="812698"/>
                </a:lnTo>
                <a:lnTo>
                  <a:pt x="3829368" y="806901"/>
                </a:lnTo>
                <a:lnTo>
                  <a:pt x="3827210" y="817502"/>
                </a:lnTo>
                <a:lnTo>
                  <a:pt x="3827210" y="819101"/>
                </a:lnTo>
                <a:lnTo>
                  <a:pt x="3822562" y="817502"/>
                </a:lnTo>
                <a:close/>
              </a:path>
              <a:path w="4359909" h="1712595">
                <a:moveTo>
                  <a:pt x="2967553" y="744458"/>
                </a:moveTo>
                <a:lnTo>
                  <a:pt x="2968383" y="735017"/>
                </a:lnTo>
                <a:lnTo>
                  <a:pt x="2973196" y="737998"/>
                </a:lnTo>
                <a:lnTo>
                  <a:pt x="2973694" y="741145"/>
                </a:lnTo>
                <a:lnTo>
                  <a:pt x="2971370" y="741311"/>
                </a:lnTo>
                <a:lnTo>
                  <a:pt x="2971204" y="743795"/>
                </a:lnTo>
                <a:lnTo>
                  <a:pt x="2967553" y="744458"/>
                </a:lnTo>
                <a:close/>
              </a:path>
              <a:path w="4359909" h="1712595">
                <a:moveTo>
                  <a:pt x="3741560" y="820649"/>
                </a:moveTo>
                <a:lnTo>
                  <a:pt x="3743385" y="812698"/>
                </a:lnTo>
                <a:lnTo>
                  <a:pt x="3749029" y="813195"/>
                </a:lnTo>
                <a:lnTo>
                  <a:pt x="3741560" y="820649"/>
                </a:lnTo>
                <a:close/>
              </a:path>
              <a:path w="4359909" h="1712595">
                <a:moveTo>
                  <a:pt x="3785461" y="763782"/>
                </a:moveTo>
                <a:lnTo>
                  <a:pt x="3787539" y="764831"/>
                </a:lnTo>
                <a:lnTo>
                  <a:pt x="3788589" y="766904"/>
                </a:lnTo>
                <a:lnTo>
                  <a:pt x="3786854" y="765514"/>
                </a:lnTo>
                <a:lnTo>
                  <a:pt x="3785461" y="763782"/>
                </a:lnTo>
                <a:close/>
              </a:path>
              <a:path w="4359909" h="1712595">
                <a:moveTo>
                  <a:pt x="2540688" y="782564"/>
                </a:moveTo>
                <a:lnTo>
                  <a:pt x="2542953" y="780234"/>
                </a:lnTo>
                <a:lnTo>
                  <a:pt x="2544563" y="782005"/>
                </a:lnTo>
                <a:lnTo>
                  <a:pt x="2542517" y="782967"/>
                </a:lnTo>
                <a:lnTo>
                  <a:pt x="2540688" y="782564"/>
                </a:lnTo>
                <a:close/>
              </a:path>
              <a:path w="4359909" h="1712595">
                <a:moveTo>
                  <a:pt x="3505967" y="796764"/>
                </a:moveTo>
                <a:lnTo>
                  <a:pt x="3507017" y="791663"/>
                </a:lnTo>
                <a:lnTo>
                  <a:pt x="3509281" y="797463"/>
                </a:lnTo>
                <a:lnTo>
                  <a:pt x="3507826" y="798930"/>
                </a:lnTo>
                <a:lnTo>
                  <a:pt x="3505967" y="796764"/>
                </a:lnTo>
                <a:close/>
              </a:path>
              <a:path w="4359909" h="1712595">
                <a:moveTo>
                  <a:pt x="1323431" y="797626"/>
                </a:moveTo>
                <a:lnTo>
                  <a:pt x="1325257" y="789675"/>
                </a:lnTo>
                <a:lnTo>
                  <a:pt x="1331066" y="790172"/>
                </a:lnTo>
                <a:lnTo>
                  <a:pt x="1323431" y="797626"/>
                </a:lnTo>
                <a:close/>
              </a:path>
              <a:path w="4359909" h="1712595">
                <a:moveTo>
                  <a:pt x="3814927" y="780234"/>
                </a:moveTo>
                <a:lnTo>
                  <a:pt x="3816255" y="774437"/>
                </a:lnTo>
                <a:lnTo>
                  <a:pt x="3821068" y="776094"/>
                </a:lnTo>
                <a:lnTo>
                  <a:pt x="3822396" y="781228"/>
                </a:lnTo>
                <a:lnTo>
                  <a:pt x="3825882" y="784044"/>
                </a:lnTo>
                <a:lnTo>
                  <a:pt x="3824222" y="786860"/>
                </a:lnTo>
                <a:lnTo>
                  <a:pt x="3823060" y="783547"/>
                </a:lnTo>
                <a:lnTo>
                  <a:pt x="3818246" y="785866"/>
                </a:lnTo>
                <a:lnTo>
                  <a:pt x="3818246" y="781394"/>
                </a:lnTo>
                <a:lnTo>
                  <a:pt x="3814927" y="780234"/>
                </a:lnTo>
                <a:close/>
              </a:path>
              <a:path w="4359909" h="1712595">
                <a:moveTo>
                  <a:pt x="3008552" y="791497"/>
                </a:moveTo>
                <a:lnTo>
                  <a:pt x="3008884" y="784541"/>
                </a:lnTo>
                <a:lnTo>
                  <a:pt x="3011706" y="782056"/>
                </a:lnTo>
                <a:lnTo>
                  <a:pt x="3018013" y="783878"/>
                </a:lnTo>
                <a:lnTo>
                  <a:pt x="3012536" y="785700"/>
                </a:lnTo>
                <a:lnTo>
                  <a:pt x="3012536" y="791630"/>
                </a:lnTo>
                <a:lnTo>
                  <a:pt x="3008552" y="791497"/>
                </a:lnTo>
                <a:close/>
              </a:path>
              <a:path w="4359909" h="1712595">
                <a:moveTo>
                  <a:pt x="3012536" y="791630"/>
                </a:moveTo>
                <a:lnTo>
                  <a:pt x="3012536" y="785700"/>
                </a:lnTo>
                <a:lnTo>
                  <a:pt x="3013532" y="791663"/>
                </a:lnTo>
                <a:lnTo>
                  <a:pt x="3012536" y="791630"/>
                </a:lnTo>
                <a:close/>
              </a:path>
              <a:path w="4359909" h="1712595">
                <a:moveTo>
                  <a:pt x="1033282" y="799448"/>
                </a:moveTo>
                <a:lnTo>
                  <a:pt x="1037099" y="799448"/>
                </a:lnTo>
                <a:lnTo>
                  <a:pt x="1037099" y="807067"/>
                </a:lnTo>
                <a:lnTo>
                  <a:pt x="1033780" y="808138"/>
                </a:lnTo>
                <a:lnTo>
                  <a:pt x="1033780" y="802760"/>
                </a:lnTo>
                <a:lnTo>
                  <a:pt x="1033282" y="799448"/>
                </a:lnTo>
                <a:close/>
              </a:path>
              <a:path w="4359909" h="1712595">
                <a:moveTo>
                  <a:pt x="1031456" y="808889"/>
                </a:moveTo>
                <a:lnTo>
                  <a:pt x="1033780" y="802760"/>
                </a:lnTo>
                <a:lnTo>
                  <a:pt x="1033780" y="808138"/>
                </a:lnTo>
                <a:lnTo>
                  <a:pt x="1031456" y="808889"/>
                </a:lnTo>
                <a:close/>
              </a:path>
              <a:path w="4359909" h="1712595">
                <a:moveTo>
                  <a:pt x="2258447" y="787854"/>
                </a:moveTo>
                <a:lnTo>
                  <a:pt x="2258447" y="783547"/>
                </a:lnTo>
                <a:lnTo>
                  <a:pt x="2261103" y="784210"/>
                </a:lnTo>
                <a:lnTo>
                  <a:pt x="2260605" y="787854"/>
                </a:lnTo>
                <a:lnTo>
                  <a:pt x="2258447" y="787854"/>
                </a:lnTo>
                <a:close/>
              </a:path>
              <a:path w="4359909" h="1712595">
                <a:moveTo>
                  <a:pt x="2252803" y="778247"/>
                </a:moveTo>
                <a:lnTo>
                  <a:pt x="2258613" y="780234"/>
                </a:lnTo>
                <a:lnTo>
                  <a:pt x="2258447" y="783547"/>
                </a:lnTo>
                <a:lnTo>
                  <a:pt x="2258447" y="787854"/>
                </a:lnTo>
                <a:lnTo>
                  <a:pt x="2255293" y="787854"/>
                </a:lnTo>
                <a:lnTo>
                  <a:pt x="2255293" y="784541"/>
                </a:lnTo>
                <a:lnTo>
                  <a:pt x="2252803" y="778247"/>
                </a:lnTo>
                <a:close/>
              </a:path>
              <a:path w="4359909" h="1712595">
                <a:moveTo>
                  <a:pt x="2254795" y="787854"/>
                </a:moveTo>
                <a:lnTo>
                  <a:pt x="2255293" y="784541"/>
                </a:lnTo>
                <a:lnTo>
                  <a:pt x="2255293" y="787854"/>
                </a:lnTo>
                <a:lnTo>
                  <a:pt x="2254795" y="787854"/>
                </a:lnTo>
                <a:close/>
              </a:path>
              <a:path w="4359909" h="1712595">
                <a:moveTo>
                  <a:pt x="745955" y="806404"/>
                </a:moveTo>
                <a:lnTo>
                  <a:pt x="747117" y="805079"/>
                </a:lnTo>
                <a:lnTo>
                  <a:pt x="747947" y="804251"/>
                </a:lnTo>
                <a:lnTo>
                  <a:pt x="745955" y="806404"/>
                </a:lnTo>
                <a:close/>
              </a:path>
              <a:path w="4359909" h="1712595">
                <a:moveTo>
                  <a:pt x="1425182" y="788185"/>
                </a:moveTo>
                <a:lnTo>
                  <a:pt x="1427008" y="780234"/>
                </a:lnTo>
                <a:lnTo>
                  <a:pt x="1432817" y="780566"/>
                </a:lnTo>
                <a:lnTo>
                  <a:pt x="1425182" y="788185"/>
                </a:lnTo>
                <a:close/>
              </a:path>
              <a:path w="4359909" h="1712595">
                <a:moveTo>
                  <a:pt x="1515540" y="783485"/>
                </a:moveTo>
                <a:lnTo>
                  <a:pt x="1520909" y="784230"/>
                </a:lnTo>
                <a:lnTo>
                  <a:pt x="1519298" y="784044"/>
                </a:lnTo>
                <a:lnTo>
                  <a:pt x="1515540" y="783485"/>
                </a:lnTo>
                <a:close/>
              </a:path>
              <a:path w="4359909" h="1712595">
                <a:moveTo>
                  <a:pt x="3664541" y="791663"/>
                </a:moveTo>
                <a:lnTo>
                  <a:pt x="3664541" y="787854"/>
                </a:lnTo>
                <a:lnTo>
                  <a:pt x="3668358" y="787854"/>
                </a:lnTo>
                <a:lnTo>
                  <a:pt x="3668358" y="791663"/>
                </a:lnTo>
                <a:lnTo>
                  <a:pt x="3664541" y="791663"/>
                </a:lnTo>
                <a:close/>
              </a:path>
              <a:path w="4359909" h="1712595">
                <a:moveTo>
                  <a:pt x="2623530" y="809668"/>
                </a:moveTo>
                <a:lnTo>
                  <a:pt x="2623623" y="805079"/>
                </a:lnTo>
                <a:lnTo>
                  <a:pt x="2625771" y="807478"/>
                </a:lnTo>
                <a:lnTo>
                  <a:pt x="2624993" y="809738"/>
                </a:lnTo>
                <a:lnTo>
                  <a:pt x="2623530" y="809668"/>
                </a:lnTo>
                <a:close/>
              </a:path>
              <a:path w="4359909" h="1712595">
                <a:moveTo>
                  <a:pt x="868289" y="815017"/>
                </a:moveTo>
                <a:lnTo>
                  <a:pt x="870114" y="807067"/>
                </a:lnTo>
                <a:lnTo>
                  <a:pt x="875758" y="807398"/>
                </a:lnTo>
                <a:lnTo>
                  <a:pt x="868289" y="815017"/>
                </a:lnTo>
                <a:close/>
              </a:path>
              <a:path w="4359909" h="1712595">
                <a:moveTo>
                  <a:pt x="3018677" y="809386"/>
                </a:moveTo>
                <a:lnTo>
                  <a:pt x="3019341" y="805079"/>
                </a:lnTo>
                <a:lnTo>
                  <a:pt x="3022661" y="805411"/>
                </a:lnTo>
                <a:lnTo>
                  <a:pt x="3023657" y="808392"/>
                </a:lnTo>
                <a:lnTo>
                  <a:pt x="3023159" y="812698"/>
                </a:lnTo>
                <a:lnTo>
                  <a:pt x="3019673" y="812201"/>
                </a:lnTo>
                <a:lnTo>
                  <a:pt x="3018677" y="809386"/>
                </a:lnTo>
                <a:close/>
              </a:path>
              <a:path w="4359909" h="1712595">
                <a:moveTo>
                  <a:pt x="3449396" y="815442"/>
                </a:moveTo>
                <a:lnTo>
                  <a:pt x="3449419" y="810876"/>
                </a:lnTo>
                <a:lnTo>
                  <a:pt x="3451590" y="813206"/>
                </a:lnTo>
                <a:lnTo>
                  <a:pt x="3450851" y="815473"/>
                </a:lnTo>
                <a:lnTo>
                  <a:pt x="3449396" y="815442"/>
                </a:lnTo>
                <a:close/>
              </a:path>
              <a:path w="4359909" h="1712595">
                <a:moveTo>
                  <a:pt x="3120428" y="798620"/>
                </a:moveTo>
                <a:lnTo>
                  <a:pt x="3121092" y="793485"/>
                </a:lnTo>
                <a:lnTo>
                  <a:pt x="3128728" y="793485"/>
                </a:lnTo>
                <a:lnTo>
                  <a:pt x="3128728" y="799282"/>
                </a:lnTo>
                <a:lnTo>
                  <a:pt x="3123748" y="799945"/>
                </a:lnTo>
                <a:lnTo>
                  <a:pt x="3120428" y="798620"/>
                </a:lnTo>
                <a:close/>
              </a:path>
              <a:path w="4359909" h="1712595">
                <a:moveTo>
                  <a:pt x="3215208" y="385367"/>
                </a:moveTo>
                <a:lnTo>
                  <a:pt x="3215208" y="381558"/>
                </a:lnTo>
                <a:lnTo>
                  <a:pt x="3219026" y="381558"/>
                </a:lnTo>
                <a:lnTo>
                  <a:pt x="3219026" y="385367"/>
                </a:lnTo>
                <a:lnTo>
                  <a:pt x="3215208" y="385367"/>
                </a:lnTo>
                <a:close/>
              </a:path>
              <a:path w="4359909" h="1712595">
                <a:moveTo>
                  <a:pt x="743299" y="791663"/>
                </a:moveTo>
                <a:lnTo>
                  <a:pt x="752927" y="791663"/>
                </a:lnTo>
                <a:lnTo>
                  <a:pt x="753923" y="797626"/>
                </a:lnTo>
                <a:lnTo>
                  <a:pt x="750271" y="799116"/>
                </a:lnTo>
                <a:lnTo>
                  <a:pt x="749109" y="803092"/>
                </a:lnTo>
                <a:lnTo>
                  <a:pt x="748776" y="800276"/>
                </a:lnTo>
                <a:lnTo>
                  <a:pt x="745955" y="796798"/>
                </a:lnTo>
                <a:lnTo>
                  <a:pt x="743299" y="791663"/>
                </a:lnTo>
                <a:close/>
              </a:path>
              <a:path w="4359909" h="1712595">
                <a:moveTo>
                  <a:pt x="3868209" y="811208"/>
                </a:moveTo>
                <a:lnTo>
                  <a:pt x="3870035" y="803092"/>
                </a:lnTo>
                <a:lnTo>
                  <a:pt x="3875845" y="803589"/>
                </a:lnTo>
                <a:lnTo>
                  <a:pt x="3868209" y="811208"/>
                </a:lnTo>
                <a:close/>
              </a:path>
              <a:path w="4359909" h="1712595">
                <a:moveTo>
                  <a:pt x="1171717" y="799613"/>
                </a:moveTo>
                <a:lnTo>
                  <a:pt x="1173542" y="791663"/>
                </a:lnTo>
                <a:lnTo>
                  <a:pt x="1179352" y="791994"/>
                </a:lnTo>
                <a:lnTo>
                  <a:pt x="1171717" y="799613"/>
                </a:lnTo>
                <a:close/>
              </a:path>
              <a:path w="4359909" h="1712595">
                <a:moveTo>
                  <a:pt x="1144575" y="794424"/>
                </a:moveTo>
                <a:lnTo>
                  <a:pt x="1146652" y="795473"/>
                </a:lnTo>
                <a:lnTo>
                  <a:pt x="1147703" y="797546"/>
                </a:lnTo>
                <a:lnTo>
                  <a:pt x="1145968" y="796156"/>
                </a:lnTo>
                <a:lnTo>
                  <a:pt x="1144575" y="794424"/>
                </a:lnTo>
                <a:close/>
              </a:path>
              <a:path w="4359909" h="1712595">
                <a:moveTo>
                  <a:pt x="1595985" y="792491"/>
                </a:moveTo>
                <a:lnTo>
                  <a:pt x="1601794" y="795473"/>
                </a:lnTo>
                <a:lnTo>
                  <a:pt x="1602458" y="799945"/>
                </a:lnTo>
                <a:lnTo>
                  <a:pt x="1601628" y="802926"/>
                </a:lnTo>
                <a:lnTo>
                  <a:pt x="1599968" y="805079"/>
                </a:lnTo>
                <a:lnTo>
                  <a:pt x="1596815" y="805411"/>
                </a:lnTo>
                <a:lnTo>
                  <a:pt x="1595985" y="792491"/>
                </a:lnTo>
                <a:close/>
              </a:path>
              <a:path w="4359909" h="1712595">
                <a:moveTo>
                  <a:pt x="765043" y="750752"/>
                </a:moveTo>
                <a:lnTo>
                  <a:pt x="766371" y="749427"/>
                </a:lnTo>
                <a:lnTo>
                  <a:pt x="767202" y="748764"/>
                </a:lnTo>
                <a:lnTo>
                  <a:pt x="765043" y="750752"/>
                </a:lnTo>
                <a:close/>
              </a:path>
              <a:path w="4359909" h="1712595">
                <a:moveTo>
                  <a:pt x="451239" y="748379"/>
                </a:moveTo>
                <a:lnTo>
                  <a:pt x="453316" y="749427"/>
                </a:lnTo>
                <a:lnTo>
                  <a:pt x="454366" y="751500"/>
                </a:lnTo>
                <a:lnTo>
                  <a:pt x="452631" y="750110"/>
                </a:lnTo>
                <a:lnTo>
                  <a:pt x="451239" y="748379"/>
                </a:lnTo>
                <a:close/>
              </a:path>
              <a:path w="4359909" h="1712595">
                <a:moveTo>
                  <a:pt x="516392" y="724177"/>
                </a:moveTo>
                <a:lnTo>
                  <a:pt x="516392" y="722429"/>
                </a:lnTo>
                <a:lnTo>
                  <a:pt x="518550" y="726570"/>
                </a:lnTo>
                <a:lnTo>
                  <a:pt x="516392" y="724177"/>
                </a:lnTo>
                <a:close/>
              </a:path>
              <a:path w="4359909" h="1712595">
                <a:moveTo>
                  <a:pt x="512740" y="719613"/>
                </a:moveTo>
                <a:lnTo>
                  <a:pt x="512740" y="713153"/>
                </a:lnTo>
                <a:lnTo>
                  <a:pt x="518218" y="714147"/>
                </a:lnTo>
                <a:lnTo>
                  <a:pt x="516392" y="722429"/>
                </a:lnTo>
                <a:lnTo>
                  <a:pt x="516392" y="724177"/>
                </a:lnTo>
                <a:lnTo>
                  <a:pt x="515562" y="723257"/>
                </a:lnTo>
                <a:lnTo>
                  <a:pt x="512740" y="719613"/>
                </a:lnTo>
                <a:close/>
              </a:path>
              <a:path w="4359909" h="1712595">
                <a:moveTo>
                  <a:pt x="284339" y="757377"/>
                </a:moveTo>
                <a:lnTo>
                  <a:pt x="286165" y="749427"/>
                </a:lnTo>
                <a:lnTo>
                  <a:pt x="291975" y="749924"/>
                </a:lnTo>
                <a:lnTo>
                  <a:pt x="284339" y="757377"/>
                </a:lnTo>
                <a:close/>
              </a:path>
              <a:path w="4359909" h="1712595">
                <a:moveTo>
                  <a:pt x="873932" y="747605"/>
                </a:moveTo>
                <a:lnTo>
                  <a:pt x="876423" y="748764"/>
                </a:lnTo>
                <a:lnTo>
                  <a:pt x="877418" y="751580"/>
                </a:lnTo>
                <a:lnTo>
                  <a:pt x="877750" y="755224"/>
                </a:lnTo>
                <a:lnTo>
                  <a:pt x="874264" y="756417"/>
                </a:lnTo>
                <a:lnTo>
                  <a:pt x="874264" y="750918"/>
                </a:lnTo>
                <a:lnTo>
                  <a:pt x="873932" y="747605"/>
                </a:lnTo>
                <a:close/>
              </a:path>
              <a:path w="4359909" h="1712595">
                <a:moveTo>
                  <a:pt x="871941" y="757212"/>
                </a:moveTo>
                <a:lnTo>
                  <a:pt x="874264" y="750918"/>
                </a:lnTo>
                <a:lnTo>
                  <a:pt x="874264" y="756417"/>
                </a:lnTo>
                <a:lnTo>
                  <a:pt x="871941" y="757212"/>
                </a:lnTo>
                <a:close/>
              </a:path>
              <a:path w="4359909" h="1712595">
                <a:moveTo>
                  <a:pt x="726700" y="735348"/>
                </a:moveTo>
                <a:lnTo>
                  <a:pt x="728692" y="733361"/>
                </a:lnTo>
                <a:lnTo>
                  <a:pt x="728028" y="734189"/>
                </a:lnTo>
                <a:lnTo>
                  <a:pt x="726700" y="735348"/>
                </a:lnTo>
                <a:close/>
              </a:path>
              <a:path w="4359909" h="1712595">
                <a:moveTo>
                  <a:pt x="3999839" y="675224"/>
                </a:moveTo>
                <a:lnTo>
                  <a:pt x="4010296" y="676714"/>
                </a:lnTo>
                <a:lnTo>
                  <a:pt x="4010296" y="684333"/>
                </a:lnTo>
                <a:lnTo>
                  <a:pt x="4009466" y="680855"/>
                </a:lnTo>
                <a:lnTo>
                  <a:pt x="3999839" y="675224"/>
                </a:lnTo>
                <a:close/>
              </a:path>
              <a:path w="4359909" h="1712595">
                <a:moveTo>
                  <a:pt x="877750" y="712988"/>
                </a:moveTo>
                <a:lnTo>
                  <a:pt x="881070" y="714810"/>
                </a:lnTo>
                <a:lnTo>
                  <a:pt x="882730" y="719779"/>
                </a:lnTo>
                <a:lnTo>
                  <a:pt x="879742" y="722594"/>
                </a:lnTo>
                <a:lnTo>
                  <a:pt x="878746" y="722671"/>
                </a:lnTo>
                <a:lnTo>
                  <a:pt x="878746" y="715803"/>
                </a:lnTo>
                <a:lnTo>
                  <a:pt x="877750" y="712988"/>
                </a:lnTo>
                <a:close/>
              </a:path>
              <a:path w="4359909" h="1712595">
                <a:moveTo>
                  <a:pt x="875426" y="722926"/>
                </a:moveTo>
                <a:lnTo>
                  <a:pt x="878746" y="715803"/>
                </a:lnTo>
                <a:lnTo>
                  <a:pt x="878746" y="722671"/>
                </a:lnTo>
                <a:lnTo>
                  <a:pt x="875426" y="722926"/>
                </a:lnTo>
                <a:close/>
              </a:path>
              <a:path w="4359909" h="1712595">
                <a:moveTo>
                  <a:pt x="862313" y="714975"/>
                </a:moveTo>
                <a:lnTo>
                  <a:pt x="871276" y="717460"/>
                </a:lnTo>
                <a:lnTo>
                  <a:pt x="872106" y="728226"/>
                </a:lnTo>
                <a:lnTo>
                  <a:pt x="875758" y="736011"/>
                </a:lnTo>
                <a:lnTo>
                  <a:pt x="866131" y="734189"/>
                </a:lnTo>
                <a:lnTo>
                  <a:pt x="865799" y="723091"/>
                </a:lnTo>
                <a:lnTo>
                  <a:pt x="862313" y="714975"/>
                </a:lnTo>
                <a:close/>
              </a:path>
              <a:path w="4359909" h="1712595">
                <a:moveTo>
                  <a:pt x="3727949" y="688474"/>
                </a:moveTo>
                <a:lnTo>
                  <a:pt x="3729940" y="680524"/>
                </a:lnTo>
                <a:lnTo>
                  <a:pt x="3735584" y="680855"/>
                </a:lnTo>
                <a:lnTo>
                  <a:pt x="3727949" y="688474"/>
                </a:lnTo>
                <a:close/>
              </a:path>
              <a:path w="4359909" h="1712595">
                <a:moveTo>
                  <a:pt x="1981990" y="713927"/>
                </a:moveTo>
                <a:lnTo>
                  <a:pt x="1984067" y="714975"/>
                </a:lnTo>
                <a:lnTo>
                  <a:pt x="1985118" y="717048"/>
                </a:lnTo>
                <a:lnTo>
                  <a:pt x="1983383" y="715659"/>
                </a:lnTo>
                <a:lnTo>
                  <a:pt x="1981990" y="713927"/>
                </a:lnTo>
                <a:close/>
              </a:path>
              <a:path w="4359909" h="1712595">
                <a:moveTo>
                  <a:pt x="720141" y="775211"/>
                </a:moveTo>
                <a:lnTo>
                  <a:pt x="722218" y="776259"/>
                </a:lnTo>
                <a:lnTo>
                  <a:pt x="723269" y="778332"/>
                </a:lnTo>
                <a:lnTo>
                  <a:pt x="721533" y="776943"/>
                </a:lnTo>
                <a:lnTo>
                  <a:pt x="720141" y="775211"/>
                </a:lnTo>
                <a:close/>
              </a:path>
              <a:path w="4359909" h="1712595">
                <a:moveTo>
                  <a:pt x="864305" y="770628"/>
                </a:moveTo>
                <a:lnTo>
                  <a:pt x="872106" y="773609"/>
                </a:lnTo>
                <a:lnTo>
                  <a:pt x="867127" y="777253"/>
                </a:lnTo>
                <a:lnTo>
                  <a:pt x="867127" y="784949"/>
                </a:lnTo>
                <a:lnTo>
                  <a:pt x="865301" y="785502"/>
                </a:lnTo>
                <a:lnTo>
                  <a:pt x="865301" y="775928"/>
                </a:lnTo>
                <a:lnTo>
                  <a:pt x="864305" y="770628"/>
                </a:lnTo>
                <a:close/>
              </a:path>
              <a:path w="4359909" h="1712595">
                <a:moveTo>
                  <a:pt x="867127" y="784949"/>
                </a:moveTo>
                <a:lnTo>
                  <a:pt x="867127" y="777253"/>
                </a:lnTo>
                <a:lnTo>
                  <a:pt x="870114" y="784044"/>
                </a:lnTo>
                <a:lnTo>
                  <a:pt x="867127" y="784949"/>
                </a:lnTo>
                <a:close/>
              </a:path>
              <a:path w="4359909" h="1712595">
                <a:moveTo>
                  <a:pt x="860819" y="786860"/>
                </a:moveTo>
                <a:lnTo>
                  <a:pt x="865301" y="775928"/>
                </a:lnTo>
                <a:lnTo>
                  <a:pt x="865301" y="785502"/>
                </a:lnTo>
                <a:lnTo>
                  <a:pt x="860819" y="786860"/>
                </a:lnTo>
                <a:close/>
              </a:path>
              <a:path w="4359909" h="1712595">
                <a:moveTo>
                  <a:pt x="796415" y="781560"/>
                </a:moveTo>
                <a:lnTo>
                  <a:pt x="797411" y="777253"/>
                </a:lnTo>
                <a:lnTo>
                  <a:pt x="797411" y="774499"/>
                </a:lnTo>
                <a:lnTo>
                  <a:pt x="799735" y="774934"/>
                </a:lnTo>
                <a:lnTo>
                  <a:pt x="798739" y="779241"/>
                </a:lnTo>
                <a:lnTo>
                  <a:pt x="798739" y="781994"/>
                </a:lnTo>
                <a:lnTo>
                  <a:pt x="797411" y="781746"/>
                </a:lnTo>
                <a:lnTo>
                  <a:pt x="797411" y="777253"/>
                </a:lnTo>
                <a:lnTo>
                  <a:pt x="797079" y="774437"/>
                </a:lnTo>
                <a:lnTo>
                  <a:pt x="797079" y="781684"/>
                </a:lnTo>
                <a:lnTo>
                  <a:pt x="796415" y="781560"/>
                </a:lnTo>
                <a:close/>
              </a:path>
              <a:path w="4359909" h="1712595">
                <a:moveTo>
                  <a:pt x="798739" y="781994"/>
                </a:moveTo>
                <a:lnTo>
                  <a:pt x="798739" y="779241"/>
                </a:lnTo>
                <a:lnTo>
                  <a:pt x="799071" y="782056"/>
                </a:lnTo>
                <a:lnTo>
                  <a:pt x="798739" y="781994"/>
                </a:lnTo>
                <a:close/>
              </a:path>
              <a:path w="4359909" h="1712595">
                <a:moveTo>
                  <a:pt x="3122833" y="472435"/>
                </a:moveTo>
                <a:lnTo>
                  <a:pt x="3124910" y="473483"/>
                </a:lnTo>
                <a:lnTo>
                  <a:pt x="3125961" y="475556"/>
                </a:lnTo>
                <a:lnTo>
                  <a:pt x="3124225" y="474167"/>
                </a:lnTo>
                <a:lnTo>
                  <a:pt x="3122833" y="472435"/>
                </a:lnTo>
                <a:close/>
              </a:path>
              <a:path w="4359909" h="1712595">
                <a:moveTo>
                  <a:pt x="2630761" y="681021"/>
                </a:moveTo>
                <a:lnTo>
                  <a:pt x="2631259" y="676714"/>
                </a:lnTo>
                <a:lnTo>
                  <a:pt x="2633915" y="677874"/>
                </a:lnTo>
                <a:lnTo>
                  <a:pt x="2634910" y="680689"/>
                </a:lnTo>
                <a:lnTo>
                  <a:pt x="2635076" y="684333"/>
                </a:lnTo>
                <a:lnTo>
                  <a:pt x="2631757" y="683836"/>
                </a:lnTo>
                <a:lnTo>
                  <a:pt x="2630761" y="681021"/>
                </a:lnTo>
                <a:close/>
              </a:path>
              <a:path w="4359909" h="1712595">
                <a:moveTo>
                  <a:pt x="1588349" y="766818"/>
                </a:moveTo>
                <a:lnTo>
                  <a:pt x="1588681" y="764499"/>
                </a:lnTo>
                <a:lnTo>
                  <a:pt x="1591835" y="765162"/>
                </a:lnTo>
                <a:lnTo>
                  <a:pt x="1594159" y="764831"/>
                </a:lnTo>
                <a:lnTo>
                  <a:pt x="1594159" y="770628"/>
                </a:lnTo>
                <a:lnTo>
                  <a:pt x="1591337" y="771278"/>
                </a:lnTo>
                <a:lnTo>
                  <a:pt x="1591337" y="766984"/>
                </a:lnTo>
                <a:lnTo>
                  <a:pt x="1588349" y="766818"/>
                </a:lnTo>
                <a:close/>
              </a:path>
              <a:path w="4359909" h="1712595">
                <a:moveTo>
                  <a:pt x="1589843" y="771622"/>
                </a:moveTo>
                <a:lnTo>
                  <a:pt x="1591337" y="766984"/>
                </a:lnTo>
                <a:lnTo>
                  <a:pt x="1591337" y="771278"/>
                </a:lnTo>
                <a:lnTo>
                  <a:pt x="1589843" y="771622"/>
                </a:lnTo>
                <a:close/>
              </a:path>
              <a:path w="4359909" h="1712595">
                <a:moveTo>
                  <a:pt x="750144" y="760652"/>
                </a:moveTo>
                <a:lnTo>
                  <a:pt x="750934" y="757212"/>
                </a:lnTo>
                <a:lnTo>
                  <a:pt x="756744" y="757543"/>
                </a:lnTo>
                <a:lnTo>
                  <a:pt x="752578" y="761700"/>
                </a:lnTo>
                <a:lnTo>
                  <a:pt x="750144" y="760652"/>
                </a:lnTo>
                <a:close/>
              </a:path>
              <a:path w="4359909" h="1712595">
                <a:moveTo>
                  <a:pt x="749109" y="767181"/>
                </a:moveTo>
                <a:lnTo>
                  <a:pt x="749109" y="765162"/>
                </a:lnTo>
                <a:lnTo>
                  <a:pt x="752578" y="761700"/>
                </a:lnTo>
                <a:lnTo>
                  <a:pt x="752926" y="761849"/>
                </a:lnTo>
                <a:lnTo>
                  <a:pt x="750934" y="766653"/>
                </a:lnTo>
                <a:lnTo>
                  <a:pt x="749109" y="767181"/>
                </a:lnTo>
                <a:close/>
              </a:path>
              <a:path w="4359909" h="1712595">
                <a:moveTo>
                  <a:pt x="749109" y="765162"/>
                </a:moveTo>
                <a:lnTo>
                  <a:pt x="750144" y="760652"/>
                </a:lnTo>
                <a:lnTo>
                  <a:pt x="752578" y="761700"/>
                </a:lnTo>
                <a:lnTo>
                  <a:pt x="749109" y="765162"/>
                </a:lnTo>
                <a:close/>
              </a:path>
              <a:path w="4359909" h="1712595">
                <a:moveTo>
                  <a:pt x="743299" y="762843"/>
                </a:moveTo>
                <a:lnTo>
                  <a:pt x="744461" y="758205"/>
                </a:lnTo>
                <a:lnTo>
                  <a:pt x="750144" y="760652"/>
                </a:lnTo>
                <a:lnTo>
                  <a:pt x="749109" y="765162"/>
                </a:lnTo>
                <a:lnTo>
                  <a:pt x="749109" y="767181"/>
                </a:lnTo>
                <a:lnTo>
                  <a:pt x="747117" y="767758"/>
                </a:lnTo>
                <a:lnTo>
                  <a:pt x="747117" y="762843"/>
                </a:lnTo>
                <a:lnTo>
                  <a:pt x="743299" y="762843"/>
                </a:lnTo>
                <a:close/>
              </a:path>
              <a:path w="4359909" h="1712595">
                <a:moveTo>
                  <a:pt x="745789" y="768143"/>
                </a:moveTo>
                <a:lnTo>
                  <a:pt x="747117" y="762843"/>
                </a:lnTo>
                <a:lnTo>
                  <a:pt x="747117" y="767758"/>
                </a:lnTo>
                <a:lnTo>
                  <a:pt x="745789" y="768143"/>
                </a:lnTo>
                <a:close/>
              </a:path>
              <a:path w="4359909" h="1712595">
                <a:moveTo>
                  <a:pt x="1135033" y="772450"/>
                </a:moveTo>
                <a:lnTo>
                  <a:pt x="1135033" y="768640"/>
                </a:lnTo>
                <a:lnTo>
                  <a:pt x="1136693" y="768971"/>
                </a:lnTo>
                <a:lnTo>
                  <a:pt x="1136859" y="767978"/>
                </a:lnTo>
                <a:lnTo>
                  <a:pt x="1137025" y="766653"/>
                </a:lnTo>
                <a:lnTo>
                  <a:pt x="1140677" y="765990"/>
                </a:lnTo>
                <a:lnTo>
                  <a:pt x="1139681" y="775431"/>
                </a:lnTo>
                <a:lnTo>
                  <a:pt x="1135033" y="772450"/>
                </a:lnTo>
                <a:close/>
              </a:path>
              <a:path w="4359909" h="1712595">
                <a:moveTo>
                  <a:pt x="1123580" y="753402"/>
                </a:moveTo>
                <a:lnTo>
                  <a:pt x="1126568" y="756715"/>
                </a:lnTo>
                <a:lnTo>
                  <a:pt x="1132377" y="757377"/>
                </a:lnTo>
                <a:lnTo>
                  <a:pt x="1133207" y="763009"/>
                </a:lnTo>
                <a:lnTo>
                  <a:pt x="1127066" y="762677"/>
                </a:lnTo>
                <a:lnTo>
                  <a:pt x="1123912" y="759365"/>
                </a:lnTo>
                <a:lnTo>
                  <a:pt x="1123580" y="753402"/>
                </a:lnTo>
                <a:close/>
              </a:path>
              <a:path w="4359909" h="1712595">
                <a:moveTo>
                  <a:pt x="768363" y="763174"/>
                </a:moveTo>
                <a:lnTo>
                  <a:pt x="770189" y="755224"/>
                </a:lnTo>
                <a:lnTo>
                  <a:pt x="775999" y="755555"/>
                </a:lnTo>
                <a:lnTo>
                  <a:pt x="768363" y="763174"/>
                </a:lnTo>
                <a:close/>
              </a:path>
              <a:path w="4359909" h="1712595">
                <a:moveTo>
                  <a:pt x="2245334" y="590420"/>
                </a:moveTo>
                <a:lnTo>
                  <a:pt x="2249152" y="590420"/>
                </a:lnTo>
                <a:lnTo>
                  <a:pt x="2249152" y="598039"/>
                </a:lnTo>
                <a:lnTo>
                  <a:pt x="2245666" y="599231"/>
                </a:lnTo>
                <a:lnTo>
                  <a:pt x="2245666" y="593898"/>
                </a:lnTo>
                <a:lnTo>
                  <a:pt x="2245334" y="590420"/>
                </a:lnTo>
                <a:close/>
              </a:path>
              <a:path w="4359909" h="1712595">
                <a:moveTo>
                  <a:pt x="2243342" y="600027"/>
                </a:moveTo>
                <a:lnTo>
                  <a:pt x="2245666" y="593898"/>
                </a:lnTo>
                <a:lnTo>
                  <a:pt x="2245666" y="599231"/>
                </a:lnTo>
                <a:lnTo>
                  <a:pt x="2243342" y="600027"/>
                </a:lnTo>
                <a:close/>
              </a:path>
              <a:path w="4359909" h="1712595">
                <a:moveTo>
                  <a:pt x="942719" y="600156"/>
                </a:moveTo>
                <a:lnTo>
                  <a:pt x="942859" y="597376"/>
                </a:lnTo>
                <a:lnTo>
                  <a:pt x="945054" y="597827"/>
                </a:lnTo>
                <a:lnTo>
                  <a:pt x="946968" y="603836"/>
                </a:lnTo>
                <a:lnTo>
                  <a:pt x="942719" y="600156"/>
                </a:lnTo>
                <a:close/>
              </a:path>
              <a:path w="4359909" h="1712595">
                <a:moveTo>
                  <a:pt x="1161924" y="594229"/>
                </a:moveTo>
                <a:lnTo>
                  <a:pt x="1161924" y="588432"/>
                </a:lnTo>
                <a:lnTo>
                  <a:pt x="1165907" y="587770"/>
                </a:lnTo>
                <a:lnTo>
                  <a:pt x="1166903" y="589757"/>
                </a:lnTo>
                <a:lnTo>
                  <a:pt x="1169559" y="590420"/>
                </a:lnTo>
                <a:lnTo>
                  <a:pt x="1171551" y="596217"/>
                </a:lnTo>
                <a:lnTo>
                  <a:pt x="1165243" y="593733"/>
                </a:lnTo>
                <a:lnTo>
                  <a:pt x="1161924" y="594229"/>
                </a:lnTo>
                <a:close/>
              </a:path>
              <a:path w="4359909" h="1712595">
                <a:moveTo>
                  <a:pt x="2208816" y="603836"/>
                </a:moveTo>
                <a:lnTo>
                  <a:pt x="2212302" y="598039"/>
                </a:lnTo>
                <a:lnTo>
                  <a:pt x="2214460" y="609302"/>
                </a:lnTo>
                <a:lnTo>
                  <a:pt x="2216452" y="611455"/>
                </a:lnTo>
                <a:lnTo>
                  <a:pt x="2212966" y="616613"/>
                </a:lnTo>
                <a:lnTo>
                  <a:pt x="2212966" y="603670"/>
                </a:lnTo>
                <a:lnTo>
                  <a:pt x="2208816" y="603836"/>
                </a:lnTo>
                <a:close/>
              </a:path>
              <a:path w="4359909" h="1712595">
                <a:moveTo>
                  <a:pt x="2211638" y="618577"/>
                </a:moveTo>
                <a:lnTo>
                  <a:pt x="2212966" y="603670"/>
                </a:lnTo>
                <a:lnTo>
                  <a:pt x="2212966" y="616613"/>
                </a:lnTo>
                <a:lnTo>
                  <a:pt x="2211638" y="618577"/>
                </a:lnTo>
                <a:close/>
              </a:path>
              <a:path w="4359909" h="1712595">
                <a:moveTo>
                  <a:pt x="1081087" y="685162"/>
                </a:moveTo>
                <a:lnTo>
                  <a:pt x="1081585" y="681518"/>
                </a:lnTo>
                <a:lnTo>
                  <a:pt x="1081585" y="678595"/>
                </a:lnTo>
                <a:lnTo>
                  <a:pt x="1083742" y="679364"/>
                </a:lnTo>
                <a:lnTo>
                  <a:pt x="1085237" y="681021"/>
                </a:lnTo>
                <a:lnTo>
                  <a:pt x="1085237" y="684333"/>
                </a:lnTo>
                <a:lnTo>
                  <a:pt x="1081585" y="685062"/>
                </a:lnTo>
                <a:lnTo>
                  <a:pt x="1081585" y="681518"/>
                </a:lnTo>
                <a:lnTo>
                  <a:pt x="1081419" y="678536"/>
                </a:lnTo>
                <a:lnTo>
                  <a:pt x="1081419" y="685095"/>
                </a:lnTo>
                <a:lnTo>
                  <a:pt x="1081087" y="685162"/>
                </a:lnTo>
                <a:close/>
              </a:path>
              <a:path w="4359909" h="1712595">
                <a:moveTo>
                  <a:pt x="2506601" y="609964"/>
                </a:moveTo>
                <a:lnTo>
                  <a:pt x="2508427" y="601848"/>
                </a:lnTo>
                <a:lnTo>
                  <a:pt x="2514070" y="602345"/>
                </a:lnTo>
                <a:lnTo>
                  <a:pt x="2506601" y="609964"/>
                </a:lnTo>
                <a:close/>
              </a:path>
              <a:path w="4359909" h="1712595">
                <a:moveTo>
                  <a:pt x="1284921" y="605658"/>
                </a:moveTo>
                <a:lnTo>
                  <a:pt x="1288739" y="605658"/>
                </a:lnTo>
                <a:lnTo>
                  <a:pt x="1288739" y="615265"/>
                </a:lnTo>
                <a:lnTo>
                  <a:pt x="1285751" y="616182"/>
                </a:lnTo>
                <a:lnTo>
                  <a:pt x="1285751" y="609468"/>
                </a:lnTo>
                <a:lnTo>
                  <a:pt x="1284921" y="605658"/>
                </a:lnTo>
                <a:close/>
              </a:path>
              <a:path w="4359909" h="1712595">
                <a:moveTo>
                  <a:pt x="1282266" y="617252"/>
                </a:moveTo>
                <a:lnTo>
                  <a:pt x="1285751" y="609468"/>
                </a:lnTo>
                <a:lnTo>
                  <a:pt x="1285751" y="616182"/>
                </a:lnTo>
                <a:lnTo>
                  <a:pt x="1282266" y="617252"/>
                </a:lnTo>
                <a:close/>
              </a:path>
              <a:path w="4359909" h="1712595">
                <a:moveTo>
                  <a:pt x="716409" y="788185"/>
                </a:moveTo>
                <a:lnTo>
                  <a:pt x="718401" y="780234"/>
                </a:lnTo>
                <a:lnTo>
                  <a:pt x="724044" y="780566"/>
                </a:lnTo>
                <a:lnTo>
                  <a:pt x="716409" y="788185"/>
                </a:lnTo>
                <a:close/>
              </a:path>
              <a:path w="4359909" h="1712595">
                <a:moveTo>
                  <a:pt x="3226661" y="590420"/>
                </a:moveTo>
                <a:lnTo>
                  <a:pt x="3227491" y="585617"/>
                </a:lnTo>
                <a:lnTo>
                  <a:pt x="3234131" y="590254"/>
                </a:lnTo>
                <a:lnTo>
                  <a:pt x="3232471" y="594229"/>
                </a:lnTo>
                <a:lnTo>
                  <a:pt x="3229649" y="594987"/>
                </a:lnTo>
                <a:lnTo>
                  <a:pt x="3229649" y="590585"/>
                </a:lnTo>
                <a:lnTo>
                  <a:pt x="3226661" y="590420"/>
                </a:lnTo>
                <a:close/>
              </a:path>
              <a:path w="4359909" h="1712595">
                <a:moveTo>
                  <a:pt x="3228155" y="595389"/>
                </a:moveTo>
                <a:lnTo>
                  <a:pt x="3229649" y="590585"/>
                </a:lnTo>
                <a:lnTo>
                  <a:pt x="3229649" y="594987"/>
                </a:lnTo>
                <a:lnTo>
                  <a:pt x="3228155" y="595389"/>
                </a:lnTo>
                <a:close/>
              </a:path>
              <a:path w="4359909" h="1712595">
                <a:moveTo>
                  <a:pt x="1461700" y="596548"/>
                </a:moveTo>
                <a:lnTo>
                  <a:pt x="1463525" y="588598"/>
                </a:lnTo>
                <a:lnTo>
                  <a:pt x="1469335" y="588929"/>
                </a:lnTo>
                <a:lnTo>
                  <a:pt x="1461700" y="596548"/>
                </a:lnTo>
                <a:close/>
              </a:path>
              <a:path w="4359909" h="1712595">
                <a:moveTo>
                  <a:pt x="1523022" y="602697"/>
                </a:moveTo>
                <a:lnTo>
                  <a:pt x="1523115" y="598039"/>
                </a:lnTo>
                <a:lnTo>
                  <a:pt x="1525263" y="600461"/>
                </a:lnTo>
                <a:lnTo>
                  <a:pt x="1524485" y="602759"/>
                </a:lnTo>
                <a:lnTo>
                  <a:pt x="1523022" y="602697"/>
                </a:lnTo>
                <a:close/>
              </a:path>
              <a:path w="4359909" h="1712595">
                <a:moveTo>
                  <a:pt x="1412733" y="597873"/>
                </a:moveTo>
                <a:lnTo>
                  <a:pt x="1414891" y="596880"/>
                </a:lnTo>
                <a:lnTo>
                  <a:pt x="1415389" y="594229"/>
                </a:lnTo>
                <a:lnTo>
                  <a:pt x="1418875" y="593567"/>
                </a:lnTo>
                <a:lnTo>
                  <a:pt x="1418875" y="604995"/>
                </a:lnTo>
                <a:lnTo>
                  <a:pt x="1413563" y="601848"/>
                </a:lnTo>
                <a:lnTo>
                  <a:pt x="1412733" y="597873"/>
                </a:lnTo>
                <a:close/>
              </a:path>
              <a:path w="4359909" h="1712595">
                <a:moveTo>
                  <a:pt x="1035274" y="613443"/>
                </a:moveTo>
                <a:lnTo>
                  <a:pt x="1035274" y="607646"/>
                </a:lnTo>
                <a:lnTo>
                  <a:pt x="1037930" y="608308"/>
                </a:lnTo>
                <a:lnTo>
                  <a:pt x="1038262" y="610958"/>
                </a:lnTo>
                <a:lnTo>
                  <a:pt x="1041083" y="611455"/>
                </a:lnTo>
                <a:lnTo>
                  <a:pt x="1040751" y="613774"/>
                </a:lnTo>
                <a:lnTo>
                  <a:pt x="1037432" y="613111"/>
                </a:lnTo>
                <a:lnTo>
                  <a:pt x="1035274" y="613443"/>
                </a:lnTo>
                <a:close/>
              </a:path>
              <a:path w="4359909" h="1712595">
                <a:moveTo>
                  <a:pt x="1307812" y="606597"/>
                </a:moveTo>
                <a:lnTo>
                  <a:pt x="1309820" y="607646"/>
                </a:lnTo>
                <a:lnTo>
                  <a:pt x="1310894" y="609719"/>
                </a:lnTo>
                <a:lnTo>
                  <a:pt x="1309197" y="608329"/>
                </a:lnTo>
                <a:lnTo>
                  <a:pt x="1307812" y="606597"/>
                </a:lnTo>
                <a:close/>
              </a:path>
              <a:path w="4359909" h="1712595">
                <a:moveTo>
                  <a:pt x="850860" y="677046"/>
                </a:moveTo>
                <a:lnTo>
                  <a:pt x="852852" y="669095"/>
                </a:lnTo>
                <a:lnTo>
                  <a:pt x="858496" y="669426"/>
                </a:lnTo>
                <a:lnTo>
                  <a:pt x="850860" y="677046"/>
                </a:lnTo>
                <a:close/>
              </a:path>
              <a:path w="4359909" h="1712595">
                <a:moveTo>
                  <a:pt x="862313" y="668101"/>
                </a:moveTo>
                <a:lnTo>
                  <a:pt x="864305" y="663298"/>
                </a:lnTo>
                <a:lnTo>
                  <a:pt x="871110" y="660317"/>
                </a:lnTo>
                <a:lnTo>
                  <a:pt x="865467" y="669758"/>
                </a:lnTo>
                <a:lnTo>
                  <a:pt x="865467" y="671336"/>
                </a:lnTo>
                <a:lnTo>
                  <a:pt x="862313" y="668101"/>
                </a:lnTo>
                <a:close/>
              </a:path>
              <a:path w="4359909" h="1712595">
                <a:moveTo>
                  <a:pt x="865467" y="671336"/>
                </a:moveTo>
                <a:lnTo>
                  <a:pt x="865467" y="669758"/>
                </a:lnTo>
                <a:lnTo>
                  <a:pt x="870114" y="669095"/>
                </a:lnTo>
                <a:lnTo>
                  <a:pt x="868289" y="674230"/>
                </a:lnTo>
                <a:lnTo>
                  <a:pt x="865467" y="671336"/>
                </a:lnTo>
                <a:close/>
              </a:path>
              <a:path w="4359909" h="1712595">
                <a:moveTo>
                  <a:pt x="1047557" y="676549"/>
                </a:moveTo>
                <a:lnTo>
                  <a:pt x="1051706" y="667273"/>
                </a:lnTo>
                <a:lnTo>
                  <a:pt x="1051706" y="663332"/>
                </a:lnTo>
                <a:lnTo>
                  <a:pt x="1055524" y="663464"/>
                </a:lnTo>
                <a:lnTo>
                  <a:pt x="1054529" y="669592"/>
                </a:lnTo>
                <a:lnTo>
                  <a:pt x="1054529" y="674727"/>
                </a:lnTo>
                <a:lnTo>
                  <a:pt x="1051706" y="675464"/>
                </a:lnTo>
                <a:lnTo>
                  <a:pt x="1051706" y="667273"/>
                </a:lnTo>
                <a:lnTo>
                  <a:pt x="1050711" y="663298"/>
                </a:lnTo>
                <a:lnTo>
                  <a:pt x="1050711" y="675724"/>
                </a:lnTo>
                <a:lnTo>
                  <a:pt x="1047557" y="676549"/>
                </a:lnTo>
                <a:close/>
              </a:path>
              <a:path w="4359909" h="1712595">
                <a:moveTo>
                  <a:pt x="2930869" y="655513"/>
                </a:moveTo>
                <a:lnTo>
                  <a:pt x="2931865" y="652366"/>
                </a:lnTo>
                <a:lnTo>
                  <a:pt x="2937675" y="660151"/>
                </a:lnTo>
                <a:lnTo>
                  <a:pt x="2936679" y="665120"/>
                </a:lnTo>
                <a:lnTo>
                  <a:pt x="2933525" y="665015"/>
                </a:lnTo>
                <a:lnTo>
                  <a:pt x="2933525" y="657998"/>
                </a:lnTo>
                <a:lnTo>
                  <a:pt x="2930869" y="655513"/>
                </a:lnTo>
                <a:close/>
              </a:path>
              <a:path w="4359909" h="1712595">
                <a:moveTo>
                  <a:pt x="2931699" y="664954"/>
                </a:moveTo>
                <a:lnTo>
                  <a:pt x="2933525" y="657998"/>
                </a:lnTo>
                <a:lnTo>
                  <a:pt x="2933525" y="665015"/>
                </a:lnTo>
                <a:lnTo>
                  <a:pt x="2931699" y="664954"/>
                </a:lnTo>
                <a:close/>
              </a:path>
              <a:path w="4359909" h="1712595">
                <a:moveTo>
                  <a:pt x="3476309" y="598039"/>
                </a:moveTo>
                <a:lnTo>
                  <a:pt x="3476309" y="594229"/>
                </a:lnTo>
                <a:lnTo>
                  <a:pt x="3480127" y="594229"/>
                </a:lnTo>
                <a:lnTo>
                  <a:pt x="3480127" y="598039"/>
                </a:lnTo>
                <a:lnTo>
                  <a:pt x="3476309" y="598039"/>
                </a:lnTo>
                <a:close/>
              </a:path>
              <a:path w="4359909" h="1712595">
                <a:moveTo>
                  <a:pt x="695328" y="623049"/>
                </a:moveTo>
                <a:lnTo>
                  <a:pt x="695328" y="619240"/>
                </a:lnTo>
                <a:lnTo>
                  <a:pt x="699146" y="619240"/>
                </a:lnTo>
                <a:lnTo>
                  <a:pt x="699146" y="623049"/>
                </a:lnTo>
                <a:lnTo>
                  <a:pt x="695328" y="623049"/>
                </a:lnTo>
                <a:close/>
              </a:path>
              <a:path w="4359909" h="1712595">
                <a:moveTo>
                  <a:pt x="395884" y="642594"/>
                </a:moveTo>
                <a:lnTo>
                  <a:pt x="397544" y="636466"/>
                </a:lnTo>
                <a:lnTo>
                  <a:pt x="402689" y="635803"/>
                </a:lnTo>
                <a:lnTo>
                  <a:pt x="403851" y="639116"/>
                </a:lnTo>
                <a:lnTo>
                  <a:pt x="403353" y="644085"/>
                </a:lnTo>
                <a:lnTo>
                  <a:pt x="400532" y="642428"/>
                </a:lnTo>
                <a:lnTo>
                  <a:pt x="395884" y="642594"/>
                </a:lnTo>
                <a:close/>
              </a:path>
              <a:path w="4359909" h="1712595">
                <a:moveTo>
                  <a:pt x="2002884" y="629281"/>
                </a:moveTo>
                <a:lnTo>
                  <a:pt x="2005148" y="626859"/>
                </a:lnTo>
                <a:lnTo>
                  <a:pt x="2006759" y="628722"/>
                </a:lnTo>
                <a:lnTo>
                  <a:pt x="2004712" y="629716"/>
                </a:lnTo>
                <a:lnTo>
                  <a:pt x="2002884" y="629281"/>
                </a:lnTo>
                <a:close/>
              </a:path>
              <a:path w="4359909" h="1712595">
                <a:moveTo>
                  <a:pt x="463773" y="645393"/>
                </a:moveTo>
                <a:lnTo>
                  <a:pt x="463773" y="641932"/>
                </a:lnTo>
                <a:lnTo>
                  <a:pt x="466761" y="642097"/>
                </a:lnTo>
                <a:lnTo>
                  <a:pt x="465931" y="646900"/>
                </a:lnTo>
                <a:lnTo>
                  <a:pt x="463773" y="645393"/>
                </a:lnTo>
                <a:close/>
              </a:path>
              <a:path w="4359909" h="1712595">
                <a:moveTo>
                  <a:pt x="459291" y="642263"/>
                </a:moveTo>
                <a:lnTo>
                  <a:pt x="460952" y="638288"/>
                </a:lnTo>
                <a:lnTo>
                  <a:pt x="465267" y="637128"/>
                </a:lnTo>
                <a:lnTo>
                  <a:pt x="463773" y="641932"/>
                </a:lnTo>
                <a:lnTo>
                  <a:pt x="463773" y="645393"/>
                </a:lnTo>
                <a:lnTo>
                  <a:pt x="459291" y="642263"/>
                </a:lnTo>
                <a:close/>
              </a:path>
              <a:path w="4359909" h="1712595">
                <a:moveTo>
                  <a:pt x="551185" y="657573"/>
                </a:moveTo>
                <a:lnTo>
                  <a:pt x="551519" y="653733"/>
                </a:lnTo>
                <a:lnTo>
                  <a:pt x="553130" y="648961"/>
                </a:lnTo>
                <a:lnTo>
                  <a:pt x="553130" y="644244"/>
                </a:lnTo>
                <a:lnTo>
                  <a:pt x="558387" y="643588"/>
                </a:lnTo>
                <a:lnTo>
                  <a:pt x="558553" y="657667"/>
                </a:lnTo>
                <a:lnTo>
                  <a:pt x="555067" y="659489"/>
                </a:lnTo>
                <a:lnTo>
                  <a:pt x="553130" y="658533"/>
                </a:lnTo>
                <a:lnTo>
                  <a:pt x="553130" y="648961"/>
                </a:lnTo>
                <a:lnTo>
                  <a:pt x="553076" y="644250"/>
                </a:lnTo>
                <a:lnTo>
                  <a:pt x="553076" y="658506"/>
                </a:lnTo>
                <a:lnTo>
                  <a:pt x="551185" y="657573"/>
                </a:lnTo>
                <a:close/>
              </a:path>
              <a:path w="4359909" h="1712595">
                <a:moveTo>
                  <a:pt x="973858" y="674727"/>
                </a:moveTo>
                <a:lnTo>
                  <a:pt x="977012" y="669758"/>
                </a:lnTo>
                <a:lnTo>
                  <a:pt x="983485" y="677708"/>
                </a:lnTo>
                <a:lnTo>
                  <a:pt x="981493" y="684333"/>
                </a:lnTo>
                <a:lnTo>
                  <a:pt x="977011" y="683914"/>
                </a:lnTo>
                <a:lnTo>
                  <a:pt x="977011" y="677211"/>
                </a:lnTo>
                <a:lnTo>
                  <a:pt x="973858" y="674727"/>
                </a:lnTo>
                <a:close/>
              </a:path>
              <a:path w="4359909" h="1712595">
                <a:moveTo>
                  <a:pt x="976182" y="683836"/>
                </a:moveTo>
                <a:lnTo>
                  <a:pt x="977011" y="677211"/>
                </a:lnTo>
                <a:lnTo>
                  <a:pt x="977011" y="683914"/>
                </a:lnTo>
                <a:lnTo>
                  <a:pt x="976182" y="683836"/>
                </a:lnTo>
                <a:close/>
              </a:path>
              <a:path w="4359909" h="1712595">
                <a:moveTo>
                  <a:pt x="1536561" y="404746"/>
                </a:moveTo>
                <a:lnTo>
                  <a:pt x="1538387" y="396796"/>
                </a:lnTo>
                <a:lnTo>
                  <a:pt x="1544196" y="397293"/>
                </a:lnTo>
                <a:lnTo>
                  <a:pt x="1536561" y="404746"/>
                </a:lnTo>
                <a:close/>
              </a:path>
              <a:path w="4359909" h="1712595">
                <a:moveTo>
                  <a:pt x="1440453" y="398783"/>
                </a:moveTo>
                <a:lnTo>
                  <a:pt x="1440453" y="394974"/>
                </a:lnTo>
                <a:lnTo>
                  <a:pt x="1444271" y="394974"/>
                </a:lnTo>
                <a:lnTo>
                  <a:pt x="1444271" y="398783"/>
                </a:lnTo>
                <a:lnTo>
                  <a:pt x="1440453" y="398783"/>
                </a:lnTo>
                <a:close/>
              </a:path>
              <a:path w="4359909" h="1712595">
                <a:moveTo>
                  <a:pt x="1619057" y="396299"/>
                </a:moveTo>
                <a:lnTo>
                  <a:pt x="1619057" y="392986"/>
                </a:lnTo>
                <a:lnTo>
                  <a:pt x="1623207" y="392158"/>
                </a:lnTo>
                <a:lnTo>
                  <a:pt x="1622709" y="395802"/>
                </a:lnTo>
                <a:lnTo>
                  <a:pt x="1622709" y="398724"/>
                </a:lnTo>
                <a:lnTo>
                  <a:pt x="1620551" y="397955"/>
                </a:lnTo>
                <a:lnTo>
                  <a:pt x="1619057" y="396299"/>
                </a:lnTo>
                <a:close/>
              </a:path>
              <a:path w="4359909" h="1712595">
                <a:moveTo>
                  <a:pt x="1622709" y="398724"/>
                </a:moveTo>
                <a:lnTo>
                  <a:pt x="1622709" y="395802"/>
                </a:lnTo>
                <a:lnTo>
                  <a:pt x="1622875" y="398783"/>
                </a:lnTo>
                <a:lnTo>
                  <a:pt x="1622709" y="398724"/>
                </a:lnTo>
                <a:close/>
              </a:path>
              <a:path w="4359909" h="1712595">
                <a:moveTo>
                  <a:pt x="2550502" y="391938"/>
                </a:moveTo>
                <a:lnTo>
                  <a:pt x="2552580" y="392986"/>
                </a:lnTo>
                <a:lnTo>
                  <a:pt x="2553630" y="395059"/>
                </a:lnTo>
                <a:lnTo>
                  <a:pt x="2551895" y="393669"/>
                </a:lnTo>
                <a:lnTo>
                  <a:pt x="2550502" y="391938"/>
                </a:lnTo>
                <a:close/>
              </a:path>
              <a:path w="4359909" h="1712595">
                <a:moveTo>
                  <a:pt x="2218278" y="396796"/>
                </a:moveTo>
                <a:lnTo>
                  <a:pt x="2224087" y="394974"/>
                </a:lnTo>
                <a:lnTo>
                  <a:pt x="2221764" y="401102"/>
                </a:lnTo>
                <a:lnTo>
                  <a:pt x="2221764" y="404260"/>
                </a:lnTo>
                <a:lnTo>
                  <a:pt x="2219606" y="403255"/>
                </a:lnTo>
                <a:lnTo>
                  <a:pt x="2218610" y="400440"/>
                </a:lnTo>
                <a:lnTo>
                  <a:pt x="2218278" y="396796"/>
                </a:lnTo>
                <a:close/>
              </a:path>
              <a:path w="4359909" h="1712595">
                <a:moveTo>
                  <a:pt x="2221764" y="404260"/>
                </a:moveTo>
                <a:lnTo>
                  <a:pt x="2221764" y="401102"/>
                </a:lnTo>
                <a:lnTo>
                  <a:pt x="2222095" y="404415"/>
                </a:lnTo>
                <a:lnTo>
                  <a:pt x="2221764" y="404260"/>
                </a:lnTo>
                <a:close/>
              </a:path>
              <a:path w="4359909" h="1712595">
                <a:moveTo>
                  <a:pt x="3186233" y="401454"/>
                </a:moveTo>
                <a:lnTo>
                  <a:pt x="3186326" y="396796"/>
                </a:lnTo>
                <a:lnTo>
                  <a:pt x="3188474" y="399218"/>
                </a:lnTo>
                <a:lnTo>
                  <a:pt x="3187696" y="401516"/>
                </a:lnTo>
                <a:lnTo>
                  <a:pt x="3186233" y="401454"/>
                </a:lnTo>
                <a:close/>
              </a:path>
              <a:path w="4359909" h="1712595">
                <a:moveTo>
                  <a:pt x="3174873" y="400937"/>
                </a:moveTo>
                <a:lnTo>
                  <a:pt x="3176699" y="392986"/>
                </a:lnTo>
                <a:lnTo>
                  <a:pt x="3182508" y="393483"/>
                </a:lnTo>
                <a:lnTo>
                  <a:pt x="3174873" y="400937"/>
                </a:lnTo>
                <a:close/>
              </a:path>
              <a:path w="4359909" h="1712595">
                <a:moveTo>
                  <a:pt x="3687613" y="406402"/>
                </a:moveTo>
                <a:lnTo>
                  <a:pt x="3690718" y="405843"/>
                </a:lnTo>
                <a:lnTo>
                  <a:pt x="3691286" y="409135"/>
                </a:lnTo>
                <a:lnTo>
                  <a:pt x="3690017" y="411061"/>
                </a:lnTo>
                <a:lnTo>
                  <a:pt x="3687613" y="406402"/>
                </a:lnTo>
                <a:close/>
              </a:path>
              <a:path w="4359909" h="1712595">
                <a:moveTo>
                  <a:pt x="3291563" y="403587"/>
                </a:moveTo>
                <a:lnTo>
                  <a:pt x="3293887" y="392986"/>
                </a:lnTo>
                <a:lnTo>
                  <a:pt x="3298203" y="396796"/>
                </a:lnTo>
                <a:lnTo>
                  <a:pt x="3304012" y="399446"/>
                </a:lnTo>
                <a:lnTo>
                  <a:pt x="3305340" y="406402"/>
                </a:lnTo>
                <a:lnTo>
                  <a:pt x="3300527" y="402924"/>
                </a:lnTo>
                <a:lnTo>
                  <a:pt x="3291563" y="403587"/>
                </a:lnTo>
                <a:close/>
              </a:path>
              <a:path w="4359909" h="1712595">
                <a:moveTo>
                  <a:pt x="3458714" y="403421"/>
                </a:moveTo>
                <a:lnTo>
                  <a:pt x="3459212" y="399777"/>
                </a:lnTo>
                <a:lnTo>
                  <a:pt x="3459212" y="396855"/>
                </a:lnTo>
                <a:lnTo>
                  <a:pt x="3461370" y="397624"/>
                </a:lnTo>
                <a:lnTo>
                  <a:pt x="3463030" y="399280"/>
                </a:lnTo>
                <a:lnTo>
                  <a:pt x="3462864" y="402593"/>
                </a:lnTo>
                <a:lnTo>
                  <a:pt x="3459212" y="403322"/>
                </a:lnTo>
                <a:lnTo>
                  <a:pt x="3459212" y="399777"/>
                </a:lnTo>
                <a:lnTo>
                  <a:pt x="3459046" y="396796"/>
                </a:lnTo>
                <a:lnTo>
                  <a:pt x="3459046" y="403355"/>
                </a:lnTo>
                <a:lnTo>
                  <a:pt x="3458714" y="403421"/>
                </a:lnTo>
                <a:close/>
              </a:path>
              <a:path w="4359909" h="1712595">
                <a:moveTo>
                  <a:pt x="3795174" y="394974"/>
                </a:moveTo>
                <a:lnTo>
                  <a:pt x="3798992" y="394974"/>
                </a:lnTo>
                <a:lnTo>
                  <a:pt x="3798992" y="402593"/>
                </a:lnTo>
                <a:lnTo>
                  <a:pt x="3795672" y="403729"/>
                </a:lnTo>
                <a:lnTo>
                  <a:pt x="3795672" y="398286"/>
                </a:lnTo>
                <a:lnTo>
                  <a:pt x="3795174" y="394974"/>
                </a:lnTo>
                <a:close/>
              </a:path>
              <a:path w="4359909" h="1712595">
                <a:moveTo>
                  <a:pt x="3793182" y="404580"/>
                </a:moveTo>
                <a:lnTo>
                  <a:pt x="3795672" y="398286"/>
                </a:lnTo>
                <a:lnTo>
                  <a:pt x="3795672" y="403729"/>
                </a:lnTo>
                <a:lnTo>
                  <a:pt x="3793182" y="404580"/>
                </a:lnTo>
                <a:close/>
              </a:path>
              <a:path w="4359909" h="1712595">
                <a:moveTo>
                  <a:pt x="2932259" y="319901"/>
                </a:moveTo>
                <a:lnTo>
                  <a:pt x="2932454" y="316935"/>
                </a:lnTo>
                <a:lnTo>
                  <a:pt x="2936679" y="318286"/>
                </a:lnTo>
                <a:lnTo>
                  <a:pt x="2934274" y="322059"/>
                </a:lnTo>
                <a:lnTo>
                  <a:pt x="2932259" y="319901"/>
                </a:lnTo>
                <a:close/>
              </a:path>
              <a:path w="4359909" h="1712595">
                <a:moveTo>
                  <a:pt x="1882316" y="320439"/>
                </a:moveTo>
                <a:lnTo>
                  <a:pt x="1884142" y="312489"/>
                </a:lnTo>
                <a:lnTo>
                  <a:pt x="1889951" y="312986"/>
                </a:lnTo>
                <a:lnTo>
                  <a:pt x="1882316" y="320439"/>
                </a:lnTo>
                <a:close/>
              </a:path>
              <a:path w="4359909" h="1712595">
                <a:moveTo>
                  <a:pt x="2518054" y="322427"/>
                </a:moveTo>
                <a:lnTo>
                  <a:pt x="2519880" y="314476"/>
                </a:lnTo>
                <a:lnTo>
                  <a:pt x="2525690" y="314808"/>
                </a:lnTo>
                <a:lnTo>
                  <a:pt x="2518054" y="322427"/>
                </a:lnTo>
                <a:close/>
              </a:path>
              <a:path w="4359909" h="1712595">
                <a:moveTo>
                  <a:pt x="4261437" y="461724"/>
                </a:moveTo>
                <a:lnTo>
                  <a:pt x="4261935" y="458245"/>
                </a:lnTo>
                <a:lnTo>
                  <a:pt x="4266085" y="457914"/>
                </a:lnTo>
                <a:lnTo>
                  <a:pt x="4267413" y="461392"/>
                </a:lnTo>
                <a:lnTo>
                  <a:pt x="4266749" y="464042"/>
                </a:lnTo>
                <a:lnTo>
                  <a:pt x="4266085" y="464208"/>
                </a:lnTo>
                <a:lnTo>
                  <a:pt x="4265255" y="464539"/>
                </a:lnTo>
                <a:lnTo>
                  <a:pt x="4264591" y="464705"/>
                </a:lnTo>
                <a:lnTo>
                  <a:pt x="4264425" y="464705"/>
                </a:lnTo>
                <a:lnTo>
                  <a:pt x="4264425" y="464871"/>
                </a:lnTo>
                <a:lnTo>
                  <a:pt x="4264259" y="464871"/>
                </a:lnTo>
                <a:lnTo>
                  <a:pt x="4262433" y="463711"/>
                </a:lnTo>
                <a:lnTo>
                  <a:pt x="4261437" y="461724"/>
                </a:lnTo>
                <a:close/>
              </a:path>
              <a:path w="4359909" h="1712595">
                <a:moveTo>
                  <a:pt x="3137359" y="385201"/>
                </a:moveTo>
                <a:lnTo>
                  <a:pt x="3141675" y="378907"/>
                </a:lnTo>
                <a:lnTo>
                  <a:pt x="3142173" y="377748"/>
                </a:lnTo>
                <a:lnTo>
                  <a:pt x="3146987" y="377914"/>
                </a:lnTo>
                <a:lnTo>
                  <a:pt x="3142671" y="384208"/>
                </a:lnTo>
                <a:lnTo>
                  <a:pt x="3142173" y="385367"/>
                </a:lnTo>
                <a:lnTo>
                  <a:pt x="3137359" y="385201"/>
                </a:lnTo>
                <a:close/>
              </a:path>
              <a:path w="4359909" h="1712595">
                <a:moveTo>
                  <a:pt x="2057102" y="314311"/>
                </a:moveTo>
                <a:lnTo>
                  <a:pt x="2060422" y="318783"/>
                </a:lnTo>
                <a:lnTo>
                  <a:pt x="2065070" y="321764"/>
                </a:lnTo>
                <a:lnTo>
                  <a:pt x="2064738" y="329715"/>
                </a:lnTo>
                <a:lnTo>
                  <a:pt x="2058928" y="329956"/>
                </a:lnTo>
                <a:lnTo>
                  <a:pt x="2058928" y="320274"/>
                </a:lnTo>
                <a:lnTo>
                  <a:pt x="2057102" y="314311"/>
                </a:lnTo>
                <a:close/>
              </a:path>
              <a:path w="4359909" h="1712595">
                <a:moveTo>
                  <a:pt x="2056771" y="330046"/>
                </a:moveTo>
                <a:lnTo>
                  <a:pt x="2058928" y="320274"/>
                </a:lnTo>
                <a:lnTo>
                  <a:pt x="2058928" y="329956"/>
                </a:lnTo>
                <a:lnTo>
                  <a:pt x="2056771" y="330046"/>
                </a:lnTo>
                <a:close/>
              </a:path>
              <a:path w="4359909" h="1712595">
                <a:moveTo>
                  <a:pt x="2494318" y="389674"/>
                </a:moveTo>
                <a:lnTo>
                  <a:pt x="2494982" y="385367"/>
                </a:lnTo>
                <a:lnTo>
                  <a:pt x="2497471" y="386527"/>
                </a:lnTo>
                <a:lnTo>
                  <a:pt x="2498467" y="389342"/>
                </a:lnTo>
                <a:lnTo>
                  <a:pt x="2498799" y="392986"/>
                </a:lnTo>
                <a:lnTo>
                  <a:pt x="2495314" y="392655"/>
                </a:lnTo>
                <a:lnTo>
                  <a:pt x="2494318" y="389674"/>
                </a:lnTo>
                <a:close/>
              </a:path>
              <a:path w="4359909" h="1712595">
                <a:moveTo>
                  <a:pt x="2596733" y="391164"/>
                </a:moveTo>
                <a:lnTo>
                  <a:pt x="2602542" y="392986"/>
                </a:lnTo>
                <a:lnTo>
                  <a:pt x="2604368" y="398949"/>
                </a:lnTo>
                <a:lnTo>
                  <a:pt x="2610178" y="400771"/>
                </a:lnTo>
                <a:lnTo>
                  <a:pt x="2605696" y="405077"/>
                </a:lnTo>
                <a:lnTo>
                  <a:pt x="2598393" y="395968"/>
                </a:lnTo>
                <a:lnTo>
                  <a:pt x="2596733" y="391164"/>
                </a:lnTo>
                <a:close/>
              </a:path>
              <a:path w="4359909" h="1712595">
                <a:moveTo>
                  <a:pt x="2854016" y="314476"/>
                </a:moveTo>
                <a:lnTo>
                  <a:pt x="2858166" y="308679"/>
                </a:lnTo>
                <a:lnTo>
                  <a:pt x="2861154" y="319942"/>
                </a:lnTo>
                <a:lnTo>
                  <a:pt x="2865469" y="320274"/>
                </a:lnTo>
                <a:lnTo>
                  <a:pt x="2868955" y="324580"/>
                </a:lnTo>
                <a:lnTo>
                  <a:pt x="2855012" y="317955"/>
                </a:lnTo>
                <a:lnTo>
                  <a:pt x="2854016" y="314476"/>
                </a:lnTo>
                <a:close/>
              </a:path>
              <a:path w="4359909" h="1712595">
                <a:moveTo>
                  <a:pt x="2274618" y="312367"/>
                </a:moveTo>
                <a:lnTo>
                  <a:pt x="2276042" y="310667"/>
                </a:lnTo>
                <a:lnTo>
                  <a:pt x="2277746" y="309246"/>
                </a:lnTo>
                <a:lnTo>
                  <a:pt x="2276229" y="310853"/>
                </a:lnTo>
                <a:lnTo>
                  <a:pt x="2274618" y="312367"/>
                </a:lnTo>
                <a:close/>
              </a:path>
              <a:path w="4359909" h="1712595">
                <a:moveTo>
                  <a:pt x="3182342" y="313980"/>
                </a:moveTo>
                <a:lnTo>
                  <a:pt x="3182508" y="310501"/>
                </a:lnTo>
                <a:lnTo>
                  <a:pt x="3186658" y="309673"/>
                </a:lnTo>
                <a:lnTo>
                  <a:pt x="3186160" y="313317"/>
                </a:lnTo>
                <a:lnTo>
                  <a:pt x="3186160" y="316239"/>
                </a:lnTo>
                <a:lnTo>
                  <a:pt x="3184002" y="315470"/>
                </a:lnTo>
                <a:lnTo>
                  <a:pt x="3182342" y="313980"/>
                </a:lnTo>
                <a:close/>
              </a:path>
              <a:path w="4359909" h="1712595">
                <a:moveTo>
                  <a:pt x="3186160" y="316239"/>
                </a:moveTo>
                <a:lnTo>
                  <a:pt x="3186160" y="313317"/>
                </a:lnTo>
                <a:lnTo>
                  <a:pt x="3186326" y="316298"/>
                </a:lnTo>
                <a:lnTo>
                  <a:pt x="3186160" y="316239"/>
                </a:lnTo>
                <a:close/>
              </a:path>
              <a:path w="4359909" h="1712595">
                <a:moveTo>
                  <a:pt x="760562" y="847316"/>
                </a:moveTo>
                <a:lnTo>
                  <a:pt x="760562" y="841518"/>
                </a:lnTo>
                <a:lnTo>
                  <a:pt x="764878" y="841187"/>
                </a:lnTo>
                <a:lnTo>
                  <a:pt x="766703" y="843175"/>
                </a:lnTo>
                <a:lnTo>
                  <a:pt x="766371" y="847316"/>
                </a:lnTo>
                <a:lnTo>
                  <a:pt x="760562" y="847316"/>
                </a:lnTo>
                <a:close/>
              </a:path>
              <a:path w="4359909" h="1712595">
                <a:moveTo>
                  <a:pt x="1382855" y="841518"/>
                </a:moveTo>
                <a:lnTo>
                  <a:pt x="1382855" y="837709"/>
                </a:lnTo>
                <a:lnTo>
                  <a:pt x="1386672" y="837709"/>
                </a:lnTo>
                <a:lnTo>
                  <a:pt x="1386672" y="841518"/>
                </a:lnTo>
                <a:lnTo>
                  <a:pt x="1382855" y="841518"/>
                </a:lnTo>
                <a:close/>
              </a:path>
              <a:path w="4359909" h="1712595">
                <a:moveTo>
                  <a:pt x="583949" y="845328"/>
                </a:moveTo>
                <a:lnTo>
                  <a:pt x="584976" y="840041"/>
                </a:lnTo>
                <a:lnTo>
                  <a:pt x="587933" y="840918"/>
                </a:lnTo>
                <a:lnTo>
                  <a:pt x="588898" y="844000"/>
                </a:lnTo>
                <a:lnTo>
                  <a:pt x="583949" y="845328"/>
                </a:lnTo>
                <a:close/>
              </a:path>
              <a:path w="4359909" h="1712595">
                <a:moveTo>
                  <a:pt x="1371402" y="828102"/>
                </a:moveTo>
                <a:lnTo>
                  <a:pt x="1375220" y="828102"/>
                </a:lnTo>
                <a:lnTo>
                  <a:pt x="1375220" y="837709"/>
                </a:lnTo>
                <a:lnTo>
                  <a:pt x="1372231" y="838626"/>
                </a:lnTo>
                <a:lnTo>
                  <a:pt x="1372231" y="831746"/>
                </a:lnTo>
                <a:lnTo>
                  <a:pt x="1371402" y="828102"/>
                </a:lnTo>
                <a:close/>
              </a:path>
              <a:path w="4359909" h="1712595">
                <a:moveTo>
                  <a:pt x="1368746" y="839696"/>
                </a:moveTo>
                <a:lnTo>
                  <a:pt x="1372231" y="831746"/>
                </a:lnTo>
                <a:lnTo>
                  <a:pt x="1372231" y="838626"/>
                </a:lnTo>
                <a:lnTo>
                  <a:pt x="1368746" y="839696"/>
                </a:lnTo>
                <a:close/>
              </a:path>
              <a:path w="4359909" h="1712595">
                <a:moveTo>
                  <a:pt x="328326" y="798143"/>
                </a:moveTo>
                <a:lnTo>
                  <a:pt x="328326" y="790504"/>
                </a:lnTo>
                <a:lnTo>
                  <a:pt x="331646" y="791663"/>
                </a:lnTo>
                <a:lnTo>
                  <a:pt x="330318" y="797460"/>
                </a:lnTo>
                <a:lnTo>
                  <a:pt x="328326" y="798143"/>
                </a:lnTo>
                <a:close/>
              </a:path>
              <a:path w="4359909" h="1712595">
                <a:moveTo>
                  <a:pt x="320857" y="784872"/>
                </a:moveTo>
                <a:lnTo>
                  <a:pt x="328493" y="786032"/>
                </a:lnTo>
                <a:lnTo>
                  <a:pt x="328326" y="790504"/>
                </a:lnTo>
                <a:lnTo>
                  <a:pt x="328326" y="798143"/>
                </a:lnTo>
                <a:lnTo>
                  <a:pt x="325006" y="799282"/>
                </a:lnTo>
                <a:lnTo>
                  <a:pt x="320857" y="784872"/>
                </a:lnTo>
                <a:close/>
              </a:path>
              <a:path w="4359909" h="1712595">
                <a:moveTo>
                  <a:pt x="795088" y="831912"/>
                </a:moveTo>
                <a:lnTo>
                  <a:pt x="797328" y="834311"/>
                </a:lnTo>
                <a:lnTo>
                  <a:pt x="796581" y="836570"/>
                </a:lnTo>
                <a:lnTo>
                  <a:pt x="795088" y="836500"/>
                </a:lnTo>
                <a:lnTo>
                  <a:pt x="795088" y="831912"/>
                </a:lnTo>
                <a:close/>
              </a:path>
              <a:path w="4359909" h="1712595">
                <a:moveTo>
                  <a:pt x="387916" y="839531"/>
                </a:moveTo>
                <a:lnTo>
                  <a:pt x="391734" y="835390"/>
                </a:lnTo>
                <a:lnTo>
                  <a:pt x="399370" y="843340"/>
                </a:lnTo>
                <a:lnTo>
                  <a:pt x="397544" y="850959"/>
                </a:lnTo>
                <a:lnTo>
                  <a:pt x="393726" y="848615"/>
                </a:lnTo>
                <a:lnTo>
                  <a:pt x="393726" y="840856"/>
                </a:lnTo>
                <a:lnTo>
                  <a:pt x="387916" y="839531"/>
                </a:lnTo>
                <a:close/>
              </a:path>
              <a:path w="4359909" h="1712595">
                <a:moveTo>
                  <a:pt x="393228" y="848309"/>
                </a:moveTo>
                <a:lnTo>
                  <a:pt x="393726" y="840856"/>
                </a:lnTo>
                <a:lnTo>
                  <a:pt x="393726" y="848615"/>
                </a:lnTo>
                <a:lnTo>
                  <a:pt x="393228" y="848309"/>
                </a:lnTo>
                <a:close/>
              </a:path>
              <a:path w="4359909" h="1712595">
                <a:moveTo>
                  <a:pt x="883560" y="835721"/>
                </a:moveTo>
                <a:lnTo>
                  <a:pt x="883560" y="829924"/>
                </a:lnTo>
                <a:lnTo>
                  <a:pt x="887377" y="829924"/>
                </a:lnTo>
                <a:lnTo>
                  <a:pt x="888042" y="833899"/>
                </a:lnTo>
                <a:lnTo>
                  <a:pt x="887046" y="836053"/>
                </a:lnTo>
                <a:lnTo>
                  <a:pt x="883560" y="835721"/>
                </a:lnTo>
                <a:close/>
              </a:path>
              <a:path w="4359909" h="1712595">
                <a:moveTo>
                  <a:pt x="568015" y="825452"/>
                </a:moveTo>
                <a:lnTo>
                  <a:pt x="568513" y="820317"/>
                </a:lnTo>
                <a:lnTo>
                  <a:pt x="572164" y="821146"/>
                </a:lnTo>
                <a:lnTo>
                  <a:pt x="576646" y="821146"/>
                </a:lnTo>
                <a:lnTo>
                  <a:pt x="576148" y="826115"/>
                </a:lnTo>
                <a:lnTo>
                  <a:pt x="572496" y="825286"/>
                </a:lnTo>
                <a:lnTo>
                  <a:pt x="568015" y="825452"/>
                </a:lnTo>
                <a:close/>
              </a:path>
              <a:path w="4359909" h="1712595">
                <a:moveTo>
                  <a:pt x="887377" y="813692"/>
                </a:moveTo>
                <a:lnTo>
                  <a:pt x="893021" y="816508"/>
                </a:lnTo>
                <a:lnTo>
                  <a:pt x="894681" y="821974"/>
                </a:lnTo>
                <a:lnTo>
                  <a:pt x="890366" y="821477"/>
                </a:lnTo>
                <a:lnTo>
                  <a:pt x="890366" y="826202"/>
                </a:lnTo>
                <a:lnTo>
                  <a:pt x="888042" y="826446"/>
                </a:lnTo>
                <a:lnTo>
                  <a:pt x="887377" y="813692"/>
                </a:lnTo>
                <a:close/>
              </a:path>
              <a:path w="4359909" h="1712595">
                <a:moveTo>
                  <a:pt x="890366" y="826202"/>
                </a:moveTo>
                <a:lnTo>
                  <a:pt x="890366" y="821477"/>
                </a:lnTo>
                <a:lnTo>
                  <a:pt x="891195" y="826115"/>
                </a:lnTo>
                <a:lnTo>
                  <a:pt x="890366" y="826202"/>
                </a:lnTo>
                <a:close/>
              </a:path>
              <a:path w="4359909" h="1712595">
                <a:moveTo>
                  <a:pt x="1404101" y="876301"/>
                </a:moveTo>
                <a:lnTo>
                  <a:pt x="1405927" y="868351"/>
                </a:lnTo>
                <a:lnTo>
                  <a:pt x="1411737" y="868682"/>
                </a:lnTo>
                <a:lnTo>
                  <a:pt x="1404101" y="876301"/>
                </a:lnTo>
                <a:close/>
              </a:path>
              <a:path w="4359909" h="1712595">
                <a:moveTo>
                  <a:pt x="893187" y="841518"/>
                </a:moveTo>
                <a:lnTo>
                  <a:pt x="897005" y="841518"/>
                </a:lnTo>
                <a:lnTo>
                  <a:pt x="897005" y="849137"/>
                </a:lnTo>
                <a:lnTo>
                  <a:pt x="893519" y="850330"/>
                </a:lnTo>
                <a:lnTo>
                  <a:pt x="893519" y="844831"/>
                </a:lnTo>
                <a:lnTo>
                  <a:pt x="893187" y="841518"/>
                </a:lnTo>
                <a:close/>
              </a:path>
              <a:path w="4359909" h="1712595">
                <a:moveTo>
                  <a:pt x="891195" y="851125"/>
                </a:moveTo>
                <a:lnTo>
                  <a:pt x="893519" y="844831"/>
                </a:lnTo>
                <a:lnTo>
                  <a:pt x="893519" y="850330"/>
                </a:lnTo>
                <a:lnTo>
                  <a:pt x="891195" y="851125"/>
                </a:lnTo>
                <a:close/>
              </a:path>
              <a:path w="4359909" h="1712595">
                <a:moveTo>
                  <a:pt x="1000810" y="820939"/>
                </a:moveTo>
                <a:lnTo>
                  <a:pt x="1003002" y="814909"/>
                </a:lnTo>
                <a:lnTo>
                  <a:pt x="1008384" y="812698"/>
                </a:lnTo>
                <a:lnTo>
                  <a:pt x="1008882" y="820814"/>
                </a:lnTo>
                <a:lnTo>
                  <a:pt x="1006557" y="826280"/>
                </a:lnTo>
                <a:lnTo>
                  <a:pt x="1004566" y="831912"/>
                </a:lnTo>
                <a:lnTo>
                  <a:pt x="1001451" y="827652"/>
                </a:lnTo>
                <a:lnTo>
                  <a:pt x="1000810" y="820939"/>
                </a:lnTo>
                <a:close/>
              </a:path>
              <a:path w="4359909" h="1712595">
                <a:moveTo>
                  <a:pt x="539545" y="825066"/>
                </a:moveTo>
                <a:lnTo>
                  <a:pt x="541622" y="826115"/>
                </a:lnTo>
                <a:lnTo>
                  <a:pt x="542673" y="828188"/>
                </a:lnTo>
                <a:lnTo>
                  <a:pt x="540938" y="826798"/>
                </a:lnTo>
                <a:lnTo>
                  <a:pt x="539545" y="825066"/>
                </a:lnTo>
                <a:close/>
              </a:path>
              <a:path w="4359909" h="1712595">
                <a:moveTo>
                  <a:pt x="1415373" y="861506"/>
                </a:moveTo>
                <a:lnTo>
                  <a:pt x="1417380" y="862554"/>
                </a:lnTo>
                <a:lnTo>
                  <a:pt x="1418454" y="864627"/>
                </a:lnTo>
                <a:lnTo>
                  <a:pt x="1416758" y="863237"/>
                </a:lnTo>
                <a:lnTo>
                  <a:pt x="1415373" y="861506"/>
                </a:lnTo>
                <a:close/>
              </a:path>
              <a:path w="4359909" h="1712595">
                <a:moveTo>
                  <a:pt x="1916842" y="872492"/>
                </a:moveTo>
                <a:lnTo>
                  <a:pt x="1918668" y="864541"/>
                </a:lnTo>
                <a:lnTo>
                  <a:pt x="1924477" y="864873"/>
                </a:lnTo>
                <a:lnTo>
                  <a:pt x="1916842" y="872492"/>
                </a:lnTo>
                <a:close/>
              </a:path>
              <a:path w="4359909" h="1712595">
                <a:moveTo>
                  <a:pt x="843224" y="868351"/>
                </a:moveTo>
                <a:lnTo>
                  <a:pt x="843888" y="863548"/>
                </a:lnTo>
                <a:lnTo>
                  <a:pt x="850694" y="868185"/>
                </a:lnTo>
                <a:lnTo>
                  <a:pt x="849034" y="872160"/>
                </a:lnTo>
                <a:lnTo>
                  <a:pt x="846212" y="872810"/>
                </a:lnTo>
                <a:lnTo>
                  <a:pt x="846212" y="868516"/>
                </a:lnTo>
                <a:lnTo>
                  <a:pt x="843224" y="868351"/>
                </a:lnTo>
                <a:close/>
              </a:path>
              <a:path w="4359909" h="1712595">
                <a:moveTo>
                  <a:pt x="844718" y="873154"/>
                </a:moveTo>
                <a:lnTo>
                  <a:pt x="846212" y="868516"/>
                </a:lnTo>
                <a:lnTo>
                  <a:pt x="846212" y="872810"/>
                </a:lnTo>
                <a:lnTo>
                  <a:pt x="844718" y="873154"/>
                </a:lnTo>
                <a:close/>
              </a:path>
              <a:path w="4359909" h="1712595">
                <a:moveTo>
                  <a:pt x="332310" y="868351"/>
                </a:moveTo>
                <a:lnTo>
                  <a:pt x="335796" y="862057"/>
                </a:lnTo>
                <a:lnTo>
                  <a:pt x="341605" y="865535"/>
                </a:lnTo>
                <a:lnTo>
                  <a:pt x="343763" y="870173"/>
                </a:lnTo>
                <a:lnTo>
                  <a:pt x="341107" y="875804"/>
                </a:lnTo>
                <a:lnTo>
                  <a:pt x="334302" y="869676"/>
                </a:lnTo>
                <a:lnTo>
                  <a:pt x="332310" y="868351"/>
                </a:lnTo>
                <a:close/>
              </a:path>
              <a:path w="4359909" h="1712595">
                <a:moveTo>
                  <a:pt x="1035274" y="878123"/>
                </a:moveTo>
                <a:lnTo>
                  <a:pt x="1037099" y="870173"/>
                </a:lnTo>
                <a:lnTo>
                  <a:pt x="1042909" y="870670"/>
                </a:lnTo>
                <a:lnTo>
                  <a:pt x="1035274" y="878123"/>
                </a:lnTo>
                <a:close/>
              </a:path>
              <a:path w="4359909" h="1712595">
                <a:moveTo>
                  <a:pt x="911446" y="859075"/>
                </a:moveTo>
                <a:lnTo>
                  <a:pt x="912276" y="852947"/>
                </a:lnTo>
                <a:lnTo>
                  <a:pt x="915761" y="854769"/>
                </a:lnTo>
                <a:lnTo>
                  <a:pt x="918915" y="856591"/>
                </a:lnTo>
                <a:lnTo>
                  <a:pt x="918086" y="862554"/>
                </a:lnTo>
                <a:lnTo>
                  <a:pt x="914765" y="860897"/>
                </a:lnTo>
                <a:lnTo>
                  <a:pt x="911446" y="859075"/>
                </a:lnTo>
                <a:close/>
              </a:path>
              <a:path w="4359909" h="1712595">
                <a:moveTo>
                  <a:pt x="2829118" y="837709"/>
                </a:moveTo>
                <a:lnTo>
                  <a:pt x="2836587" y="840359"/>
                </a:lnTo>
                <a:lnTo>
                  <a:pt x="2837749" y="849469"/>
                </a:lnTo>
                <a:lnTo>
                  <a:pt x="2838745" y="858744"/>
                </a:lnTo>
                <a:lnTo>
                  <a:pt x="2834595" y="852781"/>
                </a:lnTo>
                <a:lnTo>
                  <a:pt x="2830113" y="846984"/>
                </a:lnTo>
                <a:lnTo>
                  <a:pt x="2829118" y="837709"/>
                </a:lnTo>
                <a:close/>
              </a:path>
              <a:path w="4359909" h="1712595">
                <a:moveTo>
                  <a:pt x="2304758" y="847150"/>
                </a:moveTo>
                <a:lnTo>
                  <a:pt x="2308576" y="847150"/>
                </a:lnTo>
                <a:lnTo>
                  <a:pt x="2308576" y="856757"/>
                </a:lnTo>
                <a:lnTo>
                  <a:pt x="2305588" y="857674"/>
                </a:lnTo>
                <a:lnTo>
                  <a:pt x="2305588" y="850794"/>
                </a:lnTo>
                <a:lnTo>
                  <a:pt x="2304758" y="847150"/>
                </a:lnTo>
                <a:close/>
              </a:path>
              <a:path w="4359909" h="1712595">
                <a:moveTo>
                  <a:pt x="2302102" y="858744"/>
                </a:moveTo>
                <a:lnTo>
                  <a:pt x="2305588" y="850794"/>
                </a:lnTo>
                <a:lnTo>
                  <a:pt x="2305588" y="857674"/>
                </a:lnTo>
                <a:lnTo>
                  <a:pt x="2302102" y="858744"/>
                </a:lnTo>
                <a:close/>
              </a:path>
              <a:path w="4359909" h="1712595">
                <a:moveTo>
                  <a:pt x="1206076" y="862554"/>
                </a:moveTo>
                <a:lnTo>
                  <a:pt x="1206076" y="854935"/>
                </a:lnTo>
                <a:lnTo>
                  <a:pt x="1208898" y="856591"/>
                </a:lnTo>
                <a:lnTo>
                  <a:pt x="1212218" y="857750"/>
                </a:lnTo>
                <a:lnTo>
                  <a:pt x="1211886" y="862554"/>
                </a:lnTo>
                <a:lnTo>
                  <a:pt x="1206076" y="862554"/>
                </a:lnTo>
                <a:close/>
              </a:path>
              <a:path w="4359909" h="1712595">
                <a:moveTo>
                  <a:pt x="1494148" y="851899"/>
                </a:moveTo>
                <a:lnTo>
                  <a:pt x="1496225" y="852947"/>
                </a:lnTo>
                <a:lnTo>
                  <a:pt x="1497276" y="855020"/>
                </a:lnTo>
                <a:lnTo>
                  <a:pt x="1495541" y="853630"/>
                </a:lnTo>
                <a:lnTo>
                  <a:pt x="1494148" y="851899"/>
                </a:lnTo>
                <a:close/>
              </a:path>
              <a:path w="4359909" h="1712595">
                <a:moveTo>
                  <a:pt x="1978424" y="851456"/>
                </a:moveTo>
                <a:lnTo>
                  <a:pt x="1980250" y="843340"/>
                </a:lnTo>
                <a:lnTo>
                  <a:pt x="1985893" y="843837"/>
                </a:lnTo>
                <a:lnTo>
                  <a:pt x="1978424" y="851456"/>
                </a:lnTo>
                <a:close/>
              </a:path>
              <a:path w="4359909" h="1712595">
                <a:moveTo>
                  <a:pt x="907296" y="564912"/>
                </a:moveTo>
                <a:lnTo>
                  <a:pt x="908458" y="563587"/>
                </a:lnTo>
                <a:lnTo>
                  <a:pt x="909288" y="562759"/>
                </a:lnTo>
                <a:lnTo>
                  <a:pt x="907296" y="564912"/>
                </a:lnTo>
                <a:close/>
              </a:path>
              <a:path w="4359909" h="1712595">
                <a:moveTo>
                  <a:pt x="1424850" y="659157"/>
                </a:moveTo>
                <a:lnTo>
                  <a:pt x="1424850" y="654685"/>
                </a:lnTo>
                <a:lnTo>
                  <a:pt x="1425182" y="649882"/>
                </a:lnTo>
                <a:lnTo>
                  <a:pt x="1427340" y="652863"/>
                </a:lnTo>
                <a:lnTo>
                  <a:pt x="1432652" y="655845"/>
                </a:lnTo>
                <a:lnTo>
                  <a:pt x="1429000" y="659489"/>
                </a:lnTo>
                <a:lnTo>
                  <a:pt x="1424850" y="659157"/>
                </a:lnTo>
                <a:close/>
              </a:path>
              <a:path w="4359909" h="1712595">
                <a:moveTo>
                  <a:pt x="769525" y="658826"/>
                </a:moveTo>
                <a:lnTo>
                  <a:pt x="769691" y="654354"/>
                </a:lnTo>
                <a:lnTo>
                  <a:pt x="772015" y="651869"/>
                </a:lnTo>
                <a:lnTo>
                  <a:pt x="774671" y="652366"/>
                </a:lnTo>
                <a:lnTo>
                  <a:pt x="773675" y="656673"/>
                </a:lnTo>
                <a:lnTo>
                  <a:pt x="773675" y="659440"/>
                </a:lnTo>
                <a:lnTo>
                  <a:pt x="769525" y="658826"/>
                </a:lnTo>
                <a:close/>
              </a:path>
              <a:path w="4359909" h="1712595">
                <a:moveTo>
                  <a:pt x="773675" y="659440"/>
                </a:moveTo>
                <a:lnTo>
                  <a:pt x="773675" y="656673"/>
                </a:lnTo>
                <a:lnTo>
                  <a:pt x="774007" y="659489"/>
                </a:lnTo>
                <a:lnTo>
                  <a:pt x="773675" y="659440"/>
                </a:lnTo>
                <a:close/>
              </a:path>
              <a:path w="4359909" h="1712595">
                <a:moveTo>
                  <a:pt x="4056656" y="640151"/>
                </a:moveTo>
                <a:lnTo>
                  <a:pt x="4058267" y="638288"/>
                </a:lnTo>
                <a:lnTo>
                  <a:pt x="4060531" y="640710"/>
                </a:lnTo>
                <a:lnTo>
                  <a:pt x="4058702" y="641145"/>
                </a:lnTo>
                <a:lnTo>
                  <a:pt x="4056656" y="640151"/>
                </a:lnTo>
                <a:close/>
              </a:path>
              <a:path w="4359909" h="1712595">
                <a:moveTo>
                  <a:pt x="2537120" y="658280"/>
                </a:moveTo>
                <a:lnTo>
                  <a:pt x="2537143" y="653691"/>
                </a:lnTo>
                <a:lnTo>
                  <a:pt x="2539314" y="656090"/>
                </a:lnTo>
                <a:lnTo>
                  <a:pt x="2538575" y="658350"/>
                </a:lnTo>
                <a:lnTo>
                  <a:pt x="2537120" y="658280"/>
                </a:lnTo>
                <a:close/>
              </a:path>
              <a:path w="4359909" h="1712595">
                <a:moveTo>
                  <a:pt x="2470205" y="656649"/>
                </a:moveTo>
                <a:lnTo>
                  <a:pt x="2471909" y="653691"/>
                </a:lnTo>
                <a:lnTo>
                  <a:pt x="2473893" y="655858"/>
                </a:lnTo>
                <a:lnTo>
                  <a:pt x="2472096" y="657108"/>
                </a:lnTo>
                <a:lnTo>
                  <a:pt x="2470205" y="656649"/>
                </a:lnTo>
                <a:close/>
              </a:path>
              <a:path w="4359909" h="1712595">
                <a:moveTo>
                  <a:pt x="1357956" y="655679"/>
                </a:moveTo>
                <a:lnTo>
                  <a:pt x="1357956" y="649882"/>
                </a:lnTo>
                <a:lnTo>
                  <a:pt x="1361774" y="649882"/>
                </a:lnTo>
                <a:lnTo>
                  <a:pt x="1362438" y="653691"/>
                </a:lnTo>
                <a:lnTo>
                  <a:pt x="1361442" y="655845"/>
                </a:lnTo>
                <a:lnTo>
                  <a:pt x="1357956" y="655679"/>
                </a:lnTo>
                <a:close/>
              </a:path>
              <a:path w="4359909" h="1712595">
                <a:moveTo>
                  <a:pt x="2358453" y="654535"/>
                </a:moveTo>
                <a:lnTo>
                  <a:pt x="2360531" y="655513"/>
                </a:lnTo>
                <a:lnTo>
                  <a:pt x="2361581" y="657610"/>
                </a:lnTo>
                <a:lnTo>
                  <a:pt x="2359846" y="656259"/>
                </a:lnTo>
                <a:lnTo>
                  <a:pt x="2358453" y="654535"/>
                </a:lnTo>
                <a:close/>
              </a:path>
              <a:path w="4359909" h="1712595">
                <a:moveTo>
                  <a:pt x="3274798" y="648226"/>
                </a:moveTo>
                <a:lnTo>
                  <a:pt x="3276624" y="640275"/>
                </a:lnTo>
                <a:lnTo>
                  <a:pt x="3282434" y="640606"/>
                </a:lnTo>
                <a:lnTo>
                  <a:pt x="3274798" y="648226"/>
                </a:lnTo>
                <a:close/>
              </a:path>
              <a:path w="4359909" h="1712595">
                <a:moveTo>
                  <a:pt x="3439791" y="500316"/>
                </a:moveTo>
                <a:lnTo>
                  <a:pt x="3440123" y="498163"/>
                </a:lnTo>
                <a:lnTo>
                  <a:pt x="3443443" y="498825"/>
                </a:lnTo>
                <a:lnTo>
                  <a:pt x="3445601" y="498328"/>
                </a:lnTo>
                <a:lnTo>
                  <a:pt x="3446929" y="504788"/>
                </a:lnTo>
                <a:lnTo>
                  <a:pt x="3441617" y="501475"/>
                </a:lnTo>
                <a:lnTo>
                  <a:pt x="3439791" y="500316"/>
                </a:lnTo>
                <a:close/>
              </a:path>
              <a:path w="4359909" h="1712595">
                <a:moveTo>
                  <a:pt x="2586442" y="633981"/>
                </a:moveTo>
                <a:lnTo>
                  <a:pt x="2586608" y="629343"/>
                </a:lnTo>
                <a:lnTo>
                  <a:pt x="2588932" y="626859"/>
                </a:lnTo>
                <a:lnTo>
                  <a:pt x="2591587" y="627356"/>
                </a:lnTo>
                <a:lnTo>
                  <a:pt x="2590591" y="631662"/>
                </a:lnTo>
                <a:lnTo>
                  <a:pt x="2590591" y="634441"/>
                </a:lnTo>
                <a:lnTo>
                  <a:pt x="2586442" y="633981"/>
                </a:lnTo>
                <a:close/>
              </a:path>
              <a:path w="4359909" h="1712595">
                <a:moveTo>
                  <a:pt x="2590591" y="634441"/>
                </a:moveTo>
                <a:lnTo>
                  <a:pt x="2590591" y="631662"/>
                </a:lnTo>
                <a:lnTo>
                  <a:pt x="2590923" y="634478"/>
                </a:lnTo>
                <a:lnTo>
                  <a:pt x="2590591" y="634441"/>
                </a:lnTo>
                <a:close/>
              </a:path>
              <a:path w="4359909" h="1712595">
                <a:moveTo>
                  <a:pt x="991619" y="645410"/>
                </a:moveTo>
                <a:lnTo>
                  <a:pt x="992946" y="640275"/>
                </a:lnTo>
                <a:lnTo>
                  <a:pt x="997262" y="639944"/>
                </a:lnTo>
                <a:lnTo>
                  <a:pt x="999088" y="641932"/>
                </a:lnTo>
                <a:lnTo>
                  <a:pt x="998756" y="646072"/>
                </a:lnTo>
                <a:lnTo>
                  <a:pt x="996930" y="643919"/>
                </a:lnTo>
                <a:lnTo>
                  <a:pt x="991619" y="645410"/>
                </a:lnTo>
                <a:close/>
              </a:path>
              <a:path w="4359909" h="1712595">
                <a:moveTo>
                  <a:pt x="2342770" y="638943"/>
                </a:moveTo>
                <a:lnTo>
                  <a:pt x="2342770" y="637956"/>
                </a:lnTo>
                <a:lnTo>
                  <a:pt x="2348911" y="636300"/>
                </a:lnTo>
                <a:lnTo>
                  <a:pt x="2348395" y="639465"/>
                </a:lnTo>
                <a:lnTo>
                  <a:pt x="2345778" y="639136"/>
                </a:lnTo>
                <a:lnTo>
                  <a:pt x="2342819" y="638839"/>
                </a:lnTo>
                <a:close/>
              </a:path>
              <a:path w="4359909" h="1712595">
                <a:moveTo>
                  <a:pt x="2336960" y="641435"/>
                </a:moveTo>
                <a:lnTo>
                  <a:pt x="2339782" y="631994"/>
                </a:lnTo>
                <a:lnTo>
                  <a:pt x="2341276" y="630503"/>
                </a:lnTo>
                <a:lnTo>
                  <a:pt x="2346255" y="630006"/>
                </a:lnTo>
                <a:lnTo>
                  <a:pt x="2342770" y="637956"/>
                </a:lnTo>
                <a:lnTo>
                  <a:pt x="2342770" y="638943"/>
                </a:lnTo>
                <a:lnTo>
                  <a:pt x="2341276" y="642097"/>
                </a:lnTo>
                <a:lnTo>
                  <a:pt x="2336960" y="641435"/>
                </a:lnTo>
                <a:close/>
              </a:path>
              <a:path w="4359909" h="1712595">
                <a:moveTo>
                  <a:pt x="1380935" y="654447"/>
                </a:moveTo>
                <a:lnTo>
                  <a:pt x="1381029" y="649882"/>
                </a:lnTo>
                <a:lnTo>
                  <a:pt x="1383176" y="652211"/>
                </a:lnTo>
                <a:lnTo>
                  <a:pt x="1382398" y="654478"/>
                </a:lnTo>
                <a:lnTo>
                  <a:pt x="1380935" y="654447"/>
                </a:lnTo>
                <a:close/>
              </a:path>
              <a:path w="4359909" h="1712595">
                <a:moveTo>
                  <a:pt x="3580384" y="516051"/>
                </a:moveTo>
                <a:lnTo>
                  <a:pt x="3583538" y="510585"/>
                </a:lnTo>
                <a:lnTo>
                  <a:pt x="3583870" y="502304"/>
                </a:lnTo>
                <a:lnTo>
                  <a:pt x="3589846" y="503297"/>
                </a:lnTo>
                <a:lnTo>
                  <a:pt x="3586858" y="513401"/>
                </a:lnTo>
                <a:lnTo>
                  <a:pt x="3586858" y="517089"/>
                </a:lnTo>
                <a:lnTo>
                  <a:pt x="3580384" y="516051"/>
                </a:lnTo>
                <a:close/>
              </a:path>
              <a:path w="4359909" h="1712595">
                <a:moveTo>
                  <a:pt x="3586858" y="517089"/>
                </a:moveTo>
                <a:lnTo>
                  <a:pt x="3586858" y="513401"/>
                </a:lnTo>
                <a:lnTo>
                  <a:pt x="3589680" y="517542"/>
                </a:lnTo>
                <a:lnTo>
                  <a:pt x="3586858" y="517089"/>
                </a:lnTo>
                <a:close/>
              </a:path>
              <a:path w="4359909" h="1712595">
                <a:moveTo>
                  <a:pt x="3224006" y="512738"/>
                </a:moveTo>
                <a:lnTo>
                  <a:pt x="3227491" y="504622"/>
                </a:lnTo>
                <a:lnTo>
                  <a:pt x="3230645" y="509923"/>
                </a:lnTo>
                <a:lnTo>
                  <a:pt x="3230147" y="511413"/>
                </a:lnTo>
                <a:lnTo>
                  <a:pt x="3228653" y="511745"/>
                </a:lnTo>
                <a:lnTo>
                  <a:pt x="3228653" y="513732"/>
                </a:lnTo>
                <a:lnTo>
                  <a:pt x="3224006" y="512738"/>
                </a:lnTo>
                <a:close/>
              </a:path>
              <a:path w="4359909" h="1712595">
                <a:moveTo>
                  <a:pt x="3472803" y="504167"/>
                </a:moveTo>
                <a:lnTo>
                  <a:pt x="3474483" y="502303"/>
                </a:lnTo>
                <a:lnTo>
                  <a:pt x="3476724" y="504726"/>
                </a:lnTo>
                <a:lnTo>
                  <a:pt x="3474857" y="505161"/>
                </a:lnTo>
                <a:lnTo>
                  <a:pt x="3472803" y="504167"/>
                </a:lnTo>
                <a:close/>
              </a:path>
              <a:path w="4359909" h="1712595">
                <a:moveTo>
                  <a:pt x="3539631" y="501255"/>
                </a:moveTo>
                <a:lnTo>
                  <a:pt x="3541709" y="502303"/>
                </a:lnTo>
                <a:lnTo>
                  <a:pt x="3542759" y="504376"/>
                </a:lnTo>
                <a:lnTo>
                  <a:pt x="3541024" y="502987"/>
                </a:lnTo>
                <a:lnTo>
                  <a:pt x="3539631" y="501255"/>
                </a:lnTo>
                <a:close/>
              </a:path>
              <a:path w="4359909" h="1712595">
                <a:moveTo>
                  <a:pt x="3280442" y="655513"/>
                </a:moveTo>
                <a:lnTo>
                  <a:pt x="3280442" y="651704"/>
                </a:lnTo>
                <a:lnTo>
                  <a:pt x="3284260" y="651704"/>
                </a:lnTo>
                <a:lnTo>
                  <a:pt x="3284260" y="655513"/>
                </a:lnTo>
                <a:lnTo>
                  <a:pt x="3280442" y="655513"/>
                </a:lnTo>
                <a:close/>
              </a:path>
              <a:path w="4359909" h="1712595">
                <a:moveTo>
                  <a:pt x="1899579" y="510254"/>
                </a:moveTo>
                <a:lnTo>
                  <a:pt x="1901405" y="502303"/>
                </a:lnTo>
                <a:lnTo>
                  <a:pt x="1907214" y="502635"/>
                </a:lnTo>
                <a:lnTo>
                  <a:pt x="1899579" y="510254"/>
                </a:lnTo>
                <a:close/>
              </a:path>
              <a:path w="4359909" h="1712595">
                <a:moveTo>
                  <a:pt x="1609762" y="509923"/>
                </a:moveTo>
                <a:lnTo>
                  <a:pt x="1609928" y="509923"/>
                </a:lnTo>
                <a:lnTo>
                  <a:pt x="1610260" y="510088"/>
                </a:lnTo>
                <a:lnTo>
                  <a:pt x="1609762" y="509923"/>
                </a:lnTo>
                <a:close/>
              </a:path>
              <a:path w="4359909" h="1712595">
                <a:moveTo>
                  <a:pt x="4064906" y="648888"/>
                </a:moveTo>
                <a:lnTo>
                  <a:pt x="4065238" y="648226"/>
                </a:lnTo>
                <a:lnTo>
                  <a:pt x="4065404" y="647729"/>
                </a:lnTo>
                <a:lnTo>
                  <a:pt x="4065736" y="647232"/>
                </a:lnTo>
                <a:lnTo>
                  <a:pt x="4065570" y="647894"/>
                </a:lnTo>
                <a:lnTo>
                  <a:pt x="4064906" y="648888"/>
                </a:lnTo>
                <a:close/>
              </a:path>
              <a:path w="4359909" h="1712595">
                <a:moveTo>
                  <a:pt x="3297871" y="602180"/>
                </a:moveTo>
                <a:lnTo>
                  <a:pt x="3299697" y="594229"/>
                </a:lnTo>
                <a:lnTo>
                  <a:pt x="3305340" y="594726"/>
                </a:lnTo>
                <a:lnTo>
                  <a:pt x="3297871" y="602180"/>
                </a:lnTo>
                <a:close/>
              </a:path>
              <a:path w="4359909" h="1712595">
                <a:moveTo>
                  <a:pt x="3081390" y="509749"/>
                </a:moveTo>
                <a:lnTo>
                  <a:pt x="3085572" y="509894"/>
                </a:lnTo>
                <a:lnTo>
                  <a:pt x="3088545" y="514074"/>
                </a:lnTo>
                <a:lnTo>
                  <a:pt x="3090416" y="518284"/>
                </a:lnTo>
                <a:lnTo>
                  <a:pt x="3085405" y="514747"/>
                </a:lnTo>
                <a:lnTo>
                  <a:pt x="3081390" y="509749"/>
                </a:lnTo>
                <a:close/>
              </a:path>
              <a:path w="4359909" h="1712595">
                <a:moveTo>
                  <a:pt x="3088393" y="513732"/>
                </a:moveTo>
                <a:lnTo>
                  <a:pt x="3088891" y="514560"/>
                </a:lnTo>
                <a:lnTo>
                  <a:pt x="3088545" y="514074"/>
                </a:lnTo>
                <a:lnTo>
                  <a:pt x="3088393" y="513732"/>
                </a:lnTo>
                <a:close/>
              </a:path>
              <a:path w="4359909" h="1712595">
                <a:moveTo>
                  <a:pt x="3085239" y="509426"/>
                </a:moveTo>
                <a:lnTo>
                  <a:pt x="3086401" y="509923"/>
                </a:lnTo>
                <a:lnTo>
                  <a:pt x="3085572" y="509894"/>
                </a:lnTo>
                <a:lnTo>
                  <a:pt x="3085239" y="509426"/>
                </a:lnTo>
                <a:close/>
              </a:path>
              <a:path w="4359909" h="1712595">
                <a:moveTo>
                  <a:pt x="3064656" y="520854"/>
                </a:moveTo>
                <a:lnTo>
                  <a:pt x="3065652" y="516548"/>
                </a:lnTo>
                <a:lnTo>
                  <a:pt x="3065652" y="513769"/>
                </a:lnTo>
                <a:lnTo>
                  <a:pt x="3069802" y="514229"/>
                </a:lnTo>
                <a:lnTo>
                  <a:pt x="3069802" y="518867"/>
                </a:lnTo>
                <a:lnTo>
                  <a:pt x="3067312" y="521351"/>
                </a:lnTo>
                <a:lnTo>
                  <a:pt x="3065652" y="521041"/>
                </a:lnTo>
                <a:lnTo>
                  <a:pt x="3065652" y="516548"/>
                </a:lnTo>
                <a:lnTo>
                  <a:pt x="3065320" y="513732"/>
                </a:lnTo>
                <a:lnTo>
                  <a:pt x="3065320" y="520979"/>
                </a:lnTo>
                <a:lnTo>
                  <a:pt x="3064656" y="520854"/>
                </a:lnTo>
                <a:close/>
              </a:path>
              <a:path w="4359909" h="1712595">
                <a:moveTo>
                  <a:pt x="671911" y="647115"/>
                </a:moveTo>
                <a:lnTo>
                  <a:pt x="673521" y="645803"/>
                </a:lnTo>
                <a:lnTo>
                  <a:pt x="675412" y="647441"/>
                </a:lnTo>
                <a:lnTo>
                  <a:pt x="674081" y="651704"/>
                </a:lnTo>
                <a:lnTo>
                  <a:pt x="671911" y="647115"/>
                </a:lnTo>
                <a:close/>
              </a:path>
              <a:path w="4359909" h="1712595">
                <a:moveTo>
                  <a:pt x="2555733" y="545699"/>
                </a:moveTo>
                <a:lnTo>
                  <a:pt x="2556730" y="541558"/>
                </a:lnTo>
                <a:lnTo>
                  <a:pt x="2556730" y="538798"/>
                </a:lnTo>
                <a:lnTo>
                  <a:pt x="2560713" y="539239"/>
                </a:lnTo>
                <a:lnTo>
                  <a:pt x="2560713" y="543877"/>
                </a:lnTo>
                <a:lnTo>
                  <a:pt x="2558223" y="546362"/>
                </a:lnTo>
                <a:lnTo>
                  <a:pt x="2556730" y="545964"/>
                </a:lnTo>
                <a:lnTo>
                  <a:pt x="2556730" y="541558"/>
                </a:lnTo>
                <a:lnTo>
                  <a:pt x="2556232" y="538743"/>
                </a:lnTo>
                <a:lnTo>
                  <a:pt x="2556232" y="545832"/>
                </a:lnTo>
                <a:lnTo>
                  <a:pt x="2555733" y="545699"/>
                </a:lnTo>
                <a:close/>
              </a:path>
              <a:path w="4359909" h="1712595">
                <a:moveTo>
                  <a:pt x="2568681" y="541558"/>
                </a:moveTo>
                <a:lnTo>
                  <a:pt x="2571669" y="536755"/>
                </a:lnTo>
                <a:lnTo>
                  <a:pt x="2574822" y="536258"/>
                </a:lnTo>
                <a:lnTo>
                  <a:pt x="2574989" y="538577"/>
                </a:lnTo>
                <a:lnTo>
                  <a:pt x="2577478" y="538743"/>
                </a:lnTo>
                <a:lnTo>
                  <a:pt x="2578308" y="542387"/>
                </a:lnTo>
                <a:lnTo>
                  <a:pt x="2568681" y="541558"/>
                </a:lnTo>
                <a:close/>
              </a:path>
              <a:path w="4359909" h="1712595">
                <a:moveTo>
                  <a:pt x="2880906" y="536755"/>
                </a:moveTo>
                <a:lnTo>
                  <a:pt x="2880906" y="532945"/>
                </a:lnTo>
                <a:lnTo>
                  <a:pt x="2884724" y="532945"/>
                </a:lnTo>
                <a:lnTo>
                  <a:pt x="2884724" y="536755"/>
                </a:lnTo>
                <a:lnTo>
                  <a:pt x="2880906" y="536755"/>
                </a:lnTo>
                <a:close/>
              </a:path>
              <a:path w="4359909" h="1712595">
                <a:moveTo>
                  <a:pt x="4107897" y="579819"/>
                </a:moveTo>
                <a:lnTo>
                  <a:pt x="4108395" y="576175"/>
                </a:lnTo>
                <a:lnTo>
                  <a:pt x="4108395" y="573253"/>
                </a:lnTo>
                <a:lnTo>
                  <a:pt x="4110553" y="574022"/>
                </a:lnTo>
                <a:lnTo>
                  <a:pt x="4112213" y="575679"/>
                </a:lnTo>
                <a:lnTo>
                  <a:pt x="4112047" y="578991"/>
                </a:lnTo>
                <a:lnTo>
                  <a:pt x="4108395" y="579720"/>
                </a:lnTo>
                <a:lnTo>
                  <a:pt x="4108395" y="576175"/>
                </a:lnTo>
                <a:lnTo>
                  <a:pt x="4108229" y="573194"/>
                </a:lnTo>
                <a:lnTo>
                  <a:pt x="4108229" y="579753"/>
                </a:lnTo>
                <a:lnTo>
                  <a:pt x="4107897" y="579819"/>
                </a:lnTo>
                <a:close/>
              </a:path>
              <a:path w="4359909" h="1712595">
                <a:moveTo>
                  <a:pt x="3023159" y="552324"/>
                </a:moveTo>
                <a:lnTo>
                  <a:pt x="3024985" y="544374"/>
                </a:lnTo>
                <a:lnTo>
                  <a:pt x="3030794" y="544871"/>
                </a:lnTo>
                <a:lnTo>
                  <a:pt x="3023159" y="552324"/>
                </a:lnTo>
                <a:close/>
              </a:path>
              <a:path w="4359909" h="1712595">
                <a:moveTo>
                  <a:pt x="2354721" y="538908"/>
                </a:moveTo>
                <a:lnTo>
                  <a:pt x="2356547" y="530958"/>
                </a:lnTo>
                <a:lnTo>
                  <a:pt x="2362356" y="531455"/>
                </a:lnTo>
                <a:lnTo>
                  <a:pt x="2354721" y="538908"/>
                </a:lnTo>
                <a:close/>
              </a:path>
              <a:path w="4359909" h="1712595">
                <a:moveTo>
                  <a:pt x="3943236" y="571538"/>
                </a:moveTo>
                <a:lnTo>
                  <a:pt x="3946888" y="567397"/>
                </a:lnTo>
                <a:lnTo>
                  <a:pt x="3951536" y="569219"/>
                </a:lnTo>
                <a:lnTo>
                  <a:pt x="3954358" y="578660"/>
                </a:lnTo>
                <a:lnTo>
                  <a:pt x="3950706" y="582635"/>
                </a:lnTo>
                <a:lnTo>
                  <a:pt x="3946224" y="580813"/>
                </a:lnTo>
                <a:lnTo>
                  <a:pt x="3943236" y="571538"/>
                </a:lnTo>
                <a:close/>
              </a:path>
              <a:path w="4359909" h="1712595">
                <a:moveTo>
                  <a:pt x="3785523" y="639136"/>
                </a:moveTo>
                <a:lnTo>
                  <a:pt x="3785547" y="634478"/>
                </a:lnTo>
                <a:lnTo>
                  <a:pt x="3787718" y="636900"/>
                </a:lnTo>
                <a:lnTo>
                  <a:pt x="3786978" y="639199"/>
                </a:lnTo>
                <a:lnTo>
                  <a:pt x="3785523" y="639136"/>
                </a:lnTo>
                <a:close/>
              </a:path>
              <a:path w="4359909" h="1712595">
                <a:moveTo>
                  <a:pt x="3441690" y="537534"/>
                </a:moveTo>
                <a:lnTo>
                  <a:pt x="3441783" y="532945"/>
                </a:lnTo>
                <a:lnTo>
                  <a:pt x="3443931" y="535345"/>
                </a:lnTo>
                <a:lnTo>
                  <a:pt x="3443153" y="537604"/>
                </a:lnTo>
                <a:lnTo>
                  <a:pt x="3441690" y="537534"/>
                </a:lnTo>
                <a:close/>
              </a:path>
              <a:path w="4359909" h="1712595">
                <a:moveTo>
                  <a:pt x="4018927" y="534767"/>
                </a:moveTo>
                <a:lnTo>
                  <a:pt x="4021749" y="529136"/>
                </a:lnTo>
                <a:lnTo>
                  <a:pt x="4027559" y="529136"/>
                </a:lnTo>
                <a:lnTo>
                  <a:pt x="4030381" y="534767"/>
                </a:lnTo>
                <a:lnTo>
                  <a:pt x="4018927" y="534767"/>
                </a:lnTo>
                <a:close/>
              </a:path>
              <a:path w="4359909" h="1712595">
                <a:moveTo>
                  <a:pt x="4054177" y="531558"/>
                </a:moveTo>
                <a:lnTo>
                  <a:pt x="4056441" y="529136"/>
                </a:lnTo>
                <a:lnTo>
                  <a:pt x="4058052" y="530999"/>
                </a:lnTo>
                <a:lnTo>
                  <a:pt x="4056005" y="531993"/>
                </a:lnTo>
                <a:lnTo>
                  <a:pt x="4054177" y="531558"/>
                </a:lnTo>
                <a:close/>
              </a:path>
              <a:path w="4359909" h="1712595">
                <a:moveTo>
                  <a:pt x="3271977" y="532780"/>
                </a:moveTo>
                <a:lnTo>
                  <a:pt x="3274134" y="531620"/>
                </a:lnTo>
                <a:lnTo>
                  <a:pt x="3274799" y="529136"/>
                </a:lnTo>
                <a:lnTo>
                  <a:pt x="3278118" y="529633"/>
                </a:lnTo>
                <a:lnTo>
                  <a:pt x="3279114" y="532449"/>
                </a:lnTo>
                <a:lnTo>
                  <a:pt x="3278616" y="536755"/>
                </a:lnTo>
                <a:lnTo>
                  <a:pt x="3272807" y="536755"/>
                </a:lnTo>
                <a:lnTo>
                  <a:pt x="3271977" y="532780"/>
                </a:lnTo>
                <a:close/>
              </a:path>
              <a:path w="4359909" h="1712595">
                <a:moveTo>
                  <a:pt x="3870035" y="532945"/>
                </a:moveTo>
                <a:lnTo>
                  <a:pt x="3875845" y="530958"/>
                </a:lnTo>
                <a:lnTo>
                  <a:pt x="3873521" y="537252"/>
                </a:lnTo>
                <a:lnTo>
                  <a:pt x="3873521" y="540410"/>
                </a:lnTo>
                <a:lnTo>
                  <a:pt x="3871363" y="539405"/>
                </a:lnTo>
                <a:lnTo>
                  <a:pt x="3870367" y="536589"/>
                </a:lnTo>
                <a:lnTo>
                  <a:pt x="3870035" y="532945"/>
                </a:lnTo>
                <a:close/>
              </a:path>
              <a:path w="4359909" h="1712595">
                <a:moveTo>
                  <a:pt x="3873521" y="540410"/>
                </a:moveTo>
                <a:lnTo>
                  <a:pt x="3873521" y="537252"/>
                </a:lnTo>
                <a:lnTo>
                  <a:pt x="3873853" y="540565"/>
                </a:lnTo>
                <a:lnTo>
                  <a:pt x="3873521" y="540410"/>
                </a:lnTo>
                <a:close/>
              </a:path>
              <a:path w="4359909" h="1712595">
                <a:moveTo>
                  <a:pt x="1347167" y="648888"/>
                </a:moveTo>
                <a:lnTo>
                  <a:pt x="1350155" y="644085"/>
                </a:lnTo>
                <a:lnTo>
                  <a:pt x="1353309" y="643588"/>
                </a:lnTo>
                <a:lnTo>
                  <a:pt x="1353475" y="645907"/>
                </a:lnTo>
                <a:lnTo>
                  <a:pt x="1355965" y="646072"/>
                </a:lnTo>
                <a:lnTo>
                  <a:pt x="1356795" y="649716"/>
                </a:lnTo>
                <a:lnTo>
                  <a:pt x="1347167" y="648888"/>
                </a:lnTo>
                <a:close/>
              </a:path>
              <a:path w="4359909" h="1712595">
                <a:moveTo>
                  <a:pt x="1512949" y="649509"/>
                </a:moveTo>
                <a:lnTo>
                  <a:pt x="1513104" y="646543"/>
                </a:lnTo>
                <a:lnTo>
                  <a:pt x="1517306" y="647894"/>
                </a:lnTo>
                <a:lnTo>
                  <a:pt x="1514972" y="651668"/>
                </a:lnTo>
                <a:lnTo>
                  <a:pt x="1512949" y="649509"/>
                </a:lnTo>
                <a:close/>
              </a:path>
              <a:path w="4359909" h="1712595">
                <a:moveTo>
                  <a:pt x="2782641" y="645741"/>
                </a:moveTo>
                <a:lnTo>
                  <a:pt x="2782973" y="640275"/>
                </a:lnTo>
                <a:lnTo>
                  <a:pt x="2788616" y="640275"/>
                </a:lnTo>
                <a:lnTo>
                  <a:pt x="2789446" y="649219"/>
                </a:lnTo>
                <a:lnTo>
                  <a:pt x="2786790" y="651704"/>
                </a:lnTo>
                <a:lnTo>
                  <a:pt x="2783471" y="650048"/>
                </a:lnTo>
                <a:lnTo>
                  <a:pt x="2782641" y="645741"/>
                </a:lnTo>
                <a:close/>
              </a:path>
              <a:path w="4359909" h="1712595">
                <a:moveTo>
                  <a:pt x="2458464" y="653029"/>
                </a:moveTo>
                <a:lnTo>
                  <a:pt x="2459792" y="643753"/>
                </a:lnTo>
                <a:lnTo>
                  <a:pt x="2466100" y="644085"/>
                </a:lnTo>
                <a:lnTo>
                  <a:pt x="2466100" y="651704"/>
                </a:lnTo>
                <a:lnTo>
                  <a:pt x="2458464" y="653029"/>
                </a:lnTo>
                <a:close/>
              </a:path>
              <a:path w="4359909" h="1712595">
                <a:moveTo>
                  <a:pt x="3257038" y="640136"/>
                </a:moveTo>
                <a:lnTo>
                  <a:pt x="3257038" y="638122"/>
                </a:lnTo>
                <a:lnTo>
                  <a:pt x="3263179" y="636466"/>
                </a:lnTo>
                <a:lnTo>
                  <a:pt x="3262349" y="640275"/>
                </a:lnTo>
                <a:lnTo>
                  <a:pt x="3257038" y="640136"/>
                </a:lnTo>
                <a:close/>
              </a:path>
              <a:path w="4359909" h="1712595">
                <a:moveTo>
                  <a:pt x="3249734" y="639944"/>
                </a:moveTo>
                <a:lnTo>
                  <a:pt x="3253552" y="632656"/>
                </a:lnTo>
                <a:lnTo>
                  <a:pt x="3257203" y="633484"/>
                </a:lnTo>
                <a:lnTo>
                  <a:pt x="3257038" y="638122"/>
                </a:lnTo>
                <a:lnTo>
                  <a:pt x="3257038" y="640136"/>
                </a:lnTo>
                <a:lnTo>
                  <a:pt x="3249734" y="639944"/>
                </a:lnTo>
                <a:close/>
              </a:path>
              <a:path w="4359909" h="1712595">
                <a:moveTo>
                  <a:pt x="3470665" y="590751"/>
                </a:moveTo>
                <a:lnTo>
                  <a:pt x="3472491" y="582801"/>
                </a:lnTo>
                <a:lnTo>
                  <a:pt x="3478301" y="583132"/>
                </a:lnTo>
                <a:lnTo>
                  <a:pt x="3470665" y="590751"/>
                </a:lnTo>
                <a:close/>
              </a:path>
              <a:path w="4359909" h="1712595">
                <a:moveTo>
                  <a:pt x="4006385" y="652553"/>
                </a:moveTo>
                <a:lnTo>
                  <a:pt x="4006478" y="647894"/>
                </a:lnTo>
                <a:lnTo>
                  <a:pt x="4008626" y="650317"/>
                </a:lnTo>
                <a:lnTo>
                  <a:pt x="4007848" y="652615"/>
                </a:lnTo>
                <a:lnTo>
                  <a:pt x="4006385" y="652553"/>
                </a:lnTo>
                <a:close/>
              </a:path>
              <a:path w="4359909" h="1712595">
                <a:moveTo>
                  <a:pt x="3747110" y="575865"/>
                </a:moveTo>
                <a:lnTo>
                  <a:pt x="3747203" y="571207"/>
                </a:lnTo>
                <a:lnTo>
                  <a:pt x="3749351" y="573629"/>
                </a:lnTo>
                <a:lnTo>
                  <a:pt x="3748573" y="575927"/>
                </a:lnTo>
                <a:lnTo>
                  <a:pt x="3747110" y="575865"/>
                </a:lnTo>
                <a:close/>
              </a:path>
              <a:path w="4359909" h="1712595">
                <a:moveTo>
                  <a:pt x="3545361" y="580813"/>
                </a:moveTo>
                <a:lnTo>
                  <a:pt x="3546024" y="581144"/>
                </a:lnTo>
                <a:lnTo>
                  <a:pt x="3546523" y="581476"/>
                </a:lnTo>
                <a:lnTo>
                  <a:pt x="3545859" y="581144"/>
                </a:lnTo>
                <a:lnTo>
                  <a:pt x="3545361" y="580813"/>
                </a:lnTo>
                <a:close/>
              </a:path>
              <a:path w="4359909" h="1712595">
                <a:moveTo>
                  <a:pt x="3748241" y="646445"/>
                </a:moveTo>
                <a:lnTo>
                  <a:pt x="3749299" y="644535"/>
                </a:lnTo>
                <a:lnTo>
                  <a:pt x="3752847" y="646072"/>
                </a:lnTo>
                <a:lnTo>
                  <a:pt x="3749486" y="648169"/>
                </a:lnTo>
                <a:lnTo>
                  <a:pt x="3748241" y="646445"/>
                </a:lnTo>
                <a:close/>
              </a:path>
              <a:path w="4359909" h="1712595">
                <a:moveTo>
                  <a:pt x="3505430" y="582677"/>
                </a:moveTo>
                <a:lnTo>
                  <a:pt x="3507017" y="580813"/>
                </a:lnTo>
                <a:lnTo>
                  <a:pt x="3509351" y="583236"/>
                </a:lnTo>
                <a:lnTo>
                  <a:pt x="3507515" y="583670"/>
                </a:lnTo>
                <a:lnTo>
                  <a:pt x="3505430" y="582677"/>
                </a:lnTo>
                <a:close/>
              </a:path>
              <a:path w="4359909" h="1712595">
                <a:moveTo>
                  <a:pt x="4062084" y="644747"/>
                </a:moveTo>
                <a:lnTo>
                  <a:pt x="4062084" y="644085"/>
                </a:lnTo>
                <a:lnTo>
                  <a:pt x="4062582" y="644085"/>
                </a:lnTo>
                <a:lnTo>
                  <a:pt x="4062416" y="644416"/>
                </a:lnTo>
                <a:lnTo>
                  <a:pt x="4062084" y="644747"/>
                </a:lnTo>
                <a:close/>
              </a:path>
              <a:path w="4359909" h="1712595">
                <a:moveTo>
                  <a:pt x="2882068" y="563256"/>
                </a:moveTo>
                <a:lnTo>
                  <a:pt x="2882068" y="559944"/>
                </a:lnTo>
                <a:lnTo>
                  <a:pt x="2882898" y="563587"/>
                </a:lnTo>
                <a:lnTo>
                  <a:pt x="2882068" y="563256"/>
                </a:lnTo>
                <a:close/>
              </a:path>
              <a:path w="4359909" h="1712595">
                <a:moveTo>
                  <a:pt x="2871113" y="558950"/>
                </a:moveTo>
                <a:lnTo>
                  <a:pt x="2877089" y="555968"/>
                </a:lnTo>
                <a:lnTo>
                  <a:pt x="2882234" y="555306"/>
                </a:lnTo>
                <a:lnTo>
                  <a:pt x="2882068" y="559944"/>
                </a:lnTo>
                <a:lnTo>
                  <a:pt x="2882068" y="563256"/>
                </a:lnTo>
                <a:lnTo>
                  <a:pt x="2871113" y="558950"/>
                </a:lnTo>
                <a:close/>
              </a:path>
              <a:path w="4359909" h="1712595">
                <a:moveTo>
                  <a:pt x="946801" y="566900"/>
                </a:moveTo>
                <a:lnTo>
                  <a:pt x="946968" y="563587"/>
                </a:lnTo>
                <a:lnTo>
                  <a:pt x="949292" y="564416"/>
                </a:lnTo>
                <a:lnTo>
                  <a:pt x="950952" y="566072"/>
                </a:lnTo>
                <a:lnTo>
                  <a:pt x="950785" y="569385"/>
                </a:lnTo>
                <a:lnTo>
                  <a:pt x="948296" y="568556"/>
                </a:lnTo>
                <a:lnTo>
                  <a:pt x="946801" y="566900"/>
                </a:lnTo>
                <a:close/>
              </a:path>
              <a:path w="4359909" h="1712595">
                <a:moveTo>
                  <a:pt x="2765686" y="560534"/>
                </a:moveTo>
                <a:lnTo>
                  <a:pt x="2765710" y="555968"/>
                </a:lnTo>
                <a:lnTo>
                  <a:pt x="2767881" y="558298"/>
                </a:lnTo>
                <a:lnTo>
                  <a:pt x="2767141" y="560565"/>
                </a:lnTo>
                <a:lnTo>
                  <a:pt x="2765686" y="560534"/>
                </a:lnTo>
                <a:close/>
              </a:path>
              <a:path w="4359909" h="1712595">
                <a:moveTo>
                  <a:pt x="2569843" y="559778"/>
                </a:moveTo>
                <a:lnTo>
                  <a:pt x="2569843" y="550171"/>
                </a:lnTo>
                <a:lnTo>
                  <a:pt x="2573660" y="551662"/>
                </a:lnTo>
                <a:lnTo>
                  <a:pt x="2576648" y="556962"/>
                </a:lnTo>
                <a:lnTo>
                  <a:pt x="2573660" y="559778"/>
                </a:lnTo>
                <a:lnTo>
                  <a:pt x="2569843" y="559778"/>
                </a:lnTo>
                <a:close/>
              </a:path>
              <a:path w="4359909" h="1712595">
                <a:moveTo>
                  <a:pt x="3151634" y="543877"/>
                </a:moveTo>
                <a:lnTo>
                  <a:pt x="3151800" y="540565"/>
                </a:lnTo>
                <a:lnTo>
                  <a:pt x="3154124" y="541393"/>
                </a:lnTo>
                <a:lnTo>
                  <a:pt x="3155784" y="543049"/>
                </a:lnTo>
                <a:lnTo>
                  <a:pt x="3155618" y="546362"/>
                </a:lnTo>
                <a:lnTo>
                  <a:pt x="3153294" y="545534"/>
                </a:lnTo>
                <a:lnTo>
                  <a:pt x="3151634" y="543877"/>
                </a:lnTo>
                <a:close/>
              </a:path>
              <a:path w="4359909" h="1712595">
                <a:moveTo>
                  <a:pt x="574561" y="567415"/>
                </a:moveTo>
                <a:lnTo>
                  <a:pt x="576148" y="565575"/>
                </a:lnTo>
                <a:lnTo>
                  <a:pt x="578482" y="567928"/>
                </a:lnTo>
                <a:lnTo>
                  <a:pt x="576646" y="568370"/>
                </a:lnTo>
                <a:lnTo>
                  <a:pt x="574561" y="567415"/>
                </a:lnTo>
                <a:close/>
              </a:path>
              <a:path w="4359909" h="1712595">
                <a:moveTo>
                  <a:pt x="2297123" y="563919"/>
                </a:moveTo>
                <a:lnTo>
                  <a:pt x="2298948" y="555968"/>
                </a:lnTo>
                <a:lnTo>
                  <a:pt x="2304758" y="556300"/>
                </a:lnTo>
                <a:lnTo>
                  <a:pt x="2297123" y="563919"/>
                </a:lnTo>
                <a:close/>
              </a:path>
              <a:path w="4359909" h="1712595">
                <a:moveTo>
                  <a:pt x="2176023" y="547141"/>
                </a:moveTo>
                <a:lnTo>
                  <a:pt x="2176117" y="542552"/>
                </a:lnTo>
                <a:lnTo>
                  <a:pt x="2178264" y="544951"/>
                </a:lnTo>
                <a:lnTo>
                  <a:pt x="2177486" y="547211"/>
                </a:lnTo>
                <a:lnTo>
                  <a:pt x="2176023" y="547141"/>
                </a:lnTo>
                <a:close/>
              </a:path>
              <a:path w="4359909" h="1712595">
                <a:moveTo>
                  <a:pt x="2320195" y="557127"/>
                </a:moveTo>
                <a:lnTo>
                  <a:pt x="2320195" y="556962"/>
                </a:lnTo>
                <a:lnTo>
                  <a:pt x="2320361" y="556465"/>
                </a:lnTo>
                <a:lnTo>
                  <a:pt x="2320195" y="557127"/>
                </a:lnTo>
                <a:close/>
              </a:path>
              <a:path w="4359909" h="1712595">
                <a:moveTo>
                  <a:pt x="2320029" y="557956"/>
                </a:moveTo>
                <a:lnTo>
                  <a:pt x="2320029" y="557790"/>
                </a:lnTo>
                <a:lnTo>
                  <a:pt x="2320195" y="557127"/>
                </a:lnTo>
                <a:lnTo>
                  <a:pt x="2320195" y="557293"/>
                </a:lnTo>
                <a:lnTo>
                  <a:pt x="2320029" y="557956"/>
                </a:lnTo>
                <a:close/>
              </a:path>
              <a:path w="4359909" h="1712595">
                <a:moveTo>
                  <a:pt x="2408501" y="536755"/>
                </a:moveTo>
                <a:lnTo>
                  <a:pt x="2408999" y="534271"/>
                </a:lnTo>
                <a:lnTo>
                  <a:pt x="2413315" y="535264"/>
                </a:lnTo>
                <a:lnTo>
                  <a:pt x="2416137" y="534933"/>
                </a:lnTo>
                <a:lnTo>
                  <a:pt x="2416137" y="548184"/>
                </a:lnTo>
                <a:lnTo>
                  <a:pt x="2411987" y="548072"/>
                </a:lnTo>
                <a:lnTo>
                  <a:pt x="2411987" y="539736"/>
                </a:lnTo>
                <a:lnTo>
                  <a:pt x="2408501" y="536755"/>
                </a:lnTo>
                <a:close/>
              </a:path>
              <a:path w="4359909" h="1712595">
                <a:moveTo>
                  <a:pt x="2409995" y="548018"/>
                </a:moveTo>
                <a:lnTo>
                  <a:pt x="2411987" y="539736"/>
                </a:lnTo>
                <a:lnTo>
                  <a:pt x="2411987" y="548072"/>
                </a:lnTo>
                <a:lnTo>
                  <a:pt x="2409995" y="548018"/>
                </a:lnTo>
                <a:close/>
              </a:path>
              <a:path w="4359909" h="1712595">
                <a:moveTo>
                  <a:pt x="3800652" y="514575"/>
                </a:moveTo>
                <a:lnTo>
                  <a:pt x="3800652" y="512241"/>
                </a:lnTo>
                <a:lnTo>
                  <a:pt x="3804801" y="513732"/>
                </a:lnTo>
                <a:lnTo>
                  <a:pt x="3803308" y="516879"/>
                </a:lnTo>
                <a:lnTo>
                  <a:pt x="3800652" y="514575"/>
                </a:lnTo>
                <a:close/>
              </a:path>
              <a:path w="4359909" h="1712595">
                <a:moveTo>
                  <a:pt x="3795672" y="510254"/>
                </a:moveTo>
                <a:lnTo>
                  <a:pt x="3797166" y="504125"/>
                </a:lnTo>
                <a:lnTo>
                  <a:pt x="3802312" y="504788"/>
                </a:lnTo>
                <a:lnTo>
                  <a:pt x="3800652" y="512241"/>
                </a:lnTo>
                <a:lnTo>
                  <a:pt x="3800652" y="514575"/>
                </a:lnTo>
                <a:lnTo>
                  <a:pt x="3795672" y="510254"/>
                </a:lnTo>
                <a:close/>
              </a:path>
              <a:path w="4359909" h="1712595">
                <a:moveTo>
                  <a:pt x="651082" y="570140"/>
                </a:moveTo>
                <a:lnTo>
                  <a:pt x="651175" y="565575"/>
                </a:lnTo>
                <a:lnTo>
                  <a:pt x="653322" y="567904"/>
                </a:lnTo>
                <a:lnTo>
                  <a:pt x="652544" y="570171"/>
                </a:lnTo>
                <a:lnTo>
                  <a:pt x="651082" y="570140"/>
                </a:lnTo>
                <a:close/>
              </a:path>
              <a:path w="4359909" h="1712595">
                <a:moveTo>
                  <a:pt x="4076857" y="595554"/>
                </a:moveTo>
                <a:lnTo>
                  <a:pt x="4077356" y="588598"/>
                </a:lnTo>
                <a:lnTo>
                  <a:pt x="4081007" y="592242"/>
                </a:lnTo>
                <a:lnTo>
                  <a:pt x="4082169" y="588764"/>
                </a:lnTo>
                <a:lnTo>
                  <a:pt x="4086983" y="588598"/>
                </a:lnTo>
                <a:lnTo>
                  <a:pt x="4088477" y="590254"/>
                </a:lnTo>
                <a:lnTo>
                  <a:pt x="4089141" y="592904"/>
                </a:lnTo>
                <a:lnTo>
                  <a:pt x="4088975" y="596217"/>
                </a:lnTo>
                <a:lnTo>
                  <a:pt x="4084493" y="594229"/>
                </a:lnTo>
                <a:lnTo>
                  <a:pt x="4076857" y="595554"/>
                </a:lnTo>
                <a:close/>
              </a:path>
              <a:path w="4359909" h="1712595">
                <a:moveTo>
                  <a:pt x="3488120" y="601020"/>
                </a:moveTo>
                <a:lnTo>
                  <a:pt x="3489754" y="598039"/>
                </a:lnTo>
                <a:lnTo>
                  <a:pt x="3491762" y="600275"/>
                </a:lnTo>
                <a:lnTo>
                  <a:pt x="3490003" y="601517"/>
                </a:lnTo>
                <a:lnTo>
                  <a:pt x="3488120" y="601020"/>
                </a:lnTo>
                <a:close/>
              </a:path>
              <a:path w="4359909" h="1712595">
                <a:moveTo>
                  <a:pt x="2521042" y="601186"/>
                </a:moveTo>
                <a:lnTo>
                  <a:pt x="2523034" y="589426"/>
                </a:lnTo>
                <a:lnTo>
                  <a:pt x="2531333" y="592242"/>
                </a:lnTo>
                <a:lnTo>
                  <a:pt x="2530503" y="595886"/>
                </a:lnTo>
                <a:lnTo>
                  <a:pt x="2525855" y="595720"/>
                </a:lnTo>
                <a:lnTo>
                  <a:pt x="2525855" y="601679"/>
                </a:lnTo>
                <a:lnTo>
                  <a:pt x="2521042" y="601186"/>
                </a:lnTo>
                <a:close/>
              </a:path>
              <a:path w="4359909" h="1712595">
                <a:moveTo>
                  <a:pt x="2525855" y="601679"/>
                </a:moveTo>
                <a:lnTo>
                  <a:pt x="2525855" y="595720"/>
                </a:lnTo>
                <a:lnTo>
                  <a:pt x="2527516" y="601848"/>
                </a:lnTo>
                <a:lnTo>
                  <a:pt x="2525855" y="601679"/>
                </a:lnTo>
                <a:close/>
              </a:path>
              <a:path w="4359909" h="1712595">
                <a:moveTo>
                  <a:pt x="320691" y="565575"/>
                </a:moveTo>
                <a:lnTo>
                  <a:pt x="322931" y="567904"/>
                </a:lnTo>
                <a:lnTo>
                  <a:pt x="322185" y="570171"/>
                </a:lnTo>
                <a:lnTo>
                  <a:pt x="320691" y="570140"/>
                </a:lnTo>
                <a:lnTo>
                  <a:pt x="320691" y="565575"/>
                </a:lnTo>
                <a:close/>
              </a:path>
              <a:path w="4359909" h="1712595">
                <a:moveTo>
                  <a:pt x="2136777" y="601848"/>
                </a:moveTo>
                <a:lnTo>
                  <a:pt x="2139599" y="596217"/>
                </a:lnTo>
                <a:lnTo>
                  <a:pt x="2145409" y="596217"/>
                </a:lnTo>
                <a:lnTo>
                  <a:pt x="2148230" y="601848"/>
                </a:lnTo>
                <a:lnTo>
                  <a:pt x="2136777" y="601848"/>
                </a:lnTo>
                <a:close/>
              </a:path>
              <a:path w="4359909" h="1712595">
                <a:moveTo>
                  <a:pt x="2504277" y="597542"/>
                </a:moveTo>
                <a:lnTo>
                  <a:pt x="2504443" y="594229"/>
                </a:lnTo>
                <a:lnTo>
                  <a:pt x="2506933" y="595058"/>
                </a:lnTo>
                <a:lnTo>
                  <a:pt x="2508427" y="596714"/>
                </a:lnTo>
                <a:lnTo>
                  <a:pt x="2508261" y="600027"/>
                </a:lnTo>
                <a:lnTo>
                  <a:pt x="2505937" y="599198"/>
                </a:lnTo>
                <a:lnTo>
                  <a:pt x="2504277" y="597542"/>
                </a:lnTo>
                <a:close/>
              </a:path>
              <a:path w="4359909" h="1712595">
                <a:moveTo>
                  <a:pt x="2308576" y="529136"/>
                </a:moveTo>
                <a:lnTo>
                  <a:pt x="2314386" y="530461"/>
                </a:lnTo>
                <a:lnTo>
                  <a:pt x="2315049" y="536755"/>
                </a:lnTo>
                <a:lnTo>
                  <a:pt x="2314386" y="544540"/>
                </a:lnTo>
                <a:lnTo>
                  <a:pt x="2311730" y="540068"/>
                </a:lnTo>
                <a:lnTo>
                  <a:pt x="2308742" y="535927"/>
                </a:lnTo>
                <a:lnTo>
                  <a:pt x="2308576" y="529136"/>
                </a:lnTo>
                <a:close/>
              </a:path>
              <a:path w="4359909" h="1712595">
                <a:moveTo>
                  <a:pt x="1087062" y="577004"/>
                </a:moveTo>
                <a:lnTo>
                  <a:pt x="1088556" y="575347"/>
                </a:lnTo>
                <a:lnTo>
                  <a:pt x="1089220" y="572697"/>
                </a:lnTo>
                <a:lnTo>
                  <a:pt x="1089220" y="569351"/>
                </a:lnTo>
                <a:lnTo>
                  <a:pt x="1092374" y="568722"/>
                </a:lnTo>
                <a:lnTo>
                  <a:pt x="1092374" y="580151"/>
                </a:lnTo>
                <a:lnTo>
                  <a:pt x="1089220" y="578282"/>
                </a:lnTo>
                <a:lnTo>
                  <a:pt x="1089220" y="572697"/>
                </a:lnTo>
                <a:lnTo>
                  <a:pt x="1089054" y="569385"/>
                </a:lnTo>
                <a:lnTo>
                  <a:pt x="1089054" y="578184"/>
                </a:lnTo>
                <a:lnTo>
                  <a:pt x="1087062" y="577004"/>
                </a:lnTo>
                <a:close/>
              </a:path>
              <a:path w="4359909" h="1712595">
                <a:moveTo>
                  <a:pt x="1429830" y="578826"/>
                </a:moveTo>
                <a:lnTo>
                  <a:pt x="1430162" y="571869"/>
                </a:lnTo>
                <a:lnTo>
                  <a:pt x="1432818" y="569385"/>
                </a:lnTo>
                <a:lnTo>
                  <a:pt x="1435473" y="571703"/>
                </a:lnTo>
                <a:lnTo>
                  <a:pt x="1437133" y="576672"/>
                </a:lnTo>
                <a:lnTo>
                  <a:pt x="1434643" y="578991"/>
                </a:lnTo>
                <a:lnTo>
                  <a:pt x="1429830" y="578826"/>
                </a:lnTo>
                <a:close/>
              </a:path>
              <a:path w="4359909" h="1712595">
                <a:moveTo>
                  <a:pt x="1144575" y="579765"/>
                </a:moveTo>
                <a:lnTo>
                  <a:pt x="1146652" y="580813"/>
                </a:lnTo>
                <a:lnTo>
                  <a:pt x="1147703" y="582886"/>
                </a:lnTo>
                <a:lnTo>
                  <a:pt x="1145968" y="581496"/>
                </a:lnTo>
                <a:lnTo>
                  <a:pt x="1144575" y="579765"/>
                </a:lnTo>
                <a:close/>
              </a:path>
              <a:path w="4359909" h="1712595">
                <a:moveTo>
                  <a:pt x="2516560" y="580813"/>
                </a:moveTo>
                <a:lnTo>
                  <a:pt x="2517224" y="571869"/>
                </a:lnTo>
                <a:lnTo>
                  <a:pt x="2519880" y="569385"/>
                </a:lnTo>
                <a:lnTo>
                  <a:pt x="2524196" y="569550"/>
                </a:lnTo>
                <a:lnTo>
                  <a:pt x="2520710" y="577501"/>
                </a:lnTo>
                <a:lnTo>
                  <a:pt x="2520710" y="580813"/>
                </a:lnTo>
                <a:lnTo>
                  <a:pt x="2516560" y="580813"/>
                </a:lnTo>
                <a:close/>
              </a:path>
              <a:path w="4359909" h="1712595">
                <a:moveTo>
                  <a:pt x="2520710" y="580813"/>
                </a:moveTo>
                <a:lnTo>
                  <a:pt x="2520710" y="577501"/>
                </a:lnTo>
                <a:lnTo>
                  <a:pt x="2521872" y="580813"/>
                </a:lnTo>
                <a:lnTo>
                  <a:pt x="2520710" y="580813"/>
                </a:lnTo>
                <a:close/>
              </a:path>
              <a:path w="4359909" h="1712595">
                <a:moveTo>
                  <a:pt x="1383021" y="588574"/>
                </a:moveTo>
                <a:lnTo>
                  <a:pt x="1383021" y="583795"/>
                </a:lnTo>
                <a:lnTo>
                  <a:pt x="1386672" y="584623"/>
                </a:lnTo>
                <a:lnTo>
                  <a:pt x="1385179" y="589095"/>
                </a:lnTo>
                <a:lnTo>
                  <a:pt x="1383021" y="588574"/>
                </a:lnTo>
                <a:close/>
              </a:path>
              <a:path w="4359909" h="1712595">
                <a:moveTo>
                  <a:pt x="1374887" y="586610"/>
                </a:moveTo>
                <a:lnTo>
                  <a:pt x="1377045" y="580813"/>
                </a:lnTo>
                <a:lnTo>
                  <a:pt x="1383187" y="579157"/>
                </a:lnTo>
                <a:lnTo>
                  <a:pt x="1383021" y="583795"/>
                </a:lnTo>
                <a:lnTo>
                  <a:pt x="1383021" y="588574"/>
                </a:lnTo>
                <a:lnTo>
                  <a:pt x="1374887" y="586610"/>
                </a:lnTo>
                <a:close/>
              </a:path>
              <a:path w="4359909" h="1712595">
                <a:moveTo>
                  <a:pt x="3506851" y="508929"/>
                </a:moveTo>
                <a:lnTo>
                  <a:pt x="3507349" y="505285"/>
                </a:lnTo>
                <a:lnTo>
                  <a:pt x="3507349" y="502363"/>
                </a:lnTo>
                <a:lnTo>
                  <a:pt x="3509507" y="503132"/>
                </a:lnTo>
                <a:lnTo>
                  <a:pt x="3511167" y="504788"/>
                </a:lnTo>
                <a:lnTo>
                  <a:pt x="3511001" y="508101"/>
                </a:lnTo>
                <a:lnTo>
                  <a:pt x="3507349" y="508829"/>
                </a:lnTo>
                <a:lnTo>
                  <a:pt x="3507349" y="505285"/>
                </a:lnTo>
                <a:lnTo>
                  <a:pt x="3507183" y="502303"/>
                </a:lnTo>
                <a:lnTo>
                  <a:pt x="3507183" y="508863"/>
                </a:lnTo>
                <a:lnTo>
                  <a:pt x="3506851" y="508929"/>
                </a:lnTo>
                <a:close/>
              </a:path>
              <a:path w="4359909" h="1712595">
                <a:moveTo>
                  <a:pt x="3200269" y="503132"/>
                </a:moveTo>
                <a:lnTo>
                  <a:pt x="3201763" y="496506"/>
                </a:lnTo>
                <a:lnTo>
                  <a:pt x="3205083" y="496341"/>
                </a:lnTo>
                <a:lnTo>
                  <a:pt x="3205747" y="498991"/>
                </a:lnTo>
                <a:lnTo>
                  <a:pt x="3209399" y="498494"/>
                </a:lnTo>
                <a:lnTo>
                  <a:pt x="3209067" y="503960"/>
                </a:lnTo>
                <a:lnTo>
                  <a:pt x="3200269" y="503132"/>
                </a:lnTo>
                <a:close/>
              </a:path>
              <a:path w="4359909" h="1712595">
                <a:moveTo>
                  <a:pt x="4002826" y="499985"/>
                </a:moveTo>
                <a:lnTo>
                  <a:pt x="4006478" y="496506"/>
                </a:lnTo>
                <a:lnTo>
                  <a:pt x="4010296" y="497997"/>
                </a:lnTo>
                <a:lnTo>
                  <a:pt x="4014280" y="502303"/>
                </a:lnTo>
                <a:lnTo>
                  <a:pt x="4010296" y="506113"/>
                </a:lnTo>
                <a:lnTo>
                  <a:pt x="4008138" y="502966"/>
                </a:lnTo>
                <a:lnTo>
                  <a:pt x="4002826" y="499985"/>
                </a:lnTo>
                <a:close/>
              </a:path>
              <a:path w="4359909" h="1712595">
                <a:moveTo>
                  <a:pt x="1042824" y="503077"/>
                </a:moveTo>
                <a:lnTo>
                  <a:pt x="1044901" y="504125"/>
                </a:lnTo>
                <a:lnTo>
                  <a:pt x="1045951" y="506198"/>
                </a:lnTo>
                <a:lnTo>
                  <a:pt x="1044216" y="504809"/>
                </a:lnTo>
                <a:lnTo>
                  <a:pt x="1042824" y="503077"/>
                </a:lnTo>
                <a:close/>
              </a:path>
              <a:path w="4359909" h="1712595">
                <a:moveTo>
                  <a:pt x="631920" y="510254"/>
                </a:moveTo>
                <a:lnTo>
                  <a:pt x="633912" y="502303"/>
                </a:lnTo>
                <a:lnTo>
                  <a:pt x="639556" y="502635"/>
                </a:lnTo>
                <a:lnTo>
                  <a:pt x="631920" y="510254"/>
                </a:lnTo>
                <a:close/>
              </a:path>
              <a:path w="4359909" h="1712595">
                <a:moveTo>
                  <a:pt x="1882316" y="504291"/>
                </a:moveTo>
                <a:lnTo>
                  <a:pt x="1882316" y="498494"/>
                </a:lnTo>
                <a:lnTo>
                  <a:pt x="1886134" y="498494"/>
                </a:lnTo>
                <a:lnTo>
                  <a:pt x="1886798" y="502303"/>
                </a:lnTo>
                <a:lnTo>
                  <a:pt x="1885636" y="504457"/>
                </a:lnTo>
                <a:lnTo>
                  <a:pt x="1882316" y="504291"/>
                </a:lnTo>
                <a:close/>
              </a:path>
              <a:path w="4359909" h="1712595">
                <a:moveTo>
                  <a:pt x="3712179" y="511579"/>
                </a:moveTo>
                <a:lnTo>
                  <a:pt x="3712346" y="506941"/>
                </a:lnTo>
                <a:lnTo>
                  <a:pt x="3712678" y="502303"/>
                </a:lnTo>
                <a:lnTo>
                  <a:pt x="3715499" y="503960"/>
                </a:lnTo>
                <a:lnTo>
                  <a:pt x="3716827" y="507107"/>
                </a:lnTo>
                <a:lnTo>
                  <a:pt x="3716495" y="511910"/>
                </a:lnTo>
                <a:lnTo>
                  <a:pt x="3712179" y="511579"/>
                </a:lnTo>
                <a:close/>
              </a:path>
              <a:path w="4359909" h="1712595">
                <a:moveTo>
                  <a:pt x="3666532" y="517873"/>
                </a:moveTo>
                <a:lnTo>
                  <a:pt x="3668358" y="509923"/>
                </a:lnTo>
                <a:lnTo>
                  <a:pt x="3674168" y="510254"/>
                </a:lnTo>
                <a:lnTo>
                  <a:pt x="3666532" y="517873"/>
                </a:lnTo>
                <a:close/>
              </a:path>
              <a:path w="4359909" h="1712595">
                <a:moveTo>
                  <a:pt x="3837999" y="513235"/>
                </a:moveTo>
                <a:lnTo>
                  <a:pt x="3846963" y="511910"/>
                </a:lnTo>
                <a:lnTo>
                  <a:pt x="3849950" y="518039"/>
                </a:lnTo>
                <a:lnTo>
                  <a:pt x="3847793" y="520357"/>
                </a:lnTo>
                <a:lnTo>
                  <a:pt x="3839327" y="519529"/>
                </a:lnTo>
                <a:lnTo>
                  <a:pt x="3837999" y="513235"/>
                </a:lnTo>
                <a:close/>
              </a:path>
              <a:path w="4359909" h="1712595">
                <a:moveTo>
                  <a:pt x="3952820" y="508502"/>
                </a:moveTo>
                <a:lnTo>
                  <a:pt x="3954524" y="509923"/>
                </a:lnTo>
                <a:lnTo>
                  <a:pt x="3955948" y="511623"/>
                </a:lnTo>
                <a:lnTo>
                  <a:pt x="3954337" y="510109"/>
                </a:lnTo>
                <a:lnTo>
                  <a:pt x="3952820" y="508502"/>
                </a:lnTo>
                <a:close/>
              </a:path>
              <a:path w="4359909" h="1712595">
                <a:moveTo>
                  <a:pt x="3864060" y="513070"/>
                </a:moveTo>
                <a:lnTo>
                  <a:pt x="3867545" y="507769"/>
                </a:lnTo>
                <a:lnTo>
                  <a:pt x="3868209" y="504125"/>
                </a:lnTo>
                <a:lnTo>
                  <a:pt x="3872359" y="504457"/>
                </a:lnTo>
                <a:lnTo>
                  <a:pt x="3869039" y="512241"/>
                </a:lnTo>
                <a:lnTo>
                  <a:pt x="3869039" y="515140"/>
                </a:lnTo>
                <a:lnTo>
                  <a:pt x="3864060" y="513070"/>
                </a:lnTo>
                <a:close/>
              </a:path>
              <a:path w="4359909" h="1712595">
                <a:moveTo>
                  <a:pt x="3869039" y="515140"/>
                </a:moveTo>
                <a:lnTo>
                  <a:pt x="3869039" y="512241"/>
                </a:lnTo>
                <a:lnTo>
                  <a:pt x="3870035" y="515554"/>
                </a:lnTo>
                <a:lnTo>
                  <a:pt x="3869039" y="515140"/>
                </a:lnTo>
                <a:close/>
              </a:path>
              <a:path w="4359909" h="1712595">
                <a:moveTo>
                  <a:pt x="1499862" y="531897"/>
                </a:moveTo>
                <a:lnTo>
                  <a:pt x="1501869" y="532945"/>
                </a:lnTo>
                <a:lnTo>
                  <a:pt x="1502943" y="535018"/>
                </a:lnTo>
                <a:lnTo>
                  <a:pt x="1501247" y="533629"/>
                </a:lnTo>
                <a:lnTo>
                  <a:pt x="1499862" y="531897"/>
                </a:lnTo>
                <a:close/>
              </a:path>
              <a:path w="4359909" h="1712595">
                <a:moveTo>
                  <a:pt x="3103664" y="515720"/>
                </a:moveTo>
                <a:lnTo>
                  <a:pt x="3110137" y="513732"/>
                </a:lnTo>
                <a:lnTo>
                  <a:pt x="3106818" y="521683"/>
                </a:lnTo>
                <a:lnTo>
                  <a:pt x="3106818" y="524937"/>
                </a:lnTo>
                <a:lnTo>
                  <a:pt x="3104660" y="523670"/>
                </a:lnTo>
                <a:lnTo>
                  <a:pt x="3104660" y="519198"/>
                </a:lnTo>
                <a:lnTo>
                  <a:pt x="3103664" y="515720"/>
                </a:lnTo>
                <a:close/>
              </a:path>
              <a:path w="4359909" h="1712595">
                <a:moveTo>
                  <a:pt x="3106818" y="524937"/>
                </a:moveTo>
                <a:lnTo>
                  <a:pt x="3106818" y="521683"/>
                </a:lnTo>
                <a:lnTo>
                  <a:pt x="3107481" y="525326"/>
                </a:lnTo>
                <a:lnTo>
                  <a:pt x="3106818" y="524937"/>
                </a:lnTo>
                <a:close/>
              </a:path>
              <a:path w="4359909" h="1712595">
                <a:moveTo>
                  <a:pt x="1536799" y="527166"/>
                </a:moveTo>
                <a:lnTo>
                  <a:pt x="1538387" y="525326"/>
                </a:lnTo>
                <a:lnTo>
                  <a:pt x="1540721" y="527679"/>
                </a:lnTo>
                <a:lnTo>
                  <a:pt x="1538885" y="528121"/>
                </a:lnTo>
                <a:lnTo>
                  <a:pt x="1536799" y="527166"/>
                </a:lnTo>
                <a:close/>
              </a:path>
              <a:path w="4359909" h="1712595">
                <a:moveTo>
                  <a:pt x="2296957" y="531123"/>
                </a:moveTo>
                <a:lnTo>
                  <a:pt x="2297289" y="528805"/>
                </a:lnTo>
                <a:lnTo>
                  <a:pt x="2300442" y="529467"/>
                </a:lnTo>
                <a:lnTo>
                  <a:pt x="2302766" y="529136"/>
                </a:lnTo>
                <a:lnTo>
                  <a:pt x="2304094" y="535430"/>
                </a:lnTo>
                <a:lnTo>
                  <a:pt x="2298948" y="532117"/>
                </a:lnTo>
                <a:lnTo>
                  <a:pt x="2296957" y="531123"/>
                </a:lnTo>
                <a:close/>
              </a:path>
              <a:path w="4359909" h="1712595">
                <a:moveTo>
                  <a:pt x="3182011" y="527645"/>
                </a:moveTo>
                <a:lnTo>
                  <a:pt x="3182508" y="523339"/>
                </a:lnTo>
                <a:lnTo>
                  <a:pt x="3185828" y="523670"/>
                </a:lnTo>
                <a:lnTo>
                  <a:pt x="3186824" y="526651"/>
                </a:lnTo>
                <a:lnTo>
                  <a:pt x="3186326" y="530958"/>
                </a:lnTo>
                <a:lnTo>
                  <a:pt x="3183006" y="530627"/>
                </a:lnTo>
                <a:lnTo>
                  <a:pt x="3182011" y="527645"/>
                </a:lnTo>
                <a:close/>
              </a:path>
              <a:path w="4359909" h="1712595">
                <a:moveTo>
                  <a:pt x="2392234" y="525161"/>
                </a:moveTo>
                <a:lnTo>
                  <a:pt x="2395056" y="519529"/>
                </a:lnTo>
                <a:lnTo>
                  <a:pt x="2400866" y="519529"/>
                </a:lnTo>
                <a:lnTo>
                  <a:pt x="2403688" y="525161"/>
                </a:lnTo>
                <a:lnTo>
                  <a:pt x="2392234" y="525161"/>
                </a:lnTo>
                <a:close/>
              </a:path>
              <a:path w="4359909" h="1712595">
                <a:moveTo>
                  <a:pt x="614896" y="509871"/>
                </a:moveTo>
                <a:lnTo>
                  <a:pt x="616483" y="508101"/>
                </a:lnTo>
                <a:lnTo>
                  <a:pt x="618817" y="510430"/>
                </a:lnTo>
                <a:lnTo>
                  <a:pt x="616981" y="510834"/>
                </a:lnTo>
                <a:lnTo>
                  <a:pt x="614896" y="509871"/>
                </a:lnTo>
                <a:close/>
              </a:path>
              <a:path w="4359909" h="1712595">
                <a:moveTo>
                  <a:pt x="740809" y="514229"/>
                </a:moveTo>
                <a:lnTo>
                  <a:pt x="741473" y="509923"/>
                </a:lnTo>
                <a:lnTo>
                  <a:pt x="746785" y="509591"/>
                </a:lnTo>
                <a:lnTo>
                  <a:pt x="747781" y="515388"/>
                </a:lnTo>
                <a:lnTo>
                  <a:pt x="745291" y="517542"/>
                </a:lnTo>
                <a:lnTo>
                  <a:pt x="741805" y="517210"/>
                </a:lnTo>
                <a:lnTo>
                  <a:pt x="740809" y="514229"/>
                </a:lnTo>
                <a:close/>
              </a:path>
              <a:path w="4359909" h="1712595">
                <a:moveTo>
                  <a:pt x="566318" y="506569"/>
                </a:moveTo>
                <a:lnTo>
                  <a:pt x="568014" y="505326"/>
                </a:lnTo>
                <a:lnTo>
                  <a:pt x="569960" y="506382"/>
                </a:lnTo>
                <a:lnTo>
                  <a:pt x="568513" y="509923"/>
                </a:lnTo>
                <a:lnTo>
                  <a:pt x="566318" y="506569"/>
                </a:lnTo>
                <a:close/>
              </a:path>
              <a:path w="4359909" h="1712595">
                <a:moveTo>
                  <a:pt x="812350" y="515223"/>
                </a:moveTo>
                <a:lnTo>
                  <a:pt x="812516" y="511910"/>
                </a:lnTo>
                <a:lnTo>
                  <a:pt x="814840" y="512738"/>
                </a:lnTo>
                <a:lnTo>
                  <a:pt x="816334" y="514229"/>
                </a:lnTo>
                <a:lnTo>
                  <a:pt x="816334" y="517707"/>
                </a:lnTo>
                <a:lnTo>
                  <a:pt x="814010" y="516879"/>
                </a:lnTo>
                <a:lnTo>
                  <a:pt x="812350" y="515223"/>
                </a:lnTo>
                <a:close/>
              </a:path>
              <a:path w="4359909" h="1712595">
                <a:moveTo>
                  <a:pt x="1455890" y="523670"/>
                </a:moveTo>
                <a:lnTo>
                  <a:pt x="1457716" y="515720"/>
                </a:lnTo>
                <a:lnTo>
                  <a:pt x="1463525" y="516051"/>
                </a:lnTo>
                <a:lnTo>
                  <a:pt x="1455890" y="523670"/>
                </a:lnTo>
                <a:close/>
              </a:path>
              <a:path w="4359909" h="1712595">
                <a:moveTo>
                  <a:pt x="1423356" y="525492"/>
                </a:moveTo>
                <a:lnTo>
                  <a:pt x="1425182" y="517542"/>
                </a:lnTo>
                <a:lnTo>
                  <a:pt x="1430826" y="518039"/>
                </a:lnTo>
                <a:lnTo>
                  <a:pt x="1423356" y="525492"/>
                </a:lnTo>
                <a:close/>
              </a:path>
            </a:pathLst>
          </a:custGeom>
          <a:solidFill>
            <a:srgbClr val="579791"/>
          </a:solidFill>
        </p:spPr>
        <p:txBody>
          <a:bodyPr wrap="square" lIns="0" tIns="0" rIns="0" bIns="0" rtlCol="0"/>
          <a:lstStyle/>
          <a:p>
            <a:endParaRPr sz="1200"/>
          </a:p>
        </p:txBody>
      </p:sp>
      <p:sp>
        <p:nvSpPr>
          <p:cNvPr id="21" name="bg object 21"/>
          <p:cNvSpPr/>
          <p:nvPr/>
        </p:nvSpPr>
        <p:spPr>
          <a:xfrm>
            <a:off x="8043485" y="687462"/>
            <a:ext cx="2747010" cy="2170430"/>
          </a:xfrm>
          <a:custGeom>
            <a:avLst/>
            <a:gdLst/>
            <a:ahLst/>
            <a:cxnLst/>
            <a:rect l="l" t="t" r="r" b="b"/>
            <a:pathLst>
              <a:path w="4120515" h="3255645">
                <a:moveTo>
                  <a:pt x="1541280" y="3255057"/>
                </a:moveTo>
                <a:lnTo>
                  <a:pt x="0" y="1816950"/>
                </a:lnTo>
                <a:lnTo>
                  <a:pt x="1894023" y="0"/>
                </a:lnTo>
                <a:lnTo>
                  <a:pt x="4120041" y="780947"/>
                </a:lnTo>
                <a:lnTo>
                  <a:pt x="1541280" y="3255057"/>
                </a:lnTo>
                <a:close/>
              </a:path>
            </a:pathLst>
          </a:custGeom>
          <a:solidFill>
            <a:srgbClr val="8B73F5"/>
          </a:solidFill>
        </p:spPr>
        <p:txBody>
          <a:bodyPr wrap="square" lIns="0" tIns="0" rIns="0" bIns="0" rtlCol="0"/>
          <a:lstStyle/>
          <a:p>
            <a:endParaRPr sz="1200"/>
          </a:p>
        </p:txBody>
      </p:sp>
      <p:sp>
        <p:nvSpPr>
          <p:cNvPr id="22" name="bg object 22"/>
          <p:cNvSpPr/>
          <p:nvPr/>
        </p:nvSpPr>
        <p:spPr>
          <a:xfrm>
            <a:off x="8227741" y="812081"/>
            <a:ext cx="2134447" cy="1877907"/>
          </a:xfrm>
          <a:custGeom>
            <a:avLst/>
            <a:gdLst/>
            <a:ahLst/>
            <a:cxnLst/>
            <a:rect l="l" t="t" r="r" b="b"/>
            <a:pathLst>
              <a:path w="3201669" h="2816860">
                <a:moveTo>
                  <a:pt x="1230036" y="2816397"/>
                </a:moveTo>
                <a:lnTo>
                  <a:pt x="0" y="1669068"/>
                </a:lnTo>
                <a:lnTo>
                  <a:pt x="19919" y="1650790"/>
                </a:lnTo>
                <a:lnTo>
                  <a:pt x="1739646" y="0"/>
                </a:lnTo>
                <a:lnTo>
                  <a:pt x="1757906" y="19108"/>
                </a:lnTo>
                <a:lnTo>
                  <a:pt x="39839" y="1669068"/>
                </a:lnTo>
                <a:lnTo>
                  <a:pt x="1229206" y="2778180"/>
                </a:lnTo>
                <a:lnTo>
                  <a:pt x="3182989" y="902244"/>
                </a:lnTo>
                <a:lnTo>
                  <a:pt x="3201248" y="921352"/>
                </a:lnTo>
                <a:lnTo>
                  <a:pt x="1248296" y="2796458"/>
                </a:lnTo>
                <a:lnTo>
                  <a:pt x="1230036" y="2816397"/>
                </a:lnTo>
                <a:close/>
              </a:path>
            </a:pathLst>
          </a:custGeom>
          <a:solidFill>
            <a:srgbClr val="414141"/>
          </a:solidFill>
        </p:spPr>
        <p:txBody>
          <a:bodyPr wrap="square" lIns="0" tIns="0" rIns="0" bIns="0" rtlCol="0"/>
          <a:lstStyle/>
          <a:p>
            <a:endParaRPr sz="1200"/>
          </a:p>
        </p:txBody>
      </p:sp>
      <p:sp>
        <p:nvSpPr>
          <p:cNvPr id="23" name="bg object 23"/>
          <p:cNvSpPr/>
          <p:nvPr/>
        </p:nvSpPr>
        <p:spPr>
          <a:xfrm>
            <a:off x="8580208" y="949993"/>
            <a:ext cx="1674707" cy="1490133"/>
          </a:xfrm>
          <a:custGeom>
            <a:avLst/>
            <a:gdLst/>
            <a:ahLst/>
            <a:cxnLst/>
            <a:rect l="l" t="t" r="r" b="b"/>
            <a:pathLst>
              <a:path w="2512059" h="2235200">
                <a:moveTo>
                  <a:pt x="2221037" y="736599"/>
                </a:moveTo>
                <a:lnTo>
                  <a:pt x="1545430" y="38099"/>
                </a:lnTo>
                <a:lnTo>
                  <a:pt x="1587759" y="0"/>
                </a:lnTo>
                <a:lnTo>
                  <a:pt x="2263366" y="685799"/>
                </a:lnTo>
                <a:lnTo>
                  <a:pt x="2221037" y="736599"/>
                </a:lnTo>
                <a:close/>
              </a:path>
              <a:path w="2512059" h="2235200">
                <a:moveTo>
                  <a:pt x="2133059" y="812799"/>
                </a:moveTo>
                <a:lnTo>
                  <a:pt x="1457452" y="114299"/>
                </a:lnTo>
                <a:lnTo>
                  <a:pt x="1484011" y="88899"/>
                </a:lnTo>
                <a:lnTo>
                  <a:pt x="2159618" y="787399"/>
                </a:lnTo>
                <a:lnTo>
                  <a:pt x="2133059" y="812799"/>
                </a:lnTo>
                <a:close/>
              </a:path>
              <a:path w="2512059" h="2235200">
                <a:moveTo>
                  <a:pt x="2053380" y="888999"/>
                </a:moveTo>
                <a:lnTo>
                  <a:pt x="1377773" y="203199"/>
                </a:lnTo>
                <a:lnTo>
                  <a:pt x="1404333" y="165099"/>
                </a:lnTo>
                <a:lnTo>
                  <a:pt x="2079940" y="863599"/>
                </a:lnTo>
                <a:lnTo>
                  <a:pt x="2053380" y="888999"/>
                </a:lnTo>
                <a:close/>
              </a:path>
              <a:path w="2512059" h="2235200">
                <a:moveTo>
                  <a:pt x="1954612" y="990599"/>
                </a:moveTo>
                <a:lnTo>
                  <a:pt x="1279005" y="292099"/>
                </a:lnTo>
                <a:lnTo>
                  <a:pt x="1321334" y="253999"/>
                </a:lnTo>
                <a:lnTo>
                  <a:pt x="1996941" y="952499"/>
                </a:lnTo>
                <a:lnTo>
                  <a:pt x="1954612" y="990599"/>
                </a:lnTo>
                <a:close/>
              </a:path>
              <a:path w="2512059" h="2235200">
                <a:moveTo>
                  <a:pt x="1864974" y="1079499"/>
                </a:moveTo>
                <a:lnTo>
                  <a:pt x="1189367" y="380999"/>
                </a:lnTo>
                <a:lnTo>
                  <a:pt x="1220906" y="342899"/>
                </a:lnTo>
                <a:lnTo>
                  <a:pt x="1896513" y="1041399"/>
                </a:lnTo>
                <a:lnTo>
                  <a:pt x="1864974" y="1079499"/>
                </a:lnTo>
                <a:close/>
              </a:path>
              <a:path w="2512059" h="2235200">
                <a:moveTo>
                  <a:pt x="1766206" y="1168399"/>
                </a:moveTo>
                <a:lnTo>
                  <a:pt x="1090599" y="469899"/>
                </a:lnTo>
                <a:lnTo>
                  <a:pt x="1106369" y="457199"/>
                </a:lnTo>
                <a:lnTo>
                  <a:pt x="1781976" y="1155699"/>
                </a:lnTo>
                <a:lnTo>
                  <a:pt x="1766206" y="1168399"/>
                </a:lnTo>
                <a:close/>
              </a:path>
              <a:path w="2512059" h="2235200">
                <a:moveTo>
                  <a:pt x="1690677" y="1244599"/>
                </a:moveTo>
                <a:lnTo>
                  <a:pt x="1015070" y="546099"/>
                </a:lnTo>
                <a:lnTo>
                  <a:pt x="1025860" y="533399"/>
                </a:lnTo>
                <a:lnTo>
                  <a:pt x="1701467" y="1231899"/>
                </a:lnTo>
                <a:lnTo>
                  <a:pt x="1690677" y="1244599"/>
                </a:lnTo>
                <a:close/>
              </a:path>
              <a:path w="2512059" h="2235200">
                <a:moveTo>
                  <a:pt x="2495762" y="558799"/>
                </a:moveTo>
                <a:lnTo>
                  <a:pt x="2450113" y="558799"/>
                </a:lnTo>
                <a:lnTo>
                  <a:pt x="2455923" y="546099"/>
                </a:lnTo>
                <a:lnTo>
                  <a:pt x="2488292" y="546099"/>
                </a:lnTo>
                <a:lnTo>
                  <a:pt x="2495762" y="558799"/>
                </a:lnTo>
                <a:close/>
              </a:path>
              <a:path w="2512059" h="2235200">
                <a:moveTo>
                  <a:pt x="2463392" y="571499"/>
                </a:moveTo>
                <a:lnTo>
                  <a:pt x="2449283" y="571499"/>
                </a:lnTo>
                <a:lnTo>
                  <a:pt x="2447623" y="558799"/>
                </a:lnTo>
                <a:lnTo>
                  <a:pt x="2460073" y="558799"/>
                </a:lnTo>
                <a:lnTo>
                  <a:pt x="2463392" y="571499"/>
                </a:lnTo>
                <a:close/>
              </a:path>
              <a:path w="2512059" h="2235200">
                <a:moveTo>
                  <a:pt x="2504995" y="571499"/>
                </a:moveTo>
                <a:lnTo>
                  <a:pt x="2490782" y="571499"/>
                </a:lnTo>
                <a:lnTo>
                  <a:pt x="2479992" y="558799"/>
                </a:lnTo>
                <a:lnTo>
                  <a:pt x="2500884" y="558799"/>
                </a:lnTo>
                <a:lnTo>
                  <a:pt x="2504995" y="571499"/>
                </a:lnTo>
                <a:close/>
              </a:path>
              <a:path w="2512059" h="2235200">
                <a:moveTo>
                  <a:pt x="2477502" y="584199"/>
                </a:moveTo>
                <a:lnTo>
                  <a:pt x="2454159" y="584199"/>
                </a:lnTo>
                <a:lnTo>
                  <a:pt x="2451137" y="571499"/>
                </a:lnTo>
                <a:lnTo>
                  <a:pt x="2466712" y="571499"/>
                </a:lnTo>
                <a:lnTo>
                  <a:pt x="2477502" y="584199"/>
                </a:lnTo>
                <a:close/>
              </a:path>
              <a:path w="2512059" h="2235200">
                <a:moveTo>
                  <a:pt x="2509872" y="584199"/>
                </a:moveTo>
                <a:lnTo>
                  <a:pt x="2496592" y="584199"/>
                </a:lnTo>
                <a:lnTo>
                  <a:pt x="2494932" y="571499"/>
                </a:lnTo>
                <a:lnTo>
                  <a:pt x="2508017" y="571499"/>
                </a:lnTo>
                <a:lnTo>
                  <a:pt x="2509872" y="584199"/>
                </a:lnTo>
                <a:close/>
              </a:path>
              <a:path w="2512059" h="2235200">
                <a:moveTo>
                  <a:pt x="2489122" y="596899"/>
                </a:moveTo>
                <a:lnTo>
                  <a:pt x="2470862" y="596899"/>
                </a:lnTo>
                <a:lnTo>
                  <a:pt x="2463393" y="584199"/>
                </a:lnTo>
                <a:lnTo>
                  <a:pt x="2482482" y="584199"/>
                </a:lnTo>
                <a:lnTo>
                  <a:pt x="2489122" y="596899"/>
                </a:lnTo>
                <a:close/>
              </a:path>
              <a:path w="2512059" h="2235200">
                <a:moveTo>
                  <a:pt x="2497422" y="609599"/>
                </a:moveTo>
                <a:lnTo>
                  <a:pt x="2490782" y="609599"/>
                </a:lnTo>
                <a:lnTo>
                  <a:pt x="2477503" y="596899"/>
                </a:lnTo>
                <a:lnTo>
                  <a:pt x="2492442" y="596899"/>
                </a:lnTo>
                <a:lnTo>
                  <a:pt x="2495762" y="584199"/>
                </a:lnTo>
                <a:lnTo>
                  <a:pt x="2511532" y="584199"/>
                </a:lnTo>
                <a:lnTo>
                  <a:pt x="2509042" y="596899"/>
                </a:lnTo>
                <a:lnTo>
                  <a:pt x="2497422" y="609599"/>
                </a:lnTo>
                <a:close/>
              </a:path>
              <a:path w="2512059" h="2235200">
                <a:moveTo>
                  <a:pt x="2431023" y="609599"/>
                </a:moveTo>
                <a:lnTo>
                  <a:pt x="2398654" y="609599"/>
                </a:lnTo>
                <a:lnTo>
                  <a:pt x="2404464" y="596899"/>
                </a:lnTo>
                <a:lnTo>
                  <a:pt x="2424383" y="596899"/>
                </a:lnTo>
                <a:lnTo>
                  <a:pt x="2431023" y="609599"/>
                </a:lnTo>
                <a:close/>
              </a:path>
              <a:path w="2512059" h="2235200">
                <a:moveTo>
                  <a:pt x="1595229" y="1333499"/>
                </a:moveTo>
                <a:lnTo>
                  <a:pt x="919622" y="647699"/>
                </a:lnTo>
                <a:lnTo>
                  <a:pt x="951161" y="609599"/>
                </a:lnTo>
                <a:lnTo>
                  <a:pt x="1626768" y="1308099"/>
                </a:lnTo>
                <a:lnTo>
                  <a:pt x="1595229" y="1333499"/>
                </a:lnTo>
                <a:close/>
              </a:path>
              <a:path w="2512059" h="2235200">
                <a:moveTo>
                  <a:pt x="2402804" y="622299"/>
                </a:moveTo>
                <a:lnTo>
                  <a:pt x="2391184" y="622299"/>
                </a:lnTo>
                <a:lnTo>
                  <a:pt x="2392844" y="609599"/>
                </a:lnTo>
                <a:lnTo>
                  <a:pt x="2403634" y="609599"/>
                </a:lnTo>
                <a:lnTo>
                  <a:pt x="2402804" y="622299"/>
                </a:lnTo>
                <a:close/>
              </a:path>
              <a:path w="2512059" h="2235200">
                <a:moveTo>
                  <a:pt x="2443615" y="622299"/>
                </a:moveTo>
                <a:lnTo>
                  <a:pt x="2422723" y="622299"/>
                </a:lnTo>
                <a:lnTo>
                  <a:pt x="2418573" y="609599"/>
                </a:lnTo>
                <a:lnTo>
                  <a:pt x="2438493" y="609599"/>
                </a:lnTo>
                <a:lnTo>
                  <a:pt x="2443615" y="622299"/>
                </a:lnTo>
                <a:close/>
              </a:path>
              <a:path w="2512059" h="2235200">
                <a:moveTo>
                  <a:pt x="2409443" y="634999"/>
                </a:moveTo>
                <a:lnTo>
                  <a:pt x="2396890" y="634999"/>
                </a:lnTo>
                <a:lnTo>
                  <a:pt x="2393869" y="622299"/>
                </a:lnTo>
                <a:lnTo>
                  <a:pt x="2406124" y="622299"/>
                </a:lnTo>
                <a:lnTo>
                  <a:pt x="2409443" y="634999"/>
                </a:lnTo>
                <a:close/>
              </a:path>
              <a:path w="2512059" h="2235200">
                <a:moveTo>
                  <a:pt x="2450748" y="634999"/>
                </a:moveTo>
                <a:lnTo>
                  <a:pt x="2437663" y="634999"/>
                </a:lnTo>
                <a:lnTo>
                  <a:pt x="2433513" y="622299"/>
                </a:lnTo>
                <a:lnTo>
                  <a:pt x="2447726" y="622299"/>
                </a:lnTo>
                <a:lnTo>
                  <a:pt x="2450748" y="634999"/>
                </a:lnTo>
                <a:close/>
              </a:path>
              <a:path w="2512059" h="2235200">
                <a:moveTo>
                  <a:pt x="2425213" y="647699"/>
                </a:moveTo>
                <a:lnTo>
                  <a:pt x="2406124" y="647699"/>
                </a:lnTo>
                <a:lnTo>
                  <a:pt x="2401001" y="634999"/>
                </a:lnTo>
                <a:lnTo>
                  <a:pt x="2420233" y="634999"/>
                </a:lnTo>
                <a:lnTo>
                  <a:pt x="2425213" y="647699"/>
                </a:lnTo>
                <a:close/>
              </a:path>
              <a:path w="2512059" h="2235200">
                <a:moveTo>
                  <a:pt x="2440153" y="660399"/>
                </a:moveTo>
                <a:lnTo>
                  <a:pt x="2420234" y="660399"/>
                </a:lnTo>
                <a:lnTo>
                  <a:pt x="2413594" y="647699"/>
                </a:lnTo>
                <a:lnTo>
                  <a:pt x="2440983" y="647699"/>
                </a:lnTo>
                <a:lnTo>
                  <a:pt x="2441813" y="634999"/>
                </a:lnTo>
                <a:lnTo>
                  <a:pt x="2454263" y="634999"/>
                </a:lnTo>
                <a:lnTo>
                  <a:pt x="2451773" y="647699"/>
                </a:lnTo>
                <a:lnTo>
                  <a:pt x="2440153" y="660399"/>
                </a:lnTo>
                <a:close/>
              </a:path>
              <a:path w="2512059" h="2235200">
                <a:moveTo>
                  <a:pt x="2367944" y="660399"/>
                </a:moveTo>
                <a:lnTo>
                  <a:pt x="2348025" y="660399"/>
                </a:lnTo>
                <a:lnTo>
                  <a:pt x="2354665" y="647699"/>
                </a:lnTo>
                <a:lnTo>
                  <a:pt x="2367944" y="660399"/>
                </a:lnTo>
                <a:close/>
              </a:path>
              <a:path w="2512059" h="2235200">
                <a:moveTo>
                  <a:pt x="2349685" y="673099"/>
                </a:moveTo>
                <a:lnTo>
                  <a:pt x="2333915" y="673099"/>
                </a:lnTo>
                <a:lnTo>
                  <a:pt x="2336405" y="660399"/>
                </a:lnTo>
                <a:lnTo>
                  <a:pt x="2352175" y="660399"/>
                </a:lnTo>
                <a:lnTo>
                  <a:pt x="2349685" y="673099"/>
                </a:lnTo>
                <a:close/>
              </a:path>
              <a:path w="2512059" h="2235200">
                <a:moveTo>
                  <a:pt x="2382054" y="673099"/>
                </a:moveTo>
                <a:lnTo>
                  <a:pt x="2362135" y="673099"/>
                </a:lnTo>
                <a:lnTo>
                  <a:pt x="2355494" y="660399"/>
                </a:lnTo>
                <a:lnTo>
                  <a:pt x="2374584" y="660399"/>
                </a:lnTo>
                <a:lnTo>
                  <a:pt x="2382054" y="673099"/>
                </a:lnTo>
                <a:close/>
              </a:path>
              <a:path w="2512059" h="2235200">
                <a:moveTo>
                  <a:pt x="2349685" y="685799"/>
                </a:moveTo>
                <a:lnTo>
                  <a:pt x="2337430" y="685799"/>
                </a:lnTo>
                <a:lnTo>
                  <a:pt x="2335575" y="673099"/>
                </a:lnTo>
                <a:lnTo>
                  <a:pt x="2346365" y="673099"/>
                </a:lnTo>
                <a:lnTo>
                  <a:pt x="2349685" y="685799"/>
                </a:lnTo>
                <a:close/>
              </a:path>
              <a:path w="2512059" h="2235200">
                <a:moveTo>
                  <a:pt x="2394309" y="685799"/>
                </a:moveTo>
                <a:lnTo>
                  <a:pt x="2377074" y="685799"/>
                </a:lnTo>
                <a:lnTo>
                  <a:pt x="2366284" y="673099"/>
                </a:lnTo>
                <a:lnTo>
                  <a:pt x="2391288" y="673099"/>
                </a:lnTo>
                <a:lnTo>
                  <a:pt x="2394309" y="685799"/>
                </a:lnTo>
                <a:close/>
              </a:path>
              <a:path w="2512059" h="2235200">
                <a:moveTo>
                  <a:pt x="2363794" y="698499"/>
                </a:moveTo>
                <a:lnTo>
                  <a:pt x="2344562" y="698499"/>
                </a:lnTo>
                <a:lnTo>
                  <a:pt x="2340451" y="685799"/>
                </a:lnTo>
                <a:lnTo>
                  <a:pt x="2353005" y="685799"/>
                </a:lnTo>
                <a:lnTo>
                  <a:pt x="2363794" y="698499"/>
                </a:lnTo>
                <a:close/>
              </a:path>
              <a:path w="2512059" h="2235200">
                <a:moveTo>
                  <a:pt x="2397824" y="698499"/>
                </a:moveTo>
                <a:lnTo>
                  <a:pt x="2385374" y="698499"/>
                </a:lnTo>
                <a:lnTo>
                  <a:pt x="2382884" y="685799"/>
                </a:lnTo>
                <a:lnTo>
                  <a:pt x="2396164" y="685799"/>
                </a:lnTo>
                <a:lnTo>
                  <a:pt x="2397824" y="698499"/>
                </a:lnTo>
                <a:close/>
              </a:path>
              <a:path w="2512059" h="2235200">
                <a:moveTo>
                  <a:pt x="1518040" y="1409699"/>
                </a:moveTo>
                <a:lnTo>
                  <a:pt x="842433" y="711199"/>
                </a:lnTo>
                <a:lnTo>
                  <a:pt x="858203" y="698499"/>
                </a:lnTo>
                <a:lnTo>
                  <a:pt x="1533810" y="1396999"/>
                </a:lnTo>
                <a:lnTo>
                  <a:pt x="1518040" y="1409699"/>
                </a:lnTo>
                <a:close/>
              </a:path>
              <a:path w="2512059" h="2235200">
                <a:moveTo>
                  <a:pt x="2383714" y="711199"/>
                </a:moveTo>
                <a:lnTo>
                  <a:pt x="2357155" y="711199"/>
                </a:lnTo>
                <a:lnTo>
                  <a:pt x="2349685" y="698499"/>
                </a:lnTo>
                <a:lnTo>
                  <a:pt x="2395334" y="698499"/>
                </a:lnTo>
                <a:lnTo>
                  <a:pt x="2383714" y="711199"/>
                </a:lnTo>
                <a:close/>
              </a:path>
              <a:path w="2512059" h="2235200">
                <a:moveTo>
                  <a:pt x="2333915" y="736599"/>
                </a:moveTo>
                <a:lnTo>
                  <a:pt x="2312335" y="736599"/>
                </a:lnTo>
                <a:lnTo>
                  <a:pt x="2310675" y="723899"/>
                </a:lnTo>
                <a:lnTo>
                  <a:pt x="2280796" y="723899"/>
                </a:lnTo>
                <a:lnTo>
                  <a:pt x="2284946" y="711199"/>
                </a:lnTo>
                <a:lnTo>
                  <a:pt x="2318975" y="711199"/>
                </a:lnTo>
                <a:lnTo>
                  <a:pt x="2330595" y="723899"/>
                </a:lnTo>
                <a:lnTo>
                  <a:pt x="2333915" y="736599"/>
                </a:lnTo>
                <a:close/>
              </a:path>
              <a:path w="2512059" h="2235200">
                <a:moveTo>
                  <a:pt x="2301546" y="749299"/>
                </a:moveTo>
                <a:lnTo>
                  <a:pt x="2280796" y="749299"/>
                </a:lnTo>
                <a:lnTo>
                  <a:pt x="2278306" y="736599"/>
                </a:lnTo>
                <a:lnTo>
                  <a:pt x="2278306" y="723899"/>
                </a:lnTo>
                <a:lnTo>
                  <a:pt x="2289926" y="723899"/>
                </a:lnTo>
                <a:lnTo>
                  <a:pt x="2289096" y="736599"/>
                </a:lnTo>
                <a:lnTo>
                  <a:pt x="2299056" y="736599"/>
                </a:lnTo>
                <a:lnTo>
                  <a:pt x="2301546" y="749299"/>
                </a:lnTo>
                <a:close/>
              </a:path>
              <a:path w="2512059" h="2235200">
                <a:moveTo>
                  <a:pt x="2318975" y="749299"/>
                </a:moveTo>
                <a:lnTo>
                  <a:pt x="2304036" y="749299"/>
                </a:lnTo>
                <a:lnTo>
                  <a:pt x="2306526" y="736599"/>
                </a:lnTo>
                <a:lnTo>
                  <a:pt x="2319805" y="736599"/>
                </a:lnTo>
                <a:lnTo>
                  <a:pt x="2318975" y="749299"/>
                </a:lnTo>
                <a:close/>
              </a:path>
              <a:path w="2512059" h="2235200">
                <a:moveTo>
                  <a:pt x="2335938" y="761999"/>
                </a:moveTo>
                <a:lnTo>
                  <a:pt x="2323125" y="761999"/>
                </a:lnTo>
                <a:lnTo>
                  <a:pt x="2328105" y="749299"/>
                </a:lnTo>
                <a:lnTo>
                  <a:pt x="2325615" y="736599"/>
                </a:lnTo>
                <a:lnTo>
                  <a:pt x="2336405" y="736599"/>
                </a:lnTo>
                <a:lnTo>
                  <a:pt x="2338428" y="749299"/>
                </a:lnTo>
                <a:lnTo>
                  <a:pt x="2338272" y="749299"/>
                </a:lnTo>
                <a:lnTo>
                  <a:pt x="2335938" y="761999"/>
                </a:lnTo>
                <a:close/>
              </a:path>
              <a:path w="2512059" h="2235200">
                <a:moveTo>
                  <a:pt x="2262536" y="774699"/>
                </a:moveTo>
                <a:lnTo>
                  <a:pt x="2228507" y="774699"/>
                </a:lnTo>
                <a:lnTo>
                  <a:pt x="2233486" y="761999"/>
                </a:lnTo>
                <a:lnTo>
                  <a:pt x="2255066" y="761999"/>
                </a:lnTo>
                <a:lnTo>
                  <a:pt x="2262536" y="774699"/>
                </a:lnTo>
                <a:close/>
              </a:path>
              <a:path w="2512059" h="2235200">
                <a:moveTo>
                  <a:pt x="2323955" y="774699"/>
                </a:moveTo>
                <a:lnTo>
                  <a:pt x="2309845" y="774699"/>
                </a:lnTo>
                <a:lnTo>
                  <a:pt x="2305695" y="761999"/>
                </a:lnTo>
                <a:lnTo>
                  <a:pt x="2328105" y="761999"/>
                </a:lnTo>
                <a:lnTo>
                  <a:pt x="2323955" y="774699"/>
                </a:lnTo>
                <a:close/>
              </a:path>
              <a:path w="2512059" h="2235200">
                <a:moveTo>
                  <a:pt x="2233487" y="787399"/>
                </a:moveTo>
                <a:lnTo>
                  <a:pt x="2220207" y="787399"/>
                </a:lnTo>
                <a:lnTo>
                  <a:pt x="2222697" y="774699"/>
                </a:lnTo>
                <a:lnTo>
                  <a:pt x="2234317" y="774699"/>
                </a:lnTo>
                <a:lnTo>
                  <a:pt x="2233487" y="787399"/>
                </a:lnTo>
                <a:close/>
              </a:path>
              <a:path w="2512059" h="2235200">
                <a:moveTo>
                  <a:pt x="2264196" y="800099"/>
                </a:moveTo>
                <a:lnTo>
                  <a:pt x="2252576" y="800099"/>
                </a:lnTo>
                <a:lnTo>
                  <a:pt x="2253406" y="787399"/>
                </a:lnTo>
                <a:lnTo>
                  <a:pt x="2252576" y="787399"/>
                </a:lnTo>
                <a:lnTo>
                  <a:pt x="2250086" y="774699"/>
                </a:lnTo>
                <a:lnTo>
                  <a:pt x="2264196" y="774699"/>
                </a:lnTo>
                <a:lnTo>
                  <a:pt x="2265026" y="787399"/>
                </a:lnTo>
                <a:lnTo>
                  <a:pt x="2264196" y="800099"/>
                </a:lnTo>
                <a:close/>
              </a:path>
              <a:path w="2512059" h="2235200">
                <a:moveTo>
                  <a:pt x="1422592" y="1511299"/>
                </a:moveTo>
                <a:lnTo>
                  <a:pt x="746985" y="812799"/>
                </a:lnTo>
                <a:lnTo>
                  <a:pt x="762755" y="787399"/>
                </a:lnTo>
                <a:lnTo>
                  <a:pt x="1438362" y="1485899"/>
                </a:lnTo>
                <a:lnTo>
                  <a:pt x="1422592" y="1511299"/>
                </a:lnTo>
                <a:close/>
              </a:path>
              <a:path w="2512059" h="2235200">
                <a:moveTo>
                  <a:pt x="2230167" y="800099"/>
                </a:moveTo>
                <a:lnTo>
                  <a:pt x="2226017" y="800099"/>
                </a:lnTo>
                <a:lnTo>
                  <a:pt x="2223527" y="787399"/>
                </a:lnTo>
                <a:lnTo>
                  <a:pt x="2239297" y="787399"/>
                </a:lnTo>
                <a:lnTo>
                  <a:pt x="2230167" y="800099"/>
                </a:lnTo>
                <a:close/>
              </a:path>
              <a:path w="2512059" h="2235200">
                <a:moveTo>
                  <a:pt x="2279965" y="812799"/>
                </a:moveTo>
                <a:lnTo>
                  <a:pt x="2261706" y="812799"/>
                </a:lnTo>
                <a:lnTo>
                  <a:pt x="2282455" y="787399"/>
                </a:lnTo>
                <a:lnTo>
                  <a:pt x="2290755" y="800099"/>
                </a:lnTo>
                <a:lnTo>
                  <a:pt x="2279965" y="812799"/>
                </a:lnTo>
                <a:close/>
              </a:path>
              <a:path w="2512059" h="2235200">
                <a:moveTo>
                  <a:pt x="2258386" y="838199"/>
                </a:moveTo>
                <a:lnTo>
                  <a:pt x="2255066" y="825499"/>
                </a:lnTo>
                <a:lnTo>
                  <a:pt x="2253406" y="825499"/>
                </a:lnTo>
                <a:lnTo>
                  <a:pt x="2250086" y="812799"/>
                </a:lnTo>
                <a:lnTo>
                  <a:pt x="2251746" y="800099"/>
                </a:lnTo>
                <a:lnTo>
                  <a:pt x="2262536" y="800099"/>
                </a:lnTo>
                <a:lnTo>
                  <a:pt x="2261706" y="812799"/>
                </a:lnTo>
                <a:lnTo>
                  <a:pt x="2279965" y="812799"/>
                </a:lnTo>
                <a:lnTo>
                  <a:pt x="2258386" y="838199"/>
                </a:lnTo>
                <a:close/>
              </a:path>
              <a:path w="2512059" h="2235200">
                <a:moveTo>
                  <a:pt x="2181198" y="850899"/>
                </a:moveTo>
                <a:lnTo>
                  <a:pt x="2164598" y="850899"/>
                </a:lnTo>
                <a:lnTo>
                  <a:pt x="2164598" y="838199"/>
                </a:lnTo>
                <a:lnTo>
                  <a:pt x="2167088" y="825499"/>
                </a:lnTo>
                <a:lnTo>
                  <a:pt x="2181198" y="825499"/>
                </a:lnTo>
                <a:lnTo>
                  <a:pt x="2179538" y="838199"/>
                </a:lnTo>
                <a:lnTo>
                  <a:pt x="2177878" y="838199"/>
                </a:lnTo>
                <a:lnTo>
                  <a:pt x="2181198" y="850899"/>
                </a:lnTo>
                <a:close/>
              </a:path>
              <a:path w="2512059" h="2235200">
                <a:moveTo>
                  <a:pt x="2203607" y="838199"/>
                </a:moveTo>
                <a:lnTo>
                  <a:pt x="2189498" y="838199"/>
                </a:lnTo>
                <a:lnTo>
                  <a:pt x="2187838" y="825499"/>
                </a:lnTo>
                <a:lnTo>
                  <a:pt x="2202777" y="825499"/>
                </a:lnTo>
                <a:lnTo>
                  <a:pt x="2203607" y="838199"/>
                </a:lnTo>
                <a:close/>
              </a:path>
              <a:path w="2512059" h="2235200">
                <a:moveTo>
                  <a:pt x="2221037" y="850899"/>
                </a:moveTo>
                <a:lnTo>
                  <a:pt x="2189498" y="850899"/>
                </a:lnTo>
                <a:lnTo>
                  <a:pt x="2192818" y="838199"/>
                </a:lnTo>
                <a:lnTo>
                  <a:pt x="2218547" y="838199"/>
                </a:lnTo>
                <a:lnTo>
                  <a:pt x="2221037" y="850899"/>
                </a:lnTo>
                <a:close/>
              </a:path>
              <a:path w="2512059" h="2235200">
                <a:moveTo>
                  <a:pt x="2194478" y="863599"/>
                </a:moveTo>
                <a:lnTo>
                  <a:pt x="2177878" y="863599"/>
                </a:lnTo>
                <a:lnTo>
                  <a:pt x="2175388" y="850899"/>
                </a:lnTo>
                <a:lnTo>
                  <a:pt x="2194478" y="850899"/>
                </a:lnTo>
                <a:lnTo>
                  <a:pt x="2194478" y="863599"/>
                </a:lnTo>
                <a:close/>
              </a:path>
              <a:path w="2512059" h="2235200">
                <a:moveTo>
                  <a:pt x="2223527" y="876299"/>
                </a:moveTo>
                <a:lnTo>
                  <a:pt x="2184518" y="876299"/>
                </a:lnTo>
                <a:lnTo>
                  <a:pt x="2182858" y="863599"/>
                </a:lnTo>
                <a:lnTo>
                  <a:pt x="2214397" y="863599"/>
                </a:lnTo>
                <a:lnTo>
                  <a:pt x="2214397" y="850899"/>
                </a:lnTo>
                <a:lnTo>
                  <a:pt x="2226847" y="850899"/>
                </a:lnTo>
                <a:lnTo>
                  <a:pt x="2226847" y="863599"/>
                </a:lnTo>
                <a:lnTo>
                  <a:pt x="2223527" y="876299"/>
                </a:lnTo>
                <a:close/>
              </a:path>
              <a:path w="2512059" h="2235200">
                <a:moveTo>
                  <a:pt x="1332124" y="1600199"/>
                </a:moveTo>
                <a:lnTo>
                  <a:pt x="656517" y="901699"/>
                </a:lnTo>
                <a:lnTo>
                  <a:pt x="693036" y="863599"/>
                </a:lnTo>
                <a:lnTo>
                  <a:pt x="1368643" y="1562099"/>
                </a:lnTo>
                <a:lnTo>
                  <a:pt x="1332124" y="1600199"/>
                </a:lnTo>
                <a:close/>
              </a:path>
              <a:path w="2512059" h="2235200">
                <a:moveTo>
                  <a:pt x="2152979" y="888999"/>
                </a:moveTo>
                <a:lnTo>
                  <a:pt x="2106499" y="888999"/>
                </a:lnTo>
                <a:lnTo>
                  <a:pt x="2112309" y="876299"/>
                </a:lnTo>
                <a:lnTo>
                  <a:pt x="2146741" y="876299"/>
                </a:lnTo>
                <a:lnTo>
                  <a:pt x="2152979" y="888999"/>
                </a:lnTo>
                <a:close/>
              </a:path>
              <a:path w="2512059" h="2235200">
                <a:moveTo>
                  <a:pt x="2111479" y="901699"/>
                </a:moveTo>
                <a:lnTo>
                  <a:pt x="2097370" y="901699"/>
                </a:lnTo>
                <a:lnTo>
                  <a:pt x="2100690" y="888999"/>
                </a:lnTo>
                <a:lnTo>
                  <a:pt x="2115629" y="888999"/>
                </a:lnTo>
                <a:lnTo>
                  <a:pt x="2111479" y="901699"/>
                </a:lnTo>
                <a:close/>
              </a:path>
              <a:path w="2512059" h="2235200">
                <a:moveTo>
                  <a:pt x="2160448" y="901699"/>
                </a:moveTo>
                <a:lnTo>
                  <a:pt x="2145509" y="901699"/>
                </a:lnTo>
                <a:lnTo>
                  <a:pt x="2140529" y="888999"/>
                </a:lnTo>
                <a:lnTo>
                  <a:pt x="2157129" y="888999"/>
                </a:lnTo>
                <a:lnTo>
                  <a:pt x="2160448" y="901699"/>
                </a:lnTo>
                <a:close/>
              </a:path>
              <a:path w="2512059" h="2235200">
                <a:moveTo>
                  <a:pt x="2109819" y="914399"/>
                </a:moveTo>
                <a:lnTo>
                  <a:pt x="2097201" y="914399"/>
                </a:lnTo>
                <a:lnTo>
                  <a:pt x="2096540" y="901699"/>
                </a:lnTo>
                <a:lnTo>
                  <a:pt x="2109819" y="901699"/>
                </a:lnTo>
                <a:lnTo>
                  <a:pt x="2109819" y="914399"/>
                </a:lnTo>
                <a:close/>
              </a:path>
              <a:path w="2512059" h="2235200">
                <a:moveTo>
                  <a:pt x="2165428" y="914399"/>
                </a:moveTo>
                <a:lnTo>
                  <a:pt x="2152148" y="914399"/>
                </a:lnTo>
                <a:lnTo>
                  <a:pt x="2150489" y="901699"/>
                </a:lnTo>
                <a:lnTo>
                  <a:pt x="2164598" y="901699"/>
                </a:lnTo>
                <a:lnTo>
                  <a:pt x="2165428" y="914399"/>
                </a:lnTo>
                <a:close/>
              </a:path>
              <a:path w="2512059" h="2235200">
                <a:moveTo>
                  <a:pt x="2118949" y="927099"/>
                </a:moveTo>
                <a:lnTo>
                  <a:pt x="2103193" y="927099"/>
                </a:lnTo>
                <a:lnTo>
                  <a:pt x="2099341" y="914399"/>
                </a:lnTo>
                <a:lnTo>
                  <a:pt x="2113139" y="914399"/>
                </a:lnTo>
                <a:lnTo>
                  <a:pt x="2118949" y="927099"/>
                </a:lnTo>
                <a:close/>
              </a:path>
              <a:path w="2512059" h="2235200">
                <a:moveTo>
                  <a:pt x="2176218" y="927099"/>
                </a:moveTo>
                <a:lnTo>
                  <a:pt x="2143849" y="927099"/>
                </a:lnTo>
                <a:lnTo>
                  <a:pt x="2143849" y="914399"/>
                </a:lnTo>
                <a:lnTo>
                  <a:pt x="2176218" y="914399"/>
                </a:lnTo>
                <a:lnTo>
                  <a:pt x="2176218" y="927099"/>
                </a:lnTo>
                <a:close/>
              </a:path>
              <a:path w="2512059" h="2235200">
                <a:moveTo>
                  <a:pt x="2159619" y="939799"/>
                </a:moveTo>
                <a:lnTo>
                  <a:pt x="2115357" y="939799"/>
                </a:lnTo>
                <a:lnTo>
                  <a:pt x="2108990" y="927099"/>
                </a:lnTo>
                <a:lnTo>
                  <a:pt x="2161278" y="927099"/>
                </a:lnTo>
                <a:lnTo>
                  <a:pt x="2159619" y="939799"/>
                </a:lnTo>
                <a:close/>
              </a:path>
              <a:path w="2512059" h="2235200">
                <a:moveTo>
                  <a:pt x="2049231" y="965199"/>
                </a:moveTo>
                <a:lnTo>
                  <a:pt x="2035951" y="965199"/>
                </a:lnTo>
                <a:lnTo>
                  <a:pt x="2038441" y="952499"/>
                </a:lnTo>
                <a:lnTo>
                  <a:pt x="2050060" y="939799"/>
                </a:lnTo>
                <a:lnTo>
                  <a:pt x="2056700" y="939799"/>
                </a:lnTo>
                <a:lnTo>
                  <a:pt x="2069980" y="952499"/>
                </a:lnTo>
                <a:lnTo>
                  <a:pt x="2054211" y="952499"/>
                </a:lnTo>
                <a:lnTo>
                  <a:pt x="2049231" y="965199"/>
                </a:lnTo>
                <a:close/>
              </a:path>
              <a:path w="2512059" h="2235200">
                <a:moveTo>
                  <a:pt x="1257426" y="1663699"/>
                </a:moveTo>
                <a:lnTo>
                  <a:pt x="581818" y="965199"/>
                </a:lnTo>
                <a:lnTo>
                  <a:pt x="597588" y="952499"/>
                </a:lnTo>
                <a:lnTo>
                  <a:pt x="1273195" y="1650999"/>
                </a:lnTo>
                <a:lnTo>
                  <a:pt x="1257426" y="1663699"/>
                </a:lnTo>
                <a:close/>
              </a:path>
              <a:path w="2512059" h="2235200">
                <a:moveTo>
                  <a:pt x="2084090" y="965199"/>
                </a:moveTo>
                <a:lnTo>
                  <a:pt x="2064170" y="965199"/>
                </a:lnTo>
                <a:lnTo>
                  <a:pt x="2060850" y="952499"/>
                </a:lnTo>
                <a:lnTo>
                  <a:pt x="2076620" y="952499"/>
                </a:lnTo>
                <a:lnTo>
                  <a:pt x="2084090" y="965199"/>
                </a:lnTo>
                <a:close/>
              </a:path>
              <a:path w="2512059" h="2235200">
                <a:moveTo>
                  <a:pt x="2065830" y="990599"/>
                </a:moveTo>
                <a:lnTo>
                  <a:pt x="2046598" y="990599"/>
                </a:lnTo>
                <a:lnTo>
                  <a:pt x="2042487" y="977899"/>
                </a:lnTo>
                <a:lnTo>
                  <a:pt x="2039465" y="977899"/>
                </a:lnTo>
                <a:lnTo>
                  <a:pt x="2037611" y="965199"/>
                </a:lnTo>
                <a:lnTo>
                  <a:pt x="2051720" y="965199"/>
                </a:lnTo>
                <a:lnTo>
                  <a:pt x="2055040" y="977899"/>
                </a:lnTo>
                <a:lnTo>
                  <a:pt x="2065830" y="990599"/>
                </a:lnTo>
                <a:close/>
              </a:path>
              <a:path w="2512059" h="2235200">
                <a:moveTo>
                  <a:pt x="2096345" y="977899"/>
                </a:moveTo>
                <a:lnTo>
                  <a:pt x="2079110" y="977899"/>
                </a:lnTo>
                <a:lnTo>
                  <a:pt x="2068320" y="965199"/>
                </a:lnTo>
                <a:lnTo>
                  <a:pt x="2093323" y="965199"/>
                </a:lnTo>
                <a:lnTo>
                  <a:pt x="2096345" y="977899"/>
                </a:lnTo>
                <a:close/>
              </a:path>
              <a:path w="2512059" h="2235200">
                <a:moveTo>
                  <a:pt x="2099029" y="990599"/>
                </a:moveTo>
                <a:lnTo>
                  <a:pt x="2087410" y="990599"/>
                </a:lnTo>
                <a:lnTo>
                  <a:pt x="2084920" y="977899"/>
                </a:lnTo>
                <a:lnTo>
                  <a:pt x="2098199" y="977899"/>
                </a:lnTo>
                <a:lnTo>
                  <a:pt x="2099029" y="990599"/>
                </a:lnTo>
                <a:close/>
              </a:path>
              <a:path w="2512059" h="2235200">
                <a:moveTo>
                  <a:pt x="2091560" y="1003299"/>
                </a:moveTo>
                <a:lnTo>
                  <a:pt x="2059190" y="1003299"/>
                </a:lnTo>
                <a:lnTo>
                  <a:pt x="2051720" y="990599"/>
                </a:lnTo>
                <a:lnTo>
                  <a:pt x="2097370" y="990599"/>
                </a:lnTo>
                <a:lnTo>
                  <a:pt x="2091560" y="1003299"/>
                </a:lnTo>
                <a:close/>
              </a:path>
              <a:path w="2512059" h="2235200">
                <a:moveTo>
                  <a:pt x="2026821" y="1015999"/>
                </a:moveTo>
                <a:lnTo>
                  <a:pt x="1981172" y="1015999"/>
                </a:lnTo>
                <a:lnTo>
                  <a:pt x="1992792" y="1003299"/>
                </a:lnTo>
                <a:lnTo>
                  <a:pt x="2019351" y="1003299"/>
                </a:lnTo>
                <a:lnTo>
                  <a:pt x="2026821" y="1015999"/>
                </a:lnTo>
                <a:close/>
              </a:path>
              <a:path w="2512059" h="2235200">
                <a:moveTo>
                  <a:pt x="1994452" y="1028699"/>
                </a:moveTo>
                <a:lnTo>
                  <a:pt x="1980342" y="1028699"/>
                </a:lnTo>
                <a:lnTo>
                  <a:pt x="1978682" y="1015999"/>
                </a:lnTo>
                <a:lnTo>
                  <a:pt x="1991132" y="1015999"/>
                </a:lnTo>
                <a:lnTo>
                  <a:pt x="1994452" y="1028699"/>
                </a:lnTo>
                <a:close/>
              </a:path>
              <a:path w="2512059" h="2235200">
                <a:moveTo>
                  <a:pt x="2036054" y="1028699"/>
                </a:moveTo>
                <a:lnTo>
                  <a:pt x="2021841" y="1028699"/>
                </a:lnTo>
                <a:lnTo>
                  <a:pt x="2011051" y="1015999"/>
                </a:lnTo>
                <a:lnTo>
                  <a:pt x="2031943" y="1015999"/>
                </a:lnTo>
                <a:lnTo>
                  <a:pt x="2036054" y="1028699"/>
                </a:lnTo>
                <a:close/>
              </a:path>
              <a:path w="2512059" h="2235200">
                <a:moveTo>
                  <a:pt x="2008561" y="1041399"/>
                </a:moveTo>
                <a:lnTo>
                  <a:pt x="1985218" y="1041399"/>
                </a:lnTo>
                <a:lnTo>
                  <a:pt x="1982196" y="1028699"/>
                </a:lnTo>
                <a:lnTo>
                  <a:pt x="1997771" y="1028699"/>
                </a:lnTo>
                <a:lnTo>
                  <a:pt x="2008561" y="1041399"/>
                </a:lnTo>
                <a:close/>
              </a:path>
              <a:path w="2512059" h="2235200">
                <a:moveTo>
                  <a:pt x="2040930" y="1041399"/>
                </a:moveTo>
                <a:lnTo>
                  <a:pt x="2027651" y="1041399"/>
                </a:lnTo>
                <a:lnTo>
                  <a:pt x="2025991" y="1028699"/>
                </a:lnTo>
                <a:lnTo>
                  <a:pt x="2039076" y="1028699"/>
                </a:lnTo>
                <a:lnTo>
                  <a:pt x="2040930" y="1041399"/>
                </a:lnTo>
                <a:close/>
              </a:path>
              <a:path w="2512059" h="2235200">
                <a:moveTo>
                  <a:pt x="1161977" y="1765299"/>
                </a:moveTo>
                <a:lnTo>
                  <a:pt x="486370" y="1066799"/>
                </a:lnTo>
                <a:lnTo>
                  <a:pt x="502140" y="1041399"/>
                </a:lnTo>
                <a:lnTo>
                  <a:pt x="1177747" y="1739899"/>
                </a:lnTo>
                <a:lnTo>
                  <a:pt x="1161977" y="1765299"/>
                </a:lnTo>
                <a:close/>
              </a:path>
              <a:path w="2512059" h="2235200">
                <a:moveTo>
                  <a:pt x="2021011" y="1054099"/>
                </a:moveTo>
                <a:lnTo>
                  <a:pt x="2001921" y="1054099"/>
                </a:lnTo>
                <a:lnTo>
                  <a:pt x="1994452" y="1041399"/>
                </a:lnTo>
                <a:lnTo>
                  <a:pt x="2016861" y="1041399"/>
                </a:lnTo>
                <a:lnTo>
                  <a:pt x="2021011" y="1054099"/>
                </a:lnTo>
                <a:close/>
              </a:path>
              <a:path w="2512059" h="2235200">
                <a:moveTo>
                  <a:pt x="2040101" y="1054099"/>
                </a:moveTo>
                <a:lnTo>
                  <a:pt x="2024331" y="1054099"/>
                </a:lnTo>
                <a:lnTo>
                  <a:pt x="2026821" y="1041399"/>
                </a:lnTo>
                <a:lnTo>
                  <a:pt x="2042591" y="1041399"/>
                </a:lnTo>
                <a:lnTo>
                  <a:pt x="2040101" y="1054099"/>
                </a:lnTo>
                <a:close/>
              </a:path>
              <a:path w="2512059" h="2235200">
                <a:moveTo>
                  <a:pt x="1976192" y="1079499"/>
                </a:moveTo>
                <a:lnTo>
                  <a:pt x="1956272" y="1079499"/>
                </a:lnTo>
                <a:lnTo>
                  <a:pt x="1953782" y="1066799"/>
                </a:lnTo>
                <a:lnTo>
                  <a:pt x="1930543" y="1066799"/>
                </a:lnTo>
                <a:lnTo>
                  <a:pt x="1936171" y="1054099"/>
                </a:lnTo>
                <a:lnTo>
                  <a:pt x="1959592" y="1054099"/>
                </a:lnTo>
                <a:lnTo>
                  <a:pt x="1964572" y="1066799"/>
                </a:lnTo>
                <a:lnTo>
                  <a:pt x="1976192" y="1079499"/>
                </a:lnTo>
                <a:close/>
              </a:path>
              <a:path w="2512059" h="2235200">
                <a:moveTo>
                  <a:pt x="2021841" y="1066799"/>
                </a:moveTo>
                <a:lnTo>
                  <a:pt x="2008561" y="1054099"/>
                </a:lnTo>
                <a:lnTo>
                  <a:pt x="2028481" y="1054099"/>
                </a:lnTo>
                <a:lnTo>
                  <a:pt x="2021841" y="1066799"/>
                </a:lnTo>
                <a:close/>
              </a:path>
              <a:path w="2512059" h="2235200">
                <a:moveTo>
                  <a:pt x="1942162" y="1092199"/>
                </a:moveTo>
                <a:lnTo>
                  <a:pt x="1926393" y="1092199"/>
                </a:lnTo>
                <a:lnTo>
                  <a:pt x="1923903" y="1079499"/>
                </a:lnTo>
                <a:lnTo>
                  <a:pt x="1923903" y="1066799"/>
                </a:lnTo>
                <a:lnTo>
                  <a:pt x="1935523" y="1066799"/>
                </a:lnTo>
                <a:lnTo>
                  <a:pt x="1935523" y="1079499"/>
                </a:lnTo>
                <a:lnTo>
                  <a:pt x="1936353" y="1079499"/>
                </a:lnTo>
                <a:lnTo>
                  <a:pt x="1942162" y="1092199"/>
                </a:lnTo>
                <a:close/>
              </a:path>
              <a:path w="2512059" h="2235200">
                <a:moveTo>
                  <a:pt x="1965402" y="1092199"/>
                </a:moveTo>
                <a:lnTo>
                  <a:pt x="1952122" y="1092199"/>
                </a:lnTo>
                <a:lnTo>
                  <a:pt x="1954612" y="1079499"/>
                </a:lnTo>
                <a:lnTo>
                  <a:pt x="1965402" y="1079499"/>
                </a:lnTo>
                <a:lnTo>
                  <a:pt x="1965402" y="1092199"/>
                </a:lnTo>
                <a:close/>
              </a:path>
              <a:path w="2512059" h="2235200">
                <a:moveTo>
                  <a:pt x="1983869" y="1104899"/>
                </a:moveTo>
                <a:lnTo>
                  <a:pt x="1973702" y="1104899"/>
                </a:lnTo>
                <a:lnTo>
                  <a:pt x="1973702" y="1092199"/>
                </a:lnTo>
                <a:lnTo>
                  <a:pt x="1971212" y="1092199"/>
                </a:lnTo>
                <a:lnTo>
                  <a:pt x="1968722" y="1079499"/>
                </a:lnTo>
                <a:lnTo>
                  <a:pt x="1982002" y="1079499"/>
                </a:lnTo>
                <a:lnTo>
                  <a:pt x="1984025" y="1092199"/>
                </a:lnTo>
                <a:lnTo>
                  <a:pt x="1983869" y="1104899"/>
                </a:lnTo>
                <a:close/>
              </a:path>
              <a:path w="2512059" h="2235200">
                <a:moveTo>
                  <a:pt x="1952123" y="1104899"/>
                </a:moveTo>
                <a:lnTo>
                  <a:pt x="1940503" y="1104899"/>
                </a:lnTo>
                <a:lnTo>
                  <a:pt x="1935523" y="1092199"/>
                </a:lnTo>
                <a:lnTo>
                  <a:pt x="1957103" y="1092199"/>
                </a:lnTo>
                <a:lnTo>
                  <a:pt x="1952123" y="1104899"/>
                </a:lnTo>
                <a:close/>
              </a:path>
              <a:path w="2512059" h="2235200">
                <a:moveTo>
                  <a:pt x="1973702" y="1117599"/>
                </a:moveTo>
                <a:lnTo>
                  <a:pt x="1951292" y="1117599"/>
                </a:lnTo>
                <a:lnTo>
                  <a:pt x="1960422" y="1104899"/>
                </a:lnTo>
                <a:lnTo>
                  <a:pt x="1977022" y="1104899"/>
                </a:lnTo>
                <a:lnTo>
                  <a:pt x="1973702" y="1117599"/>
                </a:lnTo>
                <a:close/>
              </a:path>
              <a:path w="2512059" h="2235200">
                <a:moveTo>
                  <a:pt x="1903153" y="1181099"/>
                </a:moveTo>
                <a:lnTo>
                  <a:pt x="1856674" y="1130299"/>
                </a:lnTo>
                <a:lnTo>
                  <a:pt x="1866634" y="1117599"/>
                </a:lnTo>
                <a:lnTo>
                  <a:pt x="1904813" y="1155699"/>
                </a:lnTo>
                <a:lnTo>
                  <a:pt x="1925839" y="1155699"/>
                </a:lnTo>
                <a:lnTo>
                  <a:pt x="1903153" y="1181099"/>
                </a:lnTo>
                <a:close/>
              </a:path>
              <a:path w="2512059" h="2235200">
                <a:moveTo>
                  <a:pt x="1058229" y="1854199"/>
                </a:moveTo>
                <a:lnTo>
                  <a:pt x="382622" y="1155699"/>
                </a:lnTo>
                <a:lnTo>
                  <a:pt x="414162" y="1130299"/>
                </a:lnTo>
                <a:lnTo>
                  <a:pt x="1089769" y="1828799"/>
                </a:lnTo>
                <a:lnTo>
                  <a:pt x="1058229" y="1854199"/>
                </a:lnTo>
                <a:close/>
              </a:path>
              <a:path w="2512059" h="2235200">
                <a:moveTo>
                  <a:pt x="1925839" y="1155699"/>
                </a:moveTo>
                <a:lnTo>
                  <a:pt x="1904813" y="1155699"/>
                </a:lnTo>
                <a:lnTo>
                  <a:pt x="1928883" y="1142999"/>
                </a:lnTo>
                <a:lnTo>
                  <a:pt x="1937182" y="1142999"/>
                </a:lnTo>
                <a:lnTo>
                  <a:pt x="1925839" y="1155699"/>
                </a:lnTo>
                <a:close/>
              </a:path>
              <a:path w="2512059" h="2235200">
                <a:moveTo>
                  <a:pt x="1833434" y="1231899"/>
                </a:moveTo>
                <a:lnTo>
                  <a:pt x="1825965" y="1219199"/>
                </a:lnTo>
                <a:lnTo>
                  <a:pt x="1815175" y="1181099"/>
                </a:lnTo>
                <a:lnTo>
                  <a:pt x="1825135" y="1168399"/>
                </a:lnTo>
                <a:lnTo>
                  <a:pt x="1839245" y="1181099"/>
                </a:lnTo>
                <a:lnTo>
                  <a:pt x="1825135" y="1181099"/>
                </a:lnTo>
                <a:lnTo>
                  <a:pt x="1833434" y="1219199"/>
                </a:lnTo>
                <a:lnTo>
                  <a:pt x="1842564" y="1219199"/>
                </a:lnTo>
                <a:lnTo>
                  <a:pt x="1833434" y="1231899"/>
                </a:lnTo>
                <a:close/>
              </a:path>
              <a:path w="2512059" h="2235200">
                <a:moveTo>
                  <a:pt x="1842564" y="1219199"/>
                </a:moveTo>
                <a:lnTo>
                  <a:pt x="1833434" y="1219199"/>
                </a:lnTo>
                <a:lnTo>
                  <a:pt x="1845054" y="1206499"/>
                </a:lnTo>
                <a:lnTo>
                  <a:pt x="1825135" y="1181099"/>
                </a:lnTo>
                <a:lnTo>
                  <a:pt x="1839245" y="1181099"/>
                </a:lnTo>
                <a:lnTo>
                  <a:pt x="1853354" y="1193799"/>
                </a:lnTo>
                <a:lnTo>
                  <a:pt x="1864974" y="1193799"/>
                </a:lnTo>
                <a:lnTo>
                  <a:pt x="1860824" y="1206499"/>
                </a:lnTo>
                <a:lnTo>
                  <a:pt x="1851694" y="1206499"/>
                </a:lnTo>
                <a:lnTo>
                  <a:pt x="1842564" y="1219199"/>
                </a:lnTo>
                <a:close/>
              </a:path>
              <a:path w="2512059" h="2235200">
                <a:moveTo>
                  <a:pt x="1861654" y="1219199"/>
                </a:moveTo>
                <a:lnTo>
                  <a:pt x="1851694" y="1206499"/>
                </a:lnTo>
                <a:lnTo>
                  <a:pt x="1870784" y="1206499"/>
                </a:lnTo>
                <a:lnTo>
                  <a:pt x="1861654" y="1219199"/>
                </a:lnTo>
                <a:close/>
              </a:path>
              <a:path w="2512059" h="2235200">
                <a:moveTo>
                  <a:pt x="1762056" y="1244599"/>
                </a:moveTo>
                <a:lnTo>
                  <a:pt x="1748776" y="1244599"/>
                </a:lnTo>
                <a:lnTo>
                  <a:pt x="1751266" y="1231899"/>
                </a:lnTo>
                <a:lnTo>
                  <a:pt x="1762886" y="1219199"/>
                </a:lnTo>
                <a:lnTo>
                  <a:pt x="1769526" y="1219199"/>
                </a:lnTo>
                <a:lnTo>
                  <a:pt x="1782805" y="1231899"/>
                </a:lnTo>
                <a:lnTo>
                  <a:pt x="1767036" y="1231899"/>
                </a:lnTo>
                <a:lnTo>
                  <a:pt x="1762056" y="1244599"/>
                </a:lnTo>
                <a:close/>
              </a:path>
              <a:path w="2512059" h="2235200">
                <a:moveTo>
                  <a:pt x="971081" y="1943099"/>
                </a:moveTo>
                <a:lnTo>
                  <a:pt x="295474" y="1244599"/>
                </a:lnTo>
                <a:lnTo>
                  <a:pt x="311244" y="1231899"/>
                </a:lnTo>
                <a:lnTo>
                  <a:pt x="986851" y="1930399"/>
                </a:lnTo>
                <a:lnTo>
                  <a:pt x="971081" y="1943099"/>
                </a:lnTo>
                <a:close/>
              </a:path>
              <a:path w="2512059" h="2235200">
                <a:moveTo>
                  <a:pt x="1796915" y="1244599"/>
                </a:moveTo>
                <a:lnTo>
                  <a:pt x="1776996" y="1244599"/>
                </a:lnTo>
                <a:lnTo>
                  <a:pt x="1773676" y="1231899"/>
                </a:lnTo>
                <a:lnTo>
                  <a:pt x="1789445" y="1231899"/>
                </a:lnTo>
                <a:lnTo>
                  <a:pt x="1796915" y="1244599"/>
                </a:lnTo>
                <a:close/>
              </a:path>
              <a:path w="2512059" h="2235200">
                <a:moveTo>
                  <a:pt x="1778655" y="1269999"/>
                </a:moveTo>
                <a:lnTo>
                  <a:pt x="1759423" y="1269999"/>
                </a:lnTo>
                <a:lnTo>
                  <a:pt x="1755312" y="1257299"/>
                </a:lnTo>
                <a:lnTo>
                  <a:pt x="1752291" y="1257299"/>
                </a:lnTo>
                <a:lnTo>
                  <a:pt x="1750436" y="1244599"/>
                </a:lnTo>
                <a:lnTo>
                  <a:pt x="1764546" y="1244599"/>
                </a:lnTo>
                <a:lnTo>
                  <a:pt x="1767866" y="1257299"/>
                </a:lnTo>
                <a:lnTo>
                  <a:pt x="1778655" y="1269999"/>
                </a:lnTo>
                <a:close/>
              </a:path>
              <a:path w="2512059" h="2235200">
                <a:moveTo>
                  <a:pt x="1809170" y="1257299"/>
                </a:moveTo>
                <a:lnTo>
                  <a:pt x="1791935" y="1257299"/>
                </a:lnTo>
                <a:lnTo>
                  <a:pt x="1781146" y="1244599"/>
                </a:lnTo>
                <a:lnTo>
                  <a:pt x="1806149" y="1244599"/>
                </a:lnTo>
                <a:lnTo>
                  <a:pt x="1809170" y="1257299"/>
                </a:lnTo>
                <a:close/>
              </a:path>
              <a:path w="2512059" h="2235200">
                <a:moveTo>
                  <a:pt x="1811855" y="1269999"/>
                </a:moveTo>
                <a:lnTo>
                  <a:pt x="1800235" y="1269999"/>
                </a:lnTo>
                <a:lnTo>
                  <a:pt x="1797745" y="1257299"/>
                </a:lnTo>
                <a:lnTo>
                  <a:pt x="1811025" y="1257299"/>
                </a:lnTo>
                <a:lnTo>
                  <a:pt x="1811855" y="1269999"/>
                </a:lnTo>
                <a:close/>
              </a:path>
              <a:path w="2512059" h="2235200">
                <a:moveTo>
                  <a:pt x="1804385" y="1282699"/>
                </a:moveTo>
                <a:lnTo>
                  <a:pt x="1772016" y="1282699"/>
                </a:lnTo>
                <a:lnTo>
                  <a:pt x="1764546" y="1269999"/>
                </a:lnTo>
                <a:lnTo>
                  <a:pt x="1810195" y="1269999"/>
                </a:lnTo>
                <a:lnTo>
                  <a:pt x="1804385" y="1282699"/>
                </a:lnTo>
                <a:close/>
              </a:path>
              <a:path w="2512059" h="2235200">
                <a:moveTo>
                  <a:pt x="1736326" y="1295399"/>
                </a:moveTo>
                <a:lnTo>
                  <a:pt x="1693998" y="1295399"/>
                </a:lnTo>
                <a:lnTo>
                  <a:pt x="1700637" y="1282699"/>
                </a:lnTo>
                <a:lnTo>
                  <a:pt x="1734667" y="1282699"/>
                </a:lnTo>
                <a:lnTo>
                  <a:pt x="1736326" y="1295399"/>
                </a:lnTo>
                <a:close/>
              </a:path>
              <a:path w="2512059" h="2235200">
                <a:moveTo>
                  <a:pt x="1705617" y="1308099"/>
                </a:moveTo>
                <a:lnTo>
                  <a:pt x="1693998" y="1308099"/>
                </a:lnTo>
                <a:lnTo>
                  <a:pt x="1692337" y="1295399"/>
                </a:lnTo>
                <a:lnTo>
                  <a:pt x="1704787" y="1295399"/>
                </a:lnTo>
                <a:lnTo>
                  <a:pt x="1705617" y="1308099"/>
                </a:lnTo>
                <a:close/>
              </a:path>
              <a:path w="2512059" h="2235200">
                <a:moveTo>
                  <a:pt x="1737157" y="1308099"/>
                </a:moveTo>
                <a:lnTo>
                  <a:pt x="1724707" y="1308099"/>
                </a:lnTo>
                <a:lnTo>
                  <a:pt x="1724707" y="1295399"/>
                </a:lnTo>
                <a:lnTo>
                  <a:pt x="1737987" y="1295399"/>
                </a:lnTo>
                <a:lnTo>
                  <a:pt x="1737157" y="1308099"/>
                </a:lnTo>
                <a:close/>
              </a:path>
              <a:path w="2512059" h="2235200">
                <a:moveTo>
                  <a:pt x="1701467" y="1320799"/>
                </a:moveTo>
                <a:lnTo>
                  <a:pt x="1697317" y="1308099"/>
                </a:lnTo>
                <a:lnTo>
                  <a:pt x="1710597" y="1308099"/>
                </a:lnTo>
                <a:lnTo>
                  <a:pt x="1701467" y="1320799"/>
                </a:lnTo>
                <a:close/>
              </a:path>
              <a:path w="2512059" h="2235200">
                <a:moveTo>
                  <a:pt x="1735496" y="1320799"/>
                </a:moveTo>
                <a:lnTo>
                  <a:pt x="1723046" y="1320799"/>
                </a:lnTo>
                <a:lnTo>
                  <a:pt x="1723876" y="1308099"/>
                </a:lnTo>
                <a:lnTo>
                  <a:pt x="1736326" y="1308099"/>
                </a:lnTo>
                <a:lnTo>
                  <a:pt x="1735496" y="1320799"/>
                </a:lnTo>
                <a:close/>
              </a:path>
              <a:path w="2512059" h="2235200">
                <a:moveTo>
                  <a:pt x="1745871" y="1333499"/>
                </a:moveTo>
                <a:lnTo>
                  <a:pt x="1733836" y="1333499"/>
                </a:lnTo>
                <a:lnTo>
                  <a:pt x="1753756" y="1308099"/>
                </a:lnTo>
                <a:lnTo>
                  <a:pt x="1762056" y="1320799"/>
                </a:lnTo>
                <a:lnTo>
                  <a:pt x="1745871" y="1333499"/>
                </a:lnTo>
                <a:close/>
              </a:path>
              <a:path w="2512059" h="2235200">
                <a:moveTo>
                  <a:pt x="873143" y="2044699"/>
                </a:moveTo>
                <a:lnTo>
                  <a:pt x="197536" y="1346199"/>
                </a:lnTo>
                <a:lnTo>
                  <a:pt x="218285" y="1320799"/>
                </a:lnTo>
                <a:lnTo>
                  <a:pt x="893892" y="2019299"/>
                </a:lnTo>
                <a:lnTo>
                  <a:pt x="873143" y="2044699"/>
                </a:lnTo>
                <a:close/>
              </a:path>
              <a:path w="2512059" h="2235200">
                <a:moveTo>
                  <a:pt x="1729686" y="1346199"/>
                </a:moveTo>
                <a:lnTo>
                  <a:pt x="1724707" y="1346199"/>
                </a:lnTo>
                <a:lnTo>
                  <a:pt x="1721386" y="1333499"/>
                </a:lnTo>
                <a:lnTo>
                  <a:pt x="1721386" y="1320799"/>
                </a:lnTo>
                <a:lnTo>
                  <a:pt x="1733006" y="1320799"/>
                </a:lnTo>
                <a:lnTo>
                  <a:pt x="1733836" y="1333499"/>
                </a:lnTo>
                <a:lnTo>
                  <a:pt x="1745871" y="1333499"/>
                </a:lnTo>
                <a:lnTo>
                  <a:pt x="1729686" y="1346199"/>
                </a:lnTo>
                <a:close/>
              </a:path>
              <a:path w="2512059" h="2235200">
                <a:moveTo>
                  <a:pt x="1654158" y="1384299"/>
                </a:moveTo>
                <a:lnTo>
                  <a:pt x="1632578" y="1358899"/>
                </a:lnTo>
                <a:lnTo>
                  <a:pt x="1658308" y="1333499"/>
                </a:lnTo>
                <a:lnTo>
                  <a:pt x="1665778" y="1333499"/>
                </a:lnTo>
                <a:lnTo>
                  <a:pt x="1646688" y="1358899"/>
                </a:lnTo>
                <a:lnTo>
                  <a:pt x="1654988" y="1371599"/>
                </a:lnTo>
                <a:lnTo>
                  <a:pt x="1662458" y="1371599"/>
                </a:lnTo>
                <a:lnTo>
                  <a:pt x="1654158" y="1384299"/>
                </a:lnTo>
                <a:close/>
              </a:path>
              <a:path w="2512059" h="2235200">
                <a:moveTo>
                  <a:pt x="1690677" y="1358899"/>
                </a:moveTo>
                <a:lnTo>
                  <a:pt x="1660798" y="1358899"/>
                </a:lnTo>
                <a:lnTo>
                  <a:pt x="1664948" y="1346199"/>
                </a:lnTo>
                <a:lnTo>
                  <a:pt x="1685697" y="1346199"/>
                </a:lnTo>
                <a:lnTo>
                  <a:pt x="1690677" y="1358899"/>
                </a:lnTo>
                <a:close/>
              </a:path>
              <a:path w="2512059" h="2235200">
                <a:moveTo>
                  <a:pt x="1664948" y="1371599"/>
                </a:moveTo>
                <a:lnTo>
                  <a:pt x="1654988" y="1371599"/>
                </a:lnTo>
                <a:lnTo>
                  <a:pt x="1655818" y="1358899"/>
                </a:lnTo>
                <a:lnTo>
                  <a:pt x="1668267" y="1358899"/>
                </a:lnTo>
                <a:lnTo>
                  <a:pt x="1664948" y="1371599"/>
                </a:lnTo>
                <a:close/>
              </a:path>
              <a:path w="2512059" h="2235200">
                <a:moveTo>
                  <a:pt x="1696487" y="1371599"/>
                </a:moveTo>
                <a:lnTo>
                  <a:pt x="1678227" y="1371599"/>
                </a:lnTo>
                <a:lnTo>
                  <a:pt x="1670758" y="1358899"/>
                </a:lnTo>
                <a:lnTo>
                  <a:pt x="1694827" y="1358899"/>
                </a:lnTo>
                <a:lnTo>
                  <a:pt x="1696487" y="1371599"/>
                </a:lnTo>
                <a:close/>
              </a:path>
              <a:path w="2512059" h="2235200">
                <a:moveTo>
                  <a:pt x="1698147" y="1384299"/>
                </a:moveTo>
                <a:lnTo>
                  <a:pt x="1684037" y="1384299"/>
                </a:lnTo>
                <a:lnTo>
                  <a:pt x="1684867" y="1371599"/>
                </a:lnTo>
                <a:lnTo>
                  <a:pt x="1697317" y="1371599"/>
                </a:lnTo>
                <a:lnTo>
                  <a:pt x="1698147" y="1384299"/>
                </a:lnTo>
                <a:close/>
              </a:path>
              <a:path w="2512059" h="2235200">
                <a:moveTo>
                  <a:pt x="1629259" y="1447799"/>
                </a:moveTo>
                <a:lnTo>
                  <a:pt x="1597719" y="1409699"/>
                </a:lnTo>
                <a:lnTo>
                  <a:pt x="1589419" y="1409699"/>
                </a:lnTo>
                <a:lnTo>
                  <a:pt x="1586929" y="1396999"/>
                </a:lnTo>
                <a:lnTo>
                  <a:pt x="1586099" y="1396999"/>
                </a:lnTo>
                <a:lnTo>
                  <a:pt x="1592739" y="1384299"/>
                </a:lnTo>
                <a:lnTo>
                  <a:pt x="1638388" y="1435099"/>
                </a:lnTo>
                <a:lnTo>
                  <a:pt x="1629259" y="1447799"/>
                </a:lnTo>
                <a:close/>
              </a:path>
              <a:path w="2512059" h="2235200">
                <a:moveTo>
                  <a:pt x="1685697" y="1396999"/>
                </a:moveTo>
                <a:lnTo>
                  <a:pt x="1660798" y="1396999"/>
                </a:lnTo>
                <a:lnTo>
                  <a:pt x="1669927" y="1384299"/>
                </a:lnTo>
                <a:lnTo>
                  <a:pt x="1689847" y="1384299"/>
                </a:lnTo>
                <a:lnTo>
                  <a:pt x="1685697" y="1396999"/>
                </a:lnTo>
                <a:close/>
              </a:path>
              <a:path w="2512059" h="2235200">
                <a:moveTo>
                  <a:pt x="777695" y="2133599"/>
                </a:moveTo>
                <a:lnTo>
                  <a:pt x="102088" y="1435099"/>
                </a:lnTo>
                <a:lnTo>
                  <a:pt x="122837" y="1409699"/>
                </a:lnTo>
                <a:lnTo>
                  <a:pt x="798444" y="2108199"/>
                </a:lnTo>
                <a:lnTo>
                  <a:pt x="777695" y="2133599"/>
                </a:lnTo>
                <a:close/>
              </a:path>
              <a:path w="2512059" h="2235200">
                <a:moveTo>
                  <a:pt x="1586930" y="1422399"/>
                </a:moveTo>
                <a:lnTo>
                  <a:pt x="1581120" y="1422399"/>
                </a:lnTo>
                <a:lnTo>
                  <a:pt x="1586100" y="1409699"/>
                </a:lnTo>
                <a:lnTo>
                  <a:pt x="1597719" y="1409699"/>
                </a:lnTo>
                <a:lnTo>
                  <a:pt x="1586930" y="1422399"/>
                </a:lnTo>
                <a:close/>
              </a:path>
              <a:path w="2512059" h="2235200">
                <a:moveTo>
                  <a:pt x="1561200" y="1460499"/>
                </a:moveTo>
                <a:lnTo>
                  <a:pt x="1527170" y="1460499"/>
                </a:lnTo>
                <a:lnTo>
                  <a:pt x="1529660" y="1447799"/>
                </a:lnTo>
                <a:lnTo>
                  <a:pt x="1559540" y="1447799"/>
                </a:lnTo>
                <a:lnTo>
                  <a:pt x="1561200" y="1460499"/>
                </a:lnTo>
                <a:close/>
              </a:path>
              <a:path w="2512059" h="2235200">
                <a:moveTo>
                  <a:pt x="1529660" y="1485899"/>
                </a:moveTo>
                <a:lnTo>
                  <a:pt x="1523020" y="1473199"/>
                </a:lnTo>
                <a:lnTo>
                  <a:pt x="1523020" y="1460499"/>
                </a:lnTo>
                <a:lnTo>
                  <a:pt x="1533810" y="1460499"/>
                </a:lnTo>
                <a:lnTo>
                  <a:pt x="1534640" y="1473199"/>
                </a:lnTo>
                <a:lnTo>
                  <a:pt x="1537960" y="1473199"/>
                </a:lnTo>
                <a:lnTo>
                  <a:pt x="1529660" y="1485899"/>
                </a:lnTo>
                <a:close/>
              </a:path>
              <a:path w="2512059" h="2235200">
                <a:moveTo>
                  <a:pt x="1578629" y="1473199"/>
                </a:moveTo>
                <a:lnTo>
                  <a:pt x="1550410" y="1473199"/>
                </a:lnTo>
                <a:lnTo>
                  <a:pt x="1551240" y="1460499"/>
                </a:lnTo>
                <a:lnTo>
                  <a:pt x="1575310" y="1460499"/>
                </a:lnTo>
                <a:lnTo>
                  <a:pt x="1578629" y="1473199"/>
                </a:lnTo>
                <a:close/>
              </a:path>
              <a:path w="2512059" h="2235200">
                <a:moveTo>
                  <a:pt x="1551240" y="1485899"/>
                </a:moveTo>
                <a:lnTo>
                  <a:pt x="1544600" y="1473199"/>
                </a:lnTo>
                <a:lnTo>
                  <a:pt x="1554560" y="1473199"/>
                </a:lnTo>
                <a:lnTo>
                  <a:pt x="1551240" y="1485899"/>
                </a:lnTo>
                <a:close/>
              </a:path>
              <a:path w="2512059" h="2235200">
                <a:moveTo>
                  <a:pt x="1580289" y="1498599"/>
                </a:moveTo>
                <a:lnTo>
                  <a:pt x="1568669" y="1498599"/>
                </a:lnTo>
                <a:lnTo>
                  <a:pt x="1571159" y="1485899"/>
                </a:lnTo>
                <a:lnTo>
                  <a:pt x="1565349" y="1473199"/>
                </a:lnTo>
                <a:lnTo>
                  <a:pt x="1584439" y="1473199"/>
                </a:lnTo>
                <a:lnTo>
                  <a:pt x="1582779" y="1485899"/>
                </a:lnTo>
                <a:lnTo>
                  <a:pt x="1583609" y="1485899"/>
                </a:lnTo>
                <a:lnTo>
                  <a:pt x="1580289" y="1498599"/>
                </a:lnTo>
                <a:close/>
              </a:path>
              <a:path w="2512059" h="2235200">
                <a:moveTo>
                  <a:pt x="1556220" y="1498599"/>
                </a:moveTo>
                <a:lnTo>
                  <a:pt x="1544600" y="1498599"/>
                </a:lnTo>
                <a:lnTo>
                  <a:pt x="1553729" y="1485899"/>
                </a:lnTo>
                <a:lnTo>
                  <a:pt x="1556220" y="1498599"/>
                </a:lnTo>
                <a:close/>
              </a:path>
              <a:path w="2512059" h="2235200">
                <a:moveTo>
                  <a:pt x="676437" y="2235199"/>
                </a:moveTo>
                <a:lnTo>
                  <a:pt x="0" y="1536699"/>
                </a:lnTo>
                <a:lnTo>
                  <a:pt x="32369" y="1498599"/>
                </a:lnTo>
                <a:lnTo>
                  <a:pt x="707976" y="2197099"/>
                </a:lnTo>
                <a:lnTo>
                  <a:pt x="676437" y="2235199"/>
                </a:lnTo>
                <a:close/>
              </a:path>
              <a:path w="2512059" h="2235200">
                <a:moveTo>
                  <a:pt x="1508081" y="1511299"/>
                </a:moveTo>
                <a:lnTo>
                  <a:pt x="1474052" y="1511299"/>
                </a:lnTo>
                <a:lnTo>
                  <a:pt x="1479032" y="1498599"/>
                </a:lnTo>
                <a:lnTo>
                  <a:pt x="1500611" y="1498599"/>
                </a:lnTo>
                <a:lnTo>
                  <a:pt x="1508081" y="1511299"/>
                </a:lnTo>
                <a:close/>
              </a:path>
              <a:path w="2512059" h="2235200">
                <a:moveTo>
                  <a:pt x="1568669" y="1511299"/>
                </a:moveTo>
                <a:lnTo>
                  <a:pt x="1552069" y="1511299"/>
                </a:lnTo>
                <a:lnTo>
                  <a:pt x="1548750" y="1498599"/>
                </a:lnTo>
                <a:lnTo>
                  <a:pt x="1575309" y="1498599"/>
                </a:lnTo>
                <a:lnTo>
                  <a:pt x="1568669" y="1511299"/>
                </a:lnTo>
                <a:close/>
              </a:path>
              <a:path w="2512059" h="2235200">
                <a:moveTo>
                  <a:pt x="1478202" y="1523999"/>
                </a:moveTo>
                <a:lnTo>
                  <a:pt x="1465752" y="1523999"/>
                </a:lnTo>
                <a:lnTo>
                  <a:pt x="1467412" y="1511299"/>
                </a:lnTo>
                <a:lnTo>
                  <a:pt x="1479032" y="1511299"/>
                </a:lnTo>
                <a:lnTo>
                  <a:pt x="1478202" y="1523999"/>
                </a:lnTo>
                <a:close/>
              </a:path>
              <a:path w="2512059" h="2235200">
                <a:moveTo>
                  <a:pt x="1509741" y="1536699"/>
                </a:moveTo>
                <a:lnTo>
                  <a:pt x="1497291" y="1536699"/>
                </a:lnTo>
                <a:lnTo>
                  <a:pt x="1498121" y="1523999"/>
                </a:lnTo>
                <a:lnTo>
                  <a:pt x="1497291" y="1523999"/>
                </a:lnTo>
                <a:lnTo>
                  <a:pt x="1494801" y="1511299"/>
                </a:lnTo>
                <a:lnTo>
                  <a:pt x="1509741" y="1511299"/>
                </a:lnTo>
                <a:lnTo>
                  <a:pt x="1510571" y="1523999"/>
                </a:lnTo>
                <a:lnTo>
                  <a:pt x="1509741" y="1536699"/>
                </a:lnTo>
                <a:close/>
              </a:path>
              <a:path w="2512059" h="2235200">
                <a:moveTo>
                  <a:pt x="1474882" y="1536699"/>
                </a:moveTo>
                <a:lnTo>
                  <a:pt x="1468242" y="1536699"/>
                </a:lnTo>
                <a:lnTo>
                  <a:pt x="1467412" y="1523999"/>
                </a:lnTo>
                <a:lnTo>
                  <a:pt x="1484012" y="1523999"/>
                </a:lnTo>
                <a:lnTo>
                  <a:pt x="1474882" y="1536699"/>
                </a:lnTo>
                <a:close/>
              </a:path>
              <a:path w="2512059" h="2235200">
                <a:moveTo>
                  <a:pt x="1503101" y="1574799"/>
                </a:moveTo>
                <a:lnTo>
                  <a:pt x="1499781" y="1562099"/>
                </a:lnTo>
                <a:lnTo>
                  <a:pt x="1498121" y="1562099"/>
                </a:lnTo>
                <a:lnTo>
                  <a:pt x="1494801" y="1549399"/>
                </a:lnTo>
                <a:lnTo>
                  <a:pt x="1496461" y="1536699"/>
                </a:lnTo>
                <a:lnTo>
                  <a:pt x="1508081" y="1536699"/>
                </a:lnTo>
                <a:lnTo>
                  <a:pt x="1507251" y="1549399"/>
                </a:lnTo>
                <a:lnTo>
                  <a:pt x="1524680" y="1549399"/>
                </a:lnTo>
                <a:lnTo>
                  <a:pt x="1503101" y="1574799"/>
                </a:lnTo>
                <a:close/>
              </a:path>
              <a:path w="2512059" h="2235200">
                <a:moveTo>
                  <a:pt x="1524680" y="1549399"/>
                </a:moveTo>
                <a:lnTo>
                  <a:pt x="1507251" y="1549399"/>
                </a:lnTo>
                <a:lnTo>
                  <a:pt x="1527170" y="1536699"/>
                </a:lnTo>
                <a:lnTo>
                  <a:pt x="1535470" y="1536699"/>
                </a:lnTo>
                <a:lnTo>
                  <a:pt x="1524680" y="1549399"/>
                </a:lnTo>
                <a:close/>
              </a:path>
              <a:path w="2512059" h="2235200">
                <a:moveTo>
                  <a:pt x="1459112" y="1574799"/>
                </a:moveTo>
                <a:lnTo>
                  <a:pt x="1402673" y="1574799"/>
                </a:lnTo>
                <a:lnTo>
                  <a:pt x="1408483" y="1562099"/>
                </a:lnTo>
                <a:lnTo>
                  <a:pt x="1454962" y="1562099"/>
                </a:lnTo>
                <a:lnTo>
                  <a:pt x="1459112" y="1574799"/>
                </a:lnTo>
                <a:close/>
              </a:path>
              <a:path w="2512059" h="2235200">
                <a:moveTo>
                  <a:pt x="1410143" y="1587499"/>
                </a:moveTo>
                <a:lnTo>
                  <a:pt x="1398523" y="1587499"/>
                </a:lnTo>
                <a:lnTo>
                  <a:pt x="1399353" y="1574799"/>
                </a:lnTo>
                <a:lnTo>
                  <a:pt x="1411803" y="1574799"/>
                </a:lnTo>
                <a:lnTo>
                  <a:pt x="1410143" y="1587499"/>
                </a:lnTo>
                <a:close/>
              </a:path>
              <a:path w="2512059" h="2235200">
                <a:moveTo>
                  <a:pt x="1465752" y="1587499"/>
                </a:moveTo>
                <a:lnTo>
                  <a:pt x="1447492" y="1587499"/>
                </a:lnTo>
                <a:lnTo>
                  <a:pt x="1445832" y="1574799"/>
                </a:lnTo>
                <a:lnTo>
                  <a:pt x="1464092" y="1574799"/>
                </a:lnTo>
                <a:lnTo>
                  <a:pt x="1465752" y="1587499"/>
                </a:lnTo>
                <a:close/>
              </a:path>
              <a:path w="2512059" h="2235200">
                <a:moveTo>
                  <a:pt x="1426742" y="1612899"/>
                </a:moveTo>
                <a:lnTo>
                  <a:pt x="1404709" y="1612899"/>
                </a:lnTo>
                <a:lnTo>
                  <a:pt x="1400909" y="1600199"/>
                </a:lnTo>
                <a:lnTo>
                  <a:pt x="1398821" y="1587499"/>
                </a:lnTo>
                <a:lnTo>
                  <a:pt x="1410973" y="1587499"/>
                </a:lnTo>
                <a:lnTo>
                  <a:pt x="1414292" y="1600199"/>
                </a:lnTo>
                <a:lnTo>
                  <a:pt x="1420103" y="1600199"/>
                </a:lnTo>
                <a:lnTo>
                  <a:pt x="1426742" y="1612899"/>
                </a:lnTo>
                <a:close/>
              </a:path>
              <a:path w="2512059" h="2235200">
                <a:moveTo>
                  <a:pt x="1477371" y="1600199"/>
                </a:moveTo>
                <a:lnTo>
                  <a:pt x="1444172" y="1600199"/>
                </a:lnTo>
                <a:lnTo>
                  <a:pt x="1444172" y="1587499"/>
                </a:lnTo>
                <a:lnTo>
                  <a:pt x="1478202" y="1587499"/>
                </a:lnTo>
                <a:lnTo>
                  <a:pt x="1477371" y="1600199"/>
                </a:lnTo>
                <a:close/>
              </a:path>
              <a:path w="2512059" h="2235200">
                <a:moveTo>
                  <a:pt x="1464922" y="1612899"/>
                </a:moveTo>
                <a:lnTo>
                  <a:pt x="1449152" y="1612899"/>
                </a:lnTo>
                <a:lnTo>
                  <a:pt x="1451642" y="1600199"/>
                </a:lnTo>
                <a:lnTo>
                  <a:pt x="1466582" y="1600199"/>
                </a:lnTo>
                <a:lnTo>
                  <a:pt x="1464922" y="1612899"/>
                </a:lnTo>
                <a:close/>
              </a:path>
              <a:path w="2512059" h="2235200">
                <a:moveTo>
                  <a:pt x="1451642" y="1625599"/>
                </a:moveTo>
                <a:lnTo>
                  <a:pt x="1423111" y="1625599"/>
                </a:lnTo>
                <a:lnTo>
                  <a:pt x="1416510" y="1612899"/>
                </a:lnTo>
                <a:lnTo>
                  <a:pt x="1457452" y="1612899"/>
                </a:lnTo>
                <a:lnTo>
                  <a:pt x="1451642" y="1625599"/>
                </a:lnTo>
                <a:close/>
              </a:path>
              <a:path w="2512059" h="2235200">
                <a:moveTo>
                  <a:pt x="1396863" y="1676399"/>
                </a:moveTo>
                <a:lnTo>
                  <a:pt x="1387733" y="1676399"/>
                </a:lnTo>
                <a:lnTo>
                  <a:pt x="1356194" y="1650999"/>
                </a:lnTo>
                <a:lnTo>
                  <a:pt x="1347064" y="1650999"/>
                </a:lnTo>
                <a:lnTo>
                  <a:pt x="1347894" y="1638299"/>
                </a:lnTo>
                <a:lnTo>
                  <a:pt x="1344574" y="1638299"/>
                </a:lnTo>
                <a:lnTo>
                  <a:pt x="1351214" y="1625599"/>
                </a:lnTo>
                <a:lnTo>
                  <a:pt x="1396863" y="1676399"/>
                </a:lnTo>
                <a:close/>
              </a:path>
              <a:path w="2512059" h="2235200">
                <a:moveTo>
                  <a:pt x="1345404" y="1663699"/>
                </a:moveTo>
                <a:lnTo>
                  <a:pt x="1339594" y="1650999"/>
                </a:lnTo>
                <a:lnTo>
                  <a:pt x="1356194" y="1650999"/>
                </a:lnTo>
                <a:lnTo>
                  <a:pt x="1345404" y="1663699"/>
                </a:lnTo>
                <a:close/>
              </a:path>
              <a:path w="2512059" h="2235200">
                <a:moveTo>
                  <a:pt x="1293115" y="1701799"/>
                </a:moveTo>
                <a:lnTo>
                  <a:pt x="1279835" y="1701799"/>
                </a:lnTo>
                <a:lnTo>
                  <a:pt x="1282325" y="1689099"/>
                </a:lnTo>
                <a:lnTo>
                  <a:pt x="1293945" y="1676399"/>
                </a:lnTo>
                <a:lnTo>
                  <a:pt x="1313864" y="1676399"/>
                </a:lnTo>
                <a:lnTo>
                  <a:pt x="1320504" y="1689099"/>
                </a:lnTo>
                <a:lnTo>
                  <a:pt x="1298095" y="1689099"/>
                </a:lnTo>
                <a:lnTo>
                  <a:pt x="1293115" y="1701799"/>
                </a:lnTo>
                <a:close/>
              </a:path>
              <a:path w="2512059" h="2235200">
                <a:moveTo>
                  <a:pt x="1333097" y="1701799"/>
                </a:moveTo>
                <a:lnTo>
                  <a:pt x="1308055" y="1701799"/>
                </a:lnTo>
                <a:lnTo>
                  <a:pt x="1304735" y="1689099"/>
                </a:lnTo>
                <a:lnTo>
                  <a:pt x="1327974" y="1689099"/>
                </a:lnTo>
                <a:lnTo>
                  <a:pt x="1333097" y="1701799"/>
                </a:lnTo>
                <a:close/>
              </a:path>
              <a:path w="2512059" h="2235200">
                <a:moveTo>
                  <a:pt x="1309715" y="1727199"/>
                </a:moveTo>
                <a:lnTo>
                  <a:pt x="1290482" y="1727199"/>
                </a:lnTo>
                <a:lnTo>
                  <a:pt x="1286371" y="1714499"/>
                </a:lnTo>
                <a:lnTo>
                  <a:pt x="1283349" y="1714499"/>
                </a:lnTo>
                <a:lnTo>
                  <a:pt x="1281495" y="1701799"/>
                </a:lnTo>
                <a:lnTo>
                  <a:pt x="1295605" y="1701799"/>
                </a:lnTo>
                <a:lnTo>
                  <a:pt x="1298925" y="1714499"/>
                </a:lnTo>
                <a:lnTo>
                  <a:pt x="1309715" y="1727199"/>
                </a:lnTo>
                <a:close/>
              </a:path>
              <a:path w="2512059" h="2235200">
                <a:moveTo>
                  <a:pt x="1340229" y="1714499"/>
                </a:moveTo>
                <a:lnTo>
                  <a:pt x="1322994" y="1714499"/>
                </a:lnTo>
                <a:lnTo>
                  <a:pt x="1312205" y="1701799"/>
                </a:lnTo>
                <a:lnTo>
                  <a:pt x="1337208" y="1701799"/>
                </a:lnTo>
                <a:lnTo>
                  <a:pt x="1340229" y="1714499"/>
                </a:lnTo>
                <a:close/>
              </a:path>
              <a:path w="2512059" h="2235200">
                <a:moveTo>
                  <a:pt x="1343744" y="1727199"/>
                </a:moveTo>
                <a:lnTo>
                  <a:pt x="1331294" y="1727199"/>
                </a:lnTo>
                <a:lnTo>
                  <a:pt x="1328804" y="1714499"/>
                </a:lnTo>
                <a:lnTo>
                  <a:pt x="1342084" y="1714499"/>
                </a:lnTo>
                <a:lnTo>
                  <a:pt x="1343744" y="1727199"/>
                </a:lnTo>
                <a:close/>
              </a:path>
              <a:path w="2512059" h="2235200">
                <a:moveTo>
                  <a:pt x="1335444" y="1739899"/>
                </a:moveTo>
                <a:lnTo>
                  <a:pt x="1303074" y="1739899"/>
                </a:lnTo>
                <a:lnTo>
                  <a:pt x="1295605" y="1727199"/>
                </a:lnTo>
                <a:lnTo>
                  <a:pt x="1341254" y="1727199"/>
                </a:lnTo>
                <a:lnTo>
                  <a:pt x="1335444" y="1739899"/>
                </a:lnTo>
                <a:close/>
              </a:path>
              <a:path w="2512059" h="2235200">
                <a:moveTo>
                  <a:pt x="1271535" y="1752599"/>
                </a:moveTo>
                <a:lnTo>
                  <a:pt x="1225886" y="1752599"/>
                </a:lnTo>
                <a:lnTo>
                  <a:pt x="1237506" y="1739899"/>
                </a:lnTo>
                <a:lnTo>
                  <a:pt x="1264066" y="1739899"/>
                </a:lnTo>
                <a:lnTo>
                  <a:pt x="1271535" y="1752599"/>
                </a:lnTo>
                <a:close/>
              </a:path>
              <a:path w="2512059" h="2235200">
                <a:moveTo>
                  <a:pt x="1239166" y="1765299"/>
                </a:moveTo>
                <a:lnTo>
                  <a:pt x="1225056" y="1765299"/>
                </a:lnTo>
                <a:lnTo>
                  <a:pt x="1223396" y="1752599"/>
                </a:lnTo>
                <a:lnTo>
                  <a:pt x="1235846" y="1752599"/>
                </a:lnTo>
                <a:lnTo>
                  <a:pt x="1239166" y="1765299"/>
                </a:lnTo>
                <a:close/>
              </a:path>
              <a:path w="2512059" h="2235200">
                <a:moveTo>
                  <a:pt x="1280769" y="1765299"/>
                </a:moveTo>
                <a:lnTo>
                  <a:pt x="1266555" y="1765299"/>
                </a:lnTo>
                <a:lnTo>
                  <a:pt x="1255766" y="1752599"/>
                </a:lnTo>
                <a:lnTo>
                  <a:pt x="1276658" y="1752599"/>
                </a:lnTo>
                <a:lnTo>
                  <a:pt x="1280769" y="1765299"/>
                </a:lnTo>
                <a:close/>
              </a:path>
              <a:path w="2512059" h="2235200">
                <a:moveTo>
                  <a:pt x="1253276" y="1777999"/>
                </a:moveTo>
                <a:lnTo>
                  <a:pt x="1234043" y="1777999"/>
                </a:lnTo>
                <a:lnTo>
                  <a:pt x="1229932" y="1765299"/>
                </a:lnTo>
                <a:lnTo>
                  <a:pt x="1242486" y="1765299"/>
                </a:lnTo>
                <a:lnTo>
                  <a:pt x="1253276" y="1777999"/>
                </a:lnTo>
                <a:close/>
              </a:path>
              <a:path w="2512059" h="2235200">
                <a:moveTo>
                  <a:pt x="1285645" y="1777999"/>
                </a:moveTo>
                <a:lnTo>
                  <a:pt x="1272365" y="1777999"/>
                </a:lnTo>
                <a:lnTo>
                  <a:pt x="1270705" y="1765299"/>
                </a:lnTo>
                <a:lnTo>
                  <a:pt x="1283791" y="1765299"/>
                </a:lnTo>
                <a:lnTo>
                  <a:pt x="1285645" y="1777999"/>
                </a:lnTo>
                <a:close/>
              </a:path>
              <a:path w="2512059" h="2235200">
                <a:moveTo>
                  <a:pt x="1265725" y="1790699"/>
                </a:moveTo>
                <a:lnTo>
                  <a:pt x="1246636" y="1790699"/>
                </a:lnTo>
                <a:lnTo>
                  <a:pt x="1239166" y="1777999"/>
                </a:lnTo>
                <a:lnTo>
                  <a:pt x="1261575" y="1777999"/>
                </a:lnTo>
                <a:lnTo>
                  <a:pt x="1265725" y="1790699"/>
                </a:lnTo>
                <a:close/>
              </a:path>
              <a:path w="2512059" h="2235200">
                <a:moveTo>
                  <a:pt x="1284815" y="1790699"/>
                </a:moveTo>
                <a:lnTo>
                  <a:pt x="1269045" y="1790699"/>
                </a:lnTo>
                <a:lnTo>
                  <a:pt x="1271535" y="1777999"/>
                </a:lnTo>
                <a:lnTo>
                  <a:pt x="1287305" y="1777999"/>
                </a:lnTo>
                <a:lnTo>
                  <a:pt x="1284815" y="1790699"/>
                </a:lnTo>
                <a:close/>
              </a:path>
              <a:path w="2512059" h="2235200">
                <a:moveTo>
                  <a:pt x="1207627" y="1803399"/>
                </a:moveTo>
                <a:lnTo>
                  <a:pt x="1169447" y="1803399"/>
                </a:lnTo>
                <a:lnTo>
                  <a:pt x="1181067" y="1790699"/>
                </a:lnTo>
                <a:lnTo>
                  <a:pt x="1200987" y="1790699"/>
                </a:lnTo>
                <a:lnTo>
                  <a:pt x="1207627" y="1803399"/>
                </a:lnTo>
                <a:close/>
              </a:path>
              <a:path w="2512059" h="2235200">
                <a:moveTo>
                  <a:pt x="1266555" y="1803399"/>
                </a:moveTo>
                <a:lnTo>
                  <a:pt x="1253276" y="1790699"/>
                </a:lnTo>
                <a:lnTo>
                  <a:pt x="1273195" y="1790699"/>
                </a:lnTo>
                <a:lnTo>
                  <a:pt x="1266555" y="1803399"/>
                </a:lnTo>
                <a:close/>
              </a:path>
              <a:path w="2512059" h="2235200">
                <a:moveTo>
                  <a:pt x="1179407" y="1816099"/>
                </a:moveTo>
                <a:lnTo>
                  <a:pt x="1168617" y="1816099"/>
                </a:lnTo>
                <a:lnTo>
                  <a:pt x="1166957" y="1803399"/>
                </a:lnTo>
                <a:lnTo>
                  <a:pt x="1180237" y="1803399"/>
                </a:lnTo>
                <a:lnTo>
                  <a:pt x="1179407" y="1816099"/>
                </a:lnTo>
                <a:close/>
              </a:path>
              <a:path w="2512059" h="2235200">
                <a:moveTo>
                  <a:pt x="1220219" y="1816099"/>
                </a:moveTo>
                <a:lnTo>
                  <a:pt x="1199327" y="1816099"/>
                </a:lnTo>
                <a:lnTo>
                  <a:pt x="1195177" y="1803399"/>
                </a:lnTo>
                <a:lnTo>
                  <a:pt x="1215096" y="1803399"/>
                </a:lnTo>
                <a:lnTo>
                  <a:pt x="1220219" y="1816099"/>
                </a:lnTo>
                <a:close/>
              </a:path>
              <a:path w="2512059" h="2235200">
                <a:moveTo>
                  <a:pt x="1201816" y="1841499"/>
                </a:moveTo>
                <a:lnTo>
                  <a:pt x="1182727" y="1841499"/>
                </a:lnTo>
                <a:lnTo>
                  <a:pt x="1177604" y="1828799"/>
                </a:lnTo>
                <a:lnTo>
                  <a:pt x="1173493" y="1828799"/>
                </a:lnTo>
                <a:lnTo>
                  <a:pt x="1170472" y="1816099"/>
                </a:lnTo>
                <a:lnTo>
                  <a:pt x="1186047" y="1816099"/>
                </a:lnTo>
                <a:lnTo>
                  <a:pt x="1196837" y="1828799"/>
                </a:lnTo>
                <a:lnTo>
                  <a:pt x="1201816" y="1841499"/>
                </a:lnTo>
                <a:close/>
              </a:path>
              <a:path w="2512059" h="2235200">
                <a:moveTo>
                  <a:pt x="1229206" y="1828799"/>
                </a:moveTo>
                <a:lnTo>
                  <a:pt x="1214266" y="1828799"/>
                </a:lnTo>
                <a:lnTo>
                  <a:pt x="1210116" y="1816099"/>
                </a:lnTo>
                <a:lnTo>
                  <a:pt x="1227352" y="1816099"/>
                </a:lnTo>
                <a:lnTo>
                  <a:pt x="1229206" y="1828799"/>
                </a:lnTo>
                <a:close/>
              </a:path>
              <a:path w="2512059" h="2235200">
                <a:moveTo>
                  <a:pt x="1228376" y="1841499"/>
                </a:moveTo>
                <a:lnTo>
                  <a:pt x="1217586" y="1841499"/>
                </a:lnTo>
                <a:lnTo>
                  <a:pt x="1218416" y="1828799"/>
                </a:lnTo>
                <a:lnTo>
                  <a:pt x="1230036" y="1828799"/>
                </a:lnTo>
                <a:lnTo>
                  <a:pt x="1228376" y="1841499"/>
                </a:lnTo>
                <a:close/>
              </a:path>
              <a:path w="2512059" h="2235200">
                <a:moveTo>
                  <a:pt x="1216756" y="1854199"/>
                </a:moveTo>
                <a:lnTo>
                  <a:pt x="1196837" y="1854199"/>
                </a:lnTo>
                <a:lnTo>
                  <a:pt x="1190197" y="1841499"/>
                </a:lnTo>
                <a:lnTo>
                  <a:pt x="1222566" y="1841499"/>
                </a:lnTo>
                <a:lnTo>
                  <a:pt x="1216756" y="1854199"/>
                </a:lnTo>
                <a:close/>
              </a:path>
            </a:pathLst>
          </a:custGeom>
          <a:solidFill>
            <a:srgbClr val="000000"/>
          </a:solidFill>
        </p:spPr>
        <p:txBody>
          <a:bodyPr wrap="square" lIns="0" tIns="0" rIns="0" bIns="0" rtlCol="0"/>
          <a:lstStyle/>
          <a:p>
            <a:endParaRPr sz="1200"/>
          </a:p>
        </p:txBody>
      </p:sp>
      <p:sp>
        <p:nvSpPr>
          <p:cNvPr id="24" name="bg object 24"/>
          <p:cNvSpPr/>
          <p:nvPr/>
        </p:nvSpPr>
        <p:spPr>
          <a:xfrm>
            <a:off x="9161751" y="685800"/>
            <a:ext cx="1648460" cy="1125220"/>
          </a:xfrm>
          <a:custGeom>
            <a:avLst/>
            <a:gdLst/>
            <a:ahLst/>
            <a:cxnLst/>
            <a:rect l="l" t="t" r="r" b="b"/>
            <a:pathLst>
              <a:path w="2472690" h="1687830">
                <a:moveTo>
                  <a:pt x="1664118" y="1687346"/>
                </a:moveTo>
                <a:lnTo>
                  <a:pt x="0" y="248407"/>
                </a:lnTo>
                <a:lnTo>
                  <a:pt x="214135" y="0"/>
                </a:lnTo>
                <a:lnTo>
                  <a:pt x="2472522" y="751039"/>
                </a:lnTo>
                <a:lnTo>
                  <a:pt x="1664118" y="1687346"/>
                </a:lnTo>
                <a:close/>
              </a:path>
            </a:pathLst>
          </a:custGeom>
          <a:solidFill>
            <a:srgbClr val="2FB5C4"/>
          </a:solidFill>
        </p:spPr>
        <p:txBody>
          <a:bodyPr wrap="square" lIns="0" tIns="0" rIns="0" bIns="0" rtlCol="0"/>
          <a:lstStyle/>
          <a:p>
            <a:endParaRPr sz="1200"/>
          </a:p>
        </p:txBody>
      </p:sp>
      <p:sp>
        <p:nvSpPr>
          <p:cNvPr id="25" name="bg object 25"/>
          <p:cNvSpPr/>
          <p:nvPr/>
        </p:nvSpPr>
        <p:spPr>
          <a:xfrm>
            <a:off x="9784791" y="844759"/>
            <a:ext cx="635000" cy="302683"/>
          </a:xfrm>
          <a:custGeom>
            <a:avLst/>
            <a:gdLst/>
            <a:ahLst/>
            <a:cxnLst/>
            <a:rect l="l" t="t" r="r" b="b"/>
            <a:pathLst>
              <a:path w="952500" h="454025">
                <a:moveTo>
                  <a:pt x="594122" y="453429"/>
                </a:moveTo>
                <a:lnTo>
                  <a:pt x="548205" y="453220"/>
                </a:lnTo>
                <a:lnTo>
                  <a:pt x="502930" y="449480"/>
                </a:lnTo>
                <a:lnTo>
                  <a:pt x="458462" y="442320"/>
                </a:lnTo>
                <a:lnTo>
                  <a:pt x="414965" y="431852"/>
                </a:lnTo>
                <a:lnTo>
                  <a:pt x="372603" y="418186"/>
                </a:lnTo>
                <a:lnTo>
                  <a:pt x="331542" y="401433"/>
                </a:lnTo>
                <a:lnTo>
                  <a:pt x="291944" y="381705"/>
                </a:lnTo>
                <a:lnTo>
                  <a:pt x="253975" y="359111"/>
                </a:lnTo>
                <a:lnTo>
                  <a:pt x="217798" y="333763"/>
                </a:lnTo>
                <a:lnTo>
                  <a:pt x="183579" y="305772"/>
                </a:lnTo>
                <a:lnTo>
                  <a:pt x="151481" y="275249"/>
                </a:lnTo>
                <a:lnTo>
                  <a:pt x="121668" y="242304"/>
                </a:lnTo>
                <a:lnTo>
                  <a:pt x="94306" y="207049"/>
                </a:lnTo>
                <a:lnTo>
                  <a:pt x="69559" y="169595"/>
                </a:lnTo>
                <a:lnTo>
                  <a:pt x="47590" y="130052"/>
                </a:lnTo>
                <a:lnTo>
                  <a:pt x="28564" y="88531"/>
                </a:lnTo>
                <a:lnTo>
                  <a:pt x="12646" y="45143"/>
                </a:lnTo>
                <a:lnTo>
                  <a:pt x="0" y="0"/>
                </a:lnTo>
                <a:lnTo>
                  <a:pt x="951991" y="317363"/>
                </a:lnTo>
                <a:lnTo>
                  <a:pt x="913762" y="346618"/>
                </a:lnTo>
                <a:lnTo>
                  <a:pt x="873020" y="372781"/>
                </a:lnTo>
                <a:lnTo>
                  <a:pt x="829880" y="395666"/>
                </a:lnTo>
                <a:lnTo>
                  <a:pt x="784457" y="415090"/>
                </a:lnTo>
                <a:lnTo>
                  <a:pt x="736868" y="430867"/>
                </a:lnTo>
                <a:lnTo>
                  <a:pt x="687226" y="442814"/>
                </a:lnTo>
                <a:lnTo>
                  <a:pt x="640517" y="449998"/>
                </a:lnTo>
                <a:lnTo>
                  <a:pt x="594122" y="453429"/>
                </a:lnTo>
                <a:close/>
              </a:path>
            </a:pathLst>
          </a:custGeom>
          <a:solidFill>
            <a:srgbClr val="F4F4F4"/>
          </a:solidFill>
        </p:spPr>
        <p:txBody>
          <a:bodyPr wrap="square" lIns="0" tIns="0" rIns="0" bIns="0" rtlCol="0"/>
          <a:lstStyle/>
          <a:p>
            <a:endParaRPr sz="1200"/>
          </a:p>
        </p:txBody>
      </p:sp>
      <p:pic>
        <p:nvPicPr>
          <p:cNvPr id="26" name="bg object 26"/>
          <p:cNvPicPr/>
          <p:nvPr/>
        </p:nvPicPr>
        <p:blipFill>
          <a:blip r:embed="rId6" cstate="print"/>
          <a:stretch>
            <a:fillRect/>
          </a:stretch>
        </p:blipFill>
        <p:spPr>
          <a:xfrm>
            <a:off x="5803337" y="594305"/>
            <a:ext cx="2266197" cy="1778000"/>
          </a:xfrm>
          <a:prstGeom prst="rect">
            <a:avLst/>
          </a:prstGeom>
        </p:spPr>
      </p:pic>
      <p:sp>
        <p:nvSpPr>
          <p:cNvPr id="2" name="Holder 2"/>
          <p:cNvSpPr>
            <a:spLocks noGrp="1"/>
          </p:cNvSpPr>
          <p:nvPr>
            <p:ph type="title"/>
          </p:nvPr>
        </p:nvSpPr>
        <p:spPr>
          <a:xfrm>
            <a:off x="3193533" y="91038"/>
            <a:ext cx="5804933" cy="1128642"/>
          </a:xfrm>
        </p:spPr>
        <p:txBody>
          <a:bodyPr lIns="0" tIns="0" rIns="0" bIns="0"/>
          <a:lstStyle>
            <a:lvl1pPr>
              <a:defRPr sz="3667" b="1" i="0">
                <a:solidFill>
                  <a:srgbClr val="293497"/>
                </a:solidFill>
                <a:latin typeface="Roboto"/>
                <a:cs typeface="Roboto"/>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908DCBC0-2B67-4AFD-9FAF-5862F2499A88}" type="datetimeFigureOut">
              <a:rPr lang="en-US" smtClean="0"/>
              <a:t>7/6/2023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2889C364-0DB4-4464-93BB-3F259E366134}" type="slidenum">
              <a:rPr lang="en-US" smtClean="0"/>
              <a:t>‹#›</a:t>
            </a:fld>
            <a:endParaRPr lang="en-US"/>
          </a:p>
        </p:txBody>
      </p:sp>
    </p:spTree>
    <p:extLst>
      <p:ext uri="{BB962C8B-B14F-4D97-AF65-F5344CB8AC3E}">
        <p14:creationId xmlns:p14="http://schemas.microsoft.com/office/powerpoint/2010/main" val="563288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6" name="bg object 16"/>
          <p:cNvSpPr/>
          <p:nvPr/>
        </p:nvSpPr>
        <p:spPr>
          <a:xfrm>
            <a:off x="0" y="2"/>
            <a:ext cx="12192000" cy="6858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6F9F6"/>
          </a:solidFill>
        </p:spPr>
        <p:txBody>
          <a:bodyPr wrap="square" lIns="0" tIns="0" rIns="0" bIns="0" rtlCol="0"/>
          <a:lstStyle/>
          <a:p>
            <a:endParaRPr sz="120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908DCBC0-2B67-4AFD-9FAF-5862F2499A88}" type="datetimeFigureOut">
              <a:rPr lang="en-US" smtClean="0"/>
              <a:t>7/6/2023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2889C364-0DB4-4464-93BB-3F259E366134}" type="slidenum">
              <a:rPr lang="en-US" smtClean="0"/>
              <a:t>‹#›</a:t>
            </a:fld>
            <a:endParaRPr lang="en-US"/>
          </a:p>
        </p:txBody>
      </p:sp>
    </p:spTree>
    <p:extLst>
      <p:ext uri="{BB962C8B-B14F-4D97-AF65-F5344CB8AC3E}">
        <p14:creationId xmlns:p14="http://schemas.microsoft.com/office/powerpoint/2010/main" val="40903452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48000">
              <a:schemeClr val="accent1">
                <a:lumMod val="45000"/>
                <a:lumOff val="55000"/>
              </a:schemeClr>
            </a:gs>
            <a:gs pos="64000">
              <a:schemeClr val="accent1">
                <a:lumMod val="45000"/>
                <a:lumOff val="55000"/>
              </a:schemeClr>
            </a:gs>
            <a:gs pos="18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
            <a:ext cx="12191999" cy="6857999"/>
          </a:xfrm>
          <a:prstGeom prst="rect">
            <a:avLst/>
          </a:prstGeom>
        </p:spPr>
      </p:pic>
      <p:sp>
        <p:nvSpPr>
          <p:cNvPr id="2" name="Holder 2"/>
          <p:cNvSpPr>
            <a:spLocks noGrp="1"/>
          </p:cNvSpPr>
          <p:nvPr>
            <p:ph type="title"/>
          </p:nvPr>
        </p:nvSpPr>
        <p:spPr>
          <a:xfrm>
            <a:off x="3193533" y="91038"/>
            <a:ext cx="5804933" cy="846386"/>
          </a:xfrm>
          <a:prstGeom prst="rect">
            <a:avLst/>
          </a:prstGeom>
        </p:spPr>
        <p:txBody>
          <a:bodyPr wrap="square" lIns="0" tIns="0" rIns="0" bIns="0">
            <a:spAutoFit/>
          </a:bodyPr>
          <a:lstStyle>
            <a:lvl1pPr>
              <a:defRPr sz="5500" b="1" i="0">
                <a:solidFill>
                  <a:srgbClr val="293497"/>
                </a:solidFill>
                <a:latin typeface="Roboto"/>
                <a:cs typeface="Roboto"/>
              </a:defRPr>
            </a:lvl1pPr>
          </a:lstStyle>
          <a:p>
            <a:endParaRPr/>
          </a:p>
        </p:txBody>
      </p:sp>
      <p:sp>
        <p:nvSpPr>
          <p:cNvPr id="3" name="Holder 3"/>
          <p:cNvSpPr>
            <a:spLocks noGrp="1"/>
          </p:cNvSpPr>
          <p:nvPr>
            <p:ph type="body" idx="1"/>
          </p:nvPr>
        </p:nvSpPr>
        <p:spPr>
          <a:xfrm>
            <a:off x="1760852" y="1592174"/>
            <a:ext cx="8670297"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908DCBC0-2B67-4AFD-9FAF-5862F2499A88}" type="datetimeFigureOut">
              <a:rPr lang="en-US" smtClean="0"/>
              <a:t>7/6/2023</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2889C364-0DB4-4464-93BB-3F259E366134}" type="slidenum">
              <a:rPr lang="en-US" smtClean="0"/>
              <a:t>‹#›</a:t>
            </a:fld>
            <a:endParaRPr lang="en-US"/>
          </a:p>
        </p:txBody>
      </p:sp>
    </p:spTree>
    <p:extLst>
      <p:ext uri="{BB962C8B-B14F-4D97-AF65-F5344CB8AC3E}">
        <p14:creationId xmlns:p14="http://schemas.microsoft.com/office/powerpoint/2010/main" val="123851149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304815" eaLnBrk="1" hangingPunct="1">
        <a:defRPr>
          <a:latin typeface="+mn-lt"/>
          <a:ea typeface="+mn-ea"/>
          <a:cs typeface="+mn-cs"/>
        </a:defRPr>
      </a:lvl2pPr>
      <a:lvl3pPr marL="609630" eaLnBrk="1" hangingPunct="1">
        <a:defRPr>
          <a:latin typeface="+mn-lt"/>
          <a:ea typeface="+mn-ea"/>
          <a:cs typeface="+mn-cs"/>
        </a:defRPr>
      </a:lvl3pPr>
      <a:lvl4pPr marL="914446" eaLnBrk="1" hangingPunct="1">
        <a:defRPr>
          <a:latin typeface="+mn-lt"/>
          <a:ea typeface="+mn-ea"/>
          <a:cs typeface="+mn-cs"/>
        </a:defRPr>
      </a:lvl4pPr>
      <a:lvl5pPr marL="1219261" eaLnBrk="1" hangingPunct="1">
        <a:defRPr>
          <a:latin typeface="+mn-lt"/>
          <a:ea typeface="+mn-ea"/>
          <a:cs typeface="+mn-cs"/>
        </a:defRPr>
      </a:lvl5pPr>
      <a:lvl6pPr marL="1524076" eaLnBrk="1" hangingPunct="1">
        <a:defRPr>
          <a:latin typeface="+mn-lt"/>
          <a:ea typeface="+mn-ea"/>
          <a:cs typeface="+mn-cs"/>
        </a:defRPr>
      </a:lvl6pPr>
      <a:lvl7pPr marL="1828891" eaLnBrk="1" hangingPunct="1">
        <a:defRPr>
          <a:latin typeface="+mn-lt"/>
          <a:ea typeface="+mn-ea"/>
          <a:cs typeface="+mn-cs"/>
        </a:defRPr>
      </a:lvl7pPr>
      <a:lvl8pPr marL="2133707" eaLnBrk="1" hangingPunct="1">
        <a:defRPr>
          <a:latin typeface="+mn-lt"/>
          <a:ea typeface="+mn-ea"/>
          <a:cs typeface="+mn-cs"/>
        </a:defRPr>
      </a:lvl8pPr>
      <a:lvl9pPr marL="2438522" eaLnBrk="1" hangingPunct="1">
        <a:defRPr>
          <a:latin typeface="+mn-lt"/>
          <a:ea typeface="+mn-ea"/>
          <a:cs typeface="+mn-cs"/>
        </a:defRPr>
      </a:lvl9pPr>
    </p:bodyStyle>
    <p:otherStyle>
      <a:lvl1pPr marL="0" eaLnBrk="1" hangingPunct="1">
        <a:defRPr>
          <a:latin typeface="+mn-lt"/>
          <a:ea typeface="+mn-ea"/>
          <a:cs typeface="+mn-cs"/>
        </a:defRPr>
      </a:lvl1pPr>
      <a:lvl2pPr marL="304815" eaLnBrk="1" hangingPunct="1">
        <a:defRPr>
          <a:latin typeface="+mn-lt"/>
          <a:ea typeface="+mn-ea"/>
          <a:cs typeface="+mn-cs"/>
        </a:defRPr>
      </a:lvl2pPr>
      <a:lvl3pPr marL="609630" eaLnBrk="1" hangingPunct="1">
        <a:defRPr>
          <a:latin typeface="+mn-lt"/>
          <a:ea typeface="+mn-ea"/>
          <a:cs typeface="+mn-cs"/>
        </a:defRPr>
      </a:lvl3pPr>
      <a:lvl4pPr marL="914446" eaLnBrk="1" hangingPunct="1">
        <a:defRPr>
          <a:latin typeface="+mn-lt"/>
          <a:ea typeface="+mn-ea"/>
          <a:cs typeface="+mn-cs"/>
        </a:defRPr>
      </a:lvl4pPr>
      <a:lvl5pPr marL="1219261" eaLnBrk="1" hangingPunct="1">
        <a:defRPr>
          <a:latin typeface="+mn-lt"/>
          <a:ea typeface="+mn-ea"/>
          <a:cs typeface="+mn-cs"/>
        </a:defRPr>
      </a:lvl5pPr>
      <a:lvl6pPr marL="1524076" eaLnBrk="1" hangingPunct="1">
        <a:defRPr>
          <a:latin typeface="+mn-lt"/>
          <a:ea typeface="+mn-ea"/>
          <a:cs typeface="+mn-cs"/>
        </a:defRPr>
      </a:lvl6pPr>
      <a:lvl7pPr marL="1828891" eaLnBrk="1" hangingPunct="1">
        <a:defRPr>
          <a:latin typeface="+mn-lt"/>
          <a:ea typeface="+mn-ea"/>
          <a:cs typeface="+mn-cs"/>
        </a:defRPr>
      </a:lvl7pPr>
      <a:lvl8pPr marL="2133707" eaLnBrk="1" hangingPunct="1">
        <a:defRPr>
          <a:latin typeface="+mn-lt"/>
          <a:ea typeface="+mn-ea"/>
          <a:cs typeface="+mn-cs"/>
        </a:defRPr>
      </a:lvl8pPr>
      <a:lvl9pPr marL="2438522"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54F727-568C-451C-8A88-47E3C9B11701}"/>
              </a:ext>
            </a:extLst>
          </p:cNvPr>
          <p:cNvSpPr>
            <a:spLocks noGrp="1"/>
          </p:cNvSpPr>
          <p:nvPr>
            <p:ph type="title"/>
          </p:nvPr>
        </p:nvSpPr>
        <p:spPr>
          <a:xfrm>
            <a:off x="2802465" y="169334"/>
            <a:ext cx="6951133" cy="564322"/>
          </a:xfrm>
        </p:spPr>
        <p:txBody>
          <a:bodyPr/>
          <a:lstStyle/>
          <a:p>
            <a:pPr algn="ctr"/>
            <a:r>
              <a:rPr lang="en-US" sz="3700">
                <a:latin typeface="Times New Roman" panose="02020603050405020304" pitchFamily="18" charset="0"/>
                <a:cs typeface="Times New Roman" panose="02020603050405020304" pitchFamily="18" charset="0"/>
              </a:rPr>
              <a:t>TR</a:t>
            </a:r>
            <a:r>
              <a:rPr lang="vi-VN" sz="3700">
                <a:latin typeface="Times New Roman" panose="02020603050405020304" pitchFamily="18" charset="0"/>
                <a:cs typeface="Times New Roman" panose="02020603050405020304" pitchFamily="18" charset="0"/>
              </a:rPr>
              <a:t>Ư</a:t>
            </a:r>
            <a:r>
              <a:rPr lang="en-US" sz="3700">
                <a:latin typeface="Times New Roman" panose="02020603050405020304" pitchFamily="18" charset="0"/>
                <a:cs typeface="Times New Roman" panose="02020603050405020304" pitchFamily="18" charset="0"/>
              </a:rPr>
              <a:t>ỜNG ĐẠI HỌC THUỶ LỢI</a:t>
            </a:r>
          </a:p>
        </p:txBody>
      </p:sp>
      <p:sp>
        <p:nvSpPr>
          <p:cNvPr id="7" name="Text Placeholder 3">
            <a:extLst>
              <a:ext uri="{FF2B5EF4-FFF2-40B4-BE49-F238E27FC236}">
                <a16:creationId xmlns:a16="http://schemas.microsoft.com/office/drawing/2014/main" id="{DD771071-1CAA-49B0-8D31-1856BCC4DE56}"/>
              </a:ext>
            </a:extLst>
          </p:cNvPr>
          <p:cNvSpPr>
            <a:spLocks noGrp="1"/>
          </p:cNvSpPr>
          <p:nvPr>
            <p:ph type="body" idx="1"/>
          </p:nvPr>
        </p:nvSpPr>
        <p:spPr>
          <a:xfrm>
            <a:off x="2802466" y="2302462"/>
            <a:ext cx="6595535" cy="933589"/>
          </a:xfrm>
        </p:spPr>
        <p:txBody>
          <a:bodyPr/>
          <a:lstStyle/>
          <a:p>
            <a:pPr algn="ctr">
              <a:lnSpc>
                <a:spcPct val="100000"/>
              </a:lnSpc>
              <a:spcBef>
                <a:spcPts val="1980"/>
              </a:spcBef>
            </a:pPr>
            <a:r>
              <a:rPr lang="en-US" b="1" spc="10">
                <a:latin typeface="Times New Roman" panose="02020603050405020304" pitchFamily="18" charset="0"/>
                <a:cs typeface="Times New Roman" panose="02020603050405020304" pitchFamily="18" charset="0"/>
              </a:rPr>
              <a:t>NGHIÊN</a:t>
            </a:r>
            <a:r>
              <a:rPr lang="en-US" b="1" spc="-10">
                <a:latin typeface="Times New Roman" panose="02020603050405020304" pitchFamily="18" charset="0"/>
                <a:cs typeface="Times New Roman" panose="02020603050405020304" pitchFamily="18" charset="0"/>
              </a:rPr>
              <a:t> </a:t>
            </a:r>
            <a:r>
              <a:rPr lang="en-US" b="1" spc="-25">
                <a:latin typeface="Times New Roman" panose="02020603050405020304" pitchFamily="18" charset="0"/>
                <a:cs typeface="Times New Roman" panose="02020603050405020304" pitchFamily="18" charset="0"/>
              </a:rPr>
              <a:t>CỨU</a:t>
            </a:r>
            <a:r>
              <a:rPr lang="en-US" b="1" spc="-10">
                <a:latin typeface="Times New Roman" panose="02020603050405020304" pitchFamily="18" charset="0"/>
                <a:cs typeface="Times New Roman" panose="02020603050405020304" pitchFamily="18" charset="0"/>
              </a:rPr>
              <a:t> </a:t>
            </a:r>
            <a:r>
              <a:rPr lang="en-US" b="1" spc="15">
                <a:latin typeface="Times New Roman" panose="02020603050405020304" pitchFamily="18" charset="0"/>
                <a:cs typeface="Times New Roman" panose="02020603050405020304" pitchFamily="18" charset="0"/>
              </a:rPr>
              <a:t>MÔ</a:t>
            </a:r>
            <a:r>
              <a:rPr lang="en-US" b="1" spc="-5">
                <a:latin typeface="Times New Roman" panose="02020603050405020304" pitchFamily="18" charset="0"/>
                <a:cs typeface="Times New Roman" panose="02020603050405020304" pitchFamily="18" charset="0"/>
              </a:rPr>
              <a:t> HÌNH</a:t>
            </a:r>
            <a:r>
              <a:rPr lang="en-US" b="1" spc="-10">
                <a:latin typeface="Times New Roman" panose="02020603050405020304" pitchFamily="18" charset="0"/>
                <a:cs typeface="Times New Roman" panose="02020603050405020304" pitchFamily="18" charset="0"/>
              </a:rPr>
              <a:t> </a:t>
            </a:r>
            <a:r>
              <a:rPr lang="en-US" b="1" spc="25">
                <a:latin typeface="Times New Roman" panose="02020603050405020304" pitchFamily="18" charset="0"/>
                <a:cs typeface="Times New Roman" panose="02020603050405020304" pitchFamily="18" charset="0"/>
              </a:rPr>
              <a:t>HỌC</a:t>
            </a:r>
            <a:r>
              <a:rPr lang="en-US" b="1" spc="-5">
                <a:latin typeface="Times New Roman" panose="02020603050405020304" pitchFamily="18" charset="0"/>
                <a:cs typeface="Times New Roman" panose="02020603050405020304" pitchFamily="18" charset="0"/>
              </a:rPr>
              <a:t> </a:t>
            </a:r>
            <a:r>
              <a:rPr lang="en-US" b="1" spc="30">
                <a:latin typeface="Times New Roman" panose="02020603050405020304" pitchFamily="18" charset="0"/>
                <a:cs typeface="Times New Roman" panose="02020603050405020304" pitchFamily="18" charset="0"/>
              </a:rPr>
              <a:t>MÁY</a:t>
            </a:r>
            <a:r>
              <a:rPr lang="en-US" b="1" spc="-10">
                <a:latin typeface="Times New Roman" panose="02020603050405020304" pitchFamily="18" charset="0"/>
                <a:cs typeface="Times New Roman" panose="02020603050405020304" pitchFamily="18" charset="0"/>
              </a:rPr>
              <a:t> </a:t>
            </a:r>
            <a:r>
              <a:rPr lang="en-US" b="1" spc="-30">
                <a:latin typeface="Times New Roman" panose="02020603050405020304" pitchFamily="18" charset="0"/>
                <a:cs typeface="Times New Roman" panose="02020603050405020304" pitchFamily="18" charset="0"/>
              </a:rPr>
              <a:t>DỰ</a:t>
            </a:r>
            <a:r>
              <a:rPr lang="en-US" b="1" spc="-5">
                <a:latin typeface="Times New Roman" panose="02020603050405020304" pitchFamily="18" charset="0"/>
                <a:cs typeface="Times New Roman" panose="02020603050405020304" pitchFamily="18" charset="0"/>
              </a:rPr>
              <a:t> </a:t>
            </a:r>
            <a:r>
              <a:rPr lang="en-US" b="1" spc="55">
                <a:latin typeface="Times New Roman" panose="02020603050405020304" pitchFamily="18" charset="0"/>
                <a:cs typeface="Times New Roman" panose="02020603050405020304" pitchFamily="18" charset="0"/>
              </a:rPr>
              <a:t>BÁO</a:t>
            </a:r>
            <a:r>
              <a:rPr lang="en-US" b="1" spc="-10">
                <a:latin typeface="Times New Roman" panose="02020603050405020304" pitchFamily="18" charset="0"/>
                <a:cs typeface="Times New Roman" panose="02020603050405020304" pitchFamily="18" charset="0"/>
              </a:rPr>
              <a:t> </a:t>
            </a:r>
            <a:r>
              <a:rPr lang="en-US" b="1" spc="70">
                <a:latin typeface="Times New Roman" panose="02020603050405020304" pitchFamily="18" charset="0"/>
                <a:cs typeface="Times New Roman" panose="02020603050405020304" pitchFamily="18" charset="0"/>
              </a:rPr>
              <a:t>GIÁ</a:t>
            </a:r>
            <a:r>
              <a:rPr lang="en-US" b="1" spc="-10">
                <a:latin typeface="Times New Roman" panose="02020603050405020304" pitchFamily="18" charset="0"/>
                <a:cs typeface="Times New Roman" panose="02020603050405020304" pitchFamily="18" charset="0"/>
              </a:rPr>
              <a:t> </a:t>
            </a:r>
            <a:r>
              <a:rPr lang="en-US" b="1" spc="40">
                <a:latin typeface="Times New Roman" panose="02020603050405020304" pitchFamily="18" charset="0"/>
                <a:cs typeface="Times New Roman" panose="02020603050405020304" pitchFamily="18" charset="0"/>
              </a:rPr>
              <a:t>CỔ</a:t>
            </a:r>
            <a:endParaRPr lang="en-US">
              <a:latin typeface="Times New Roman" panose="02020603050405020304" pitchFamily="18" charset="0"/>
              <a:cs typeface="Times New Roman" panose="02020603050405020304" pitchFamily="18" charset="0"/>
            </a:endParaRPr>
          </a:p>
          <a:p>
            <a:pPr marL="141605" algn="ctr">
              <a:lnSpc>
                <a:spcPct val="100000"/>
              </a:lnSpc>
              <a:spcBef>
                <a:spcPts val="825"/>
              </a:spcBef>
            </a:pPr>
            <a:r>
              <a:rPr lang="en-US" b="1" spc="-20">
                <a:latin typeface="Times New Roman" panose="02020603050405020304" pitchFamily="18" charset="0"/>
                <a:cs typeface="Times New Roman" panose="02020603050405020304" pitchFamily="18" charset="0"/>
              </a:rPr>
              <a:t>PHIẾU</a:t>
            </a:r>
            <a:r>
              <a:rPr lang="en-US" b="1" spc="-45">
                <a:latin typeface="Times New Roman" panose="02020603050405020304" pitchFamily="18" charset="0"/>
                <a:cs typeface="Times New Roman" panose="02020603050405020304" pitchFamily="18" charset="0"/>
              </a:rPr>
              <a:t> </a:t>
            </a:r>
            <a:r>
              <a:rPr lang="en-US" b="1" spc="80">
                <a:latin typeface="Times New Roman" panose="02020603050405020304" pitchFamily="18" charset="0"/>
                <a:cs typeface="Times New Roman" panose="02020603050405020304" pitchFamily="18" charset="0"/>
              </a:rPr>
              <a:t>ACB</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02A6DF6-F138-4E3B-AADB-416A3915D2BE}"/>
              </a:ext>
            </a:extLst>
          </p:cNvPr>
          <p:cNvSpPr/>
          <p:nvPr/>
        </p:nvSpPr>
        <p:spPr>
          <a:xfrm>
            <a:off x="2802465" y="666751"/>
            <a:ext cx="6951133" cy="369332"/>
          </a:xfrm>
          <a:prstGeom prst="rect">
            <a:avLst/>
          </a:prstGeom>
        </p:spPr>
        <p:txBody>
          <a:bodyPr wrap="square">
            <a:spAutoFit/>
          </a:bodyPr>
          <a:lstStyle/>
          <a:p>
            <a:pPr algn="ctr"/>
            <a:r>
              <a:rPr lang="en-US" b="1">
                <a:latin typeface="Times New Roman" panose="02020603050405020304" pitchFamily="18" charset="0"/>
                <a:cs typeface="Times New Roman" panose="02020603050405020304" pitchFamily="18" charset="0"/>
              </a:rPr>
              <a:t>Khoa </a:t>
            </a:r>
            <a:r>
              <a:rPr lang="en-US" b="1" err="1">
                <a:latin typeface="Times New Roman" panose="02020603050405020304" pitchFamily="18" charset="0"/>
                <a:cs typeface="Times New Roman" panose="02020603050405020304" pitchFamily="18" charset="0"/>
              </a:rPr>
              <a:t>công</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nghệ</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thông</a:t>
            </a:r>
            <a:r>
              <a:rPr lang="en-US" b="1">
                <a:latin typeface="Times New Roman" panose="02020603050405020304" pitchFamily="18" charset="0"/>
                <a:cs typeface="Times New Roman" panose="02020603050405020304" pitchFamily="18" charset="0"/>
              </a:rPr>
              <a:t> tin</a:t>
            </a:r>
          </a:p>
        </p:txBody>
      </p:sp>
      <p:sp>
        <p:nvSpPr>
          <p:cNvPr id="6" name="TextBox 5">
            <a:extLst>
              <a:ext uri="{FF2B5EF4-FFF2-40B4-BE49-F238E27FC236}">
                <a16:creationId xmlns:a16="http://schemas.microsoft.com/office/drawing/2014/main" id="{39DED952-95A3-43BE-87ED-73836B47A90B}"/>
              </a:ext>
            </a:extLst>
          </p:cNvPr>
          <p:cNvSpPr txBox="1"/>
          <p:nvPr/>
        </p:nvSpPr>
        <p:spPr>
          <a:xfrm>
            <a:off x="2802465" y="1724912"/>
            <a:ext cx="6595536" cy="584775"/>
          </a:xfrm>
          <a:prstGeom prst="rect">
            <a:avLst/>
          </a:prstGeom>
          <a:noFill/>
        </p:spPr>
        <p:txBody>
          <a:bodyPr wrap="square" rtlCol="0">
            <a:spAutoFit/>
          </a:bodyPr>
          <a:lstStyle/>
          <a:p>
            <a:pPr algn="ctr"/>
            <a:r>
              <a:rPr lang="en-US" sz="3200" b="1">
                <a:solidFill>
                  <a:srgbClr val="FF0000"/>
                </a:solidFill>
                <a:latin typeface="Times New Roman" panose="02020603050405020304" pitchFamily="18" charset="0"/>
                <a:cs typeface="Times New Roman" panose="02020603050405020304" pitchFamily="18" charset="0"/>
              </a:rPr>
              <a:t>BÁO CÁO ĐỒ ÁN TỐT NGHIỆP</a:t>
            </a:r>
          </a:p>
        </p:txBody>
      </p:sp>
      <p:sp>
        <p:nvSpPr>
          <p:cNvPr id="8" name="Rectangle 7">
            <a:extLst>
              <a:ext uri="{FF2B5EF4-FFF2-40B4-BE49-F238E27FC236}">
                <a16:creationId xmlns:a16="http://schemas.microsoft.com/office/drawing/2014/main" id="{E7389DED-A70A-4B35-89F1-EA5386FF9C54}"/>
              </a:ext>
            </a:extLst>
          </p:cNvPr>
          <p:cNvSpPr/>
          <p:nvPr/>
        </p:nvSpPr>
        <p:spPr>
          <a:xfrm>
            <a:off x="3776132" y="3429000"/>
            <a:ext cx="4639734" cy="1323439"/>
          </a:xfrm>
          <a:prstGeom prst="rect">
            <a:avLst/>
          </a:prstGeom>
        </p:spPr>
        <p:txBody>
          <a:bodyPr wrap="square">
            <a:spAutoFit/>
          </a:bodyPr>
          <a:lstStyle/>
          <a:p>
            <a:pPr>
              <a:lnSpc>
                <a:spcPct val="100000"/>
              </a:lnSpc>
              <a:spcBef>
                <a:spcPts val="1980"/>
              </a:spcBef>
            </a:pPr>
            <a:r>
              <a:rPr lang="en-US" sz="1600">
                <a:solidFill>
                  <a:srgbClr val="293497"/>
                </a:solidFill>
                <a:latin typeface="Times New Roman" panose="02020603050405020304" pitchFamily="18" charset="0"/>
                <a:cs typeface="Times New Roman" panose="02020603050405020304" pitchFamily="18" charset="0"/>
              </a:rPr>
              <a:t>Giảng viên h</a:t>
            </a:r>
            <a:r>
              <a:rPr lang="vi-VN" sz="1600">
                <a:solidFill>
                  <a:srgbClr val="293497"/>
                </a:solidFill>
                <a:latin typeface="Times New Roman" panose="02020603050405020304" pitchFamily="18" charset="0"/>
                <a:cs typeface="Times New Roman" panose="02020603050405020304" pitchFamily="18" charset="0"/>
              </a:rPr>
              <a:t>ư</a:t>
            </a:r>
            <a:r>
              <a:rPr lang="en-US" sz="1600">
                <a:solidFill>
                  <a:srgbClr val="293497"/>
                </a:solidFill>
                <a:latin typeface="Times New Roman" panose="02020603050405020304" pitchFamily="18" charset="0"/>
                <a:cs typeface="Times New Roman" panose="02020603050405020304" pitchFamily="18" charset="0"/>
              </a:rPr>
              <a:t>ớng dẫn: 	TS. Tạ Quang Chiểu</a:t>
            </a:r>
            <a:br>
              <a:rPr lang="en-US" sz="1600">
                <a:solidFill>
                  <a:srgbClr val="293497"/>
                </a:solidFill>
                <a:latin typeface="Times New Roman" panose="02020603050405020304" pitchFamily="18" charset="0"/>
                <a:cs typeface="Times New Roman" panose="02020603050405020304" pitchFamily="18" charset="0"/>
              </a:rPr>
            </a:br>
            <a:r>
              <a:rPr lang="en-US" sz="1600">
                <a:solidFill>
                  <a:srgbClr val="293497"/>
                </a:solidFill>
                <a:latin typeface="Times New Roman" panose="02020603050405020304" pitchFamily="18" charset="0"/>
                <a:cs typeface="Times New Roman" panose="02020603050405020304" pitchFamily="18" charset="0"/>
              </a:rPr>
              <a:t>Sinh viên thực hiện:    	Trần Công Tín</a:t>
            </a:r>
            <a:br>
              <a:rPr lang="en-US" sz="1600">
                <a:solidFill>
                  <a:srgbClr val="293497"/>
                </a:solidFill>
                <a:latin typeface="Times New Roman" panose="02020603050405020304" pitchFamily="18" charset="0"/>
                <a:cs typeface="Times New Roman" panose="02020603050405020304" pitchFamily="18" charset="0"/>
              </a:rPr>
            </a:br>
            <a:r>
              <a:rPr lang="en-US" sz="1600">
                <a:solidFill>
                  <a:srgbClr val="293497"/>
                </a:solidFill>
                <a:latin typeface="Times New Roman" panose="02020603050405020304" pitchFamily="18" charset="0"/>
                <a:cs typeface="Times New Roman" panose="02020603050405020304" pitchFamily="18" charset="0"/>
              </a:rPr>
              <a:t>Ngành: 			Kỹ thuật phần mềm</a:t>
            </a:r>
            <a:br>
              <a:rPr lang="en-US" sz="1600">
                <a:solidFill>
                  <a:srgbClr val="293497"/>
                </a:solidFill>
                <a:latin typeface="Times New Roman" panose="02020603050405020304" pitchFamily="18" charset="0"/>
                <a:cs typeface="Times New Roman" panose="02020603050405020304" pitchFamily="18" charset="0"/>
              </a:rPr>
            </a:br>
            <a:r>
              <a:rPr lang="en-US" sz="1600">
                <a:solidFill>
                  <a:srgbClr val="293497"/>
                </a:solidFill>
                <a:latin typeface="Times New Roman" panose="02020603050405020304" pitchFamily="18" charset="0"/>
                <a:cs typeface="Times New Roman" panose="02020603050405020304" pitchFamily="18" charset="0"/>
              </a:rPr>
              <a:t>MSV:      			1851171644</a:t>
            </a:r>
            <a:br>
              <a:rPr lang="en-US" sz="1600">
                <a:solidFill>
                  <a:srgbClr val="293497"/>
                </a:solidFill>
                <a:latin typeface="Times New Roman" panose="02020603050405020304" pitchFamily="18" charset="0"/>
                <a:cs typeface="Times New Roman" panose="02020603050405020304" pitchFamily="18" charset="0"/>
              </a:rPr>
            </a:br>
            <a:r>
              <a:rPr lang="en-US" sz="1600">
                <a:solidFill>
                  <a:srgbClr val="293497"/>
                </a:solidFill>
                <a:latin typeface="Times New Roman" panose="02020603050405020304" pitchFamily="18" charset="0"/>
                <a:cs typeface="Times New Roman" panose="02020603050405020304" pitchFamily="18" charset="0"/>
              </a:rPr>
              <a:t>Lớp:      			60PM2</a:t>
            </a:r>
          </a:p>
        </p:txBody>
      </p:sp>
      <p:sp>
        <p:nvSpPr>
          <p:cNvPr id="9" name="Rectangle 8">
            <a:extLst>
              <a:ext uri="{FF2B5EF4-FFF2-40B4-BE49-F238E27FC236}">
                <a16:creationId xmlns:a16="http://schemas.microsoft.com/office/drawing/2014/main" id="{D1137B58-62AE-49CE-BBF4-E0310A04D9AE}"/>
              </a:ext>
            </a:extLst>
          </p:cNvPr>
          <p:cNvSpPr/>
          <p:nvPr/>
        </p:nvSpPr>
        <p:spPr>
          <a:xfrm>
            <a:off x="3047999" y="6380889"/>
            <a:ext cx="6096000" cy="307777"/>
          </a:xfrm>
          <a:prstGeom prst="rect">
            <a:avLst/>
          </a:prstGeom>
        </p:spPr>
        <p:txBody>
          <a:bodyPr>
            <a:spAutoFit/>
          </a:bodyPr>
          <a:lstStyle/>
          <a:p>
            <a:pPr algn="ctr">
              <a:lnSpc>
                <a:spcPct val="100000"/>
              </a:lnSpc>
              <a:spcBef>
                <a:spcPts val="1980"/>
              </a:spcBef>
            </a:pPr>
            <a:r>
              <a:rPr lang="en-US" sz="1400" spc="10">
                <a:latin typeface="Roboto"/>
                <a:cs typeface="Roboto"/>
              </a:rPr>
              <a:t>Hà Nội, Ngày 6 tháng 7 Năm 2023</a:t>
            </a:r>
            <a:endParaRPr lang="en-US" sz="1400" dirty="0">
              <a:latin typeface="Roboto"/>
              <a:cs typeface="Roboto"/>
            </a:endParaRPr>
          </a:p>
        </p:txBody>
      </p:sp>
    </p:spTree>
    <p:extLst>
      <p:ext uri="{BB962C8B-B14F-4D97-AF65-F5344CB8AC3E}">
        <p14:creationId xmlns:p14="http://schemas.microsoft.com/office/powerpoint/2010/main" val="4207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238AEDC1-A663-40F1-B83E-AF22DE2C2AD4}"/>
              </a:ext>
            </a:extLst>
          </p:cNvPr>
          <p:cNvSpPr/>
          <p:nvPr/>
        </p:nvSpPr>
        <p:spPr>
          <a:xfrm>
            <a:off x="6392335" y="117170"/>
            <a:ext cx="4683077" cy="553998"/>
          </a:xfrm>
          <a:prstGeom prst="rect">
            <a:avLst/>
          </a:prstGeom>
        </p:spPr>
        <p:txBody>
          <a:bodyPr wrap="square">
            <a:spAutoFit/>
          </a:bodyPr>
          <a:lstStyle/>
          <a:p>
            <a:pPr algn="ctr"/>
            <a:r>
              <a:rPr lang="en-US" sz="3000" b="1">
                <a:solidFill>
                  <a:schemeClr val="accent1"/>
                </a:solidFill>
                <a:latin typeface="Times New Roman" panose="02020603050405020304" pitchFamily="18" charset="0"/>
                <a:cs typeface="Times New Roman" panose="02020603050405020304" pitchFamily="18" charset="0"/>
              </a:rPr>
              <a:t>NỘI DUNG BÁO CÁO</a:t>
            </a:r>
          </a:p>
        </p:txBody>
      </p:sp>
      <p:sp>
        <p:nvSpPr>
          <p:cNvPr id="63" name="TextBox 62">
            <a:extLst>
              <a:ext uri="{FF2B5EF4-FFF2-40B4-BE49-F238E27FC236}">
                <a16:creationId xmlns:a16="http://schemas.microsoft.com/office/drawing/2014/main" id="{CC55F530-4F92-45AD-852F-7AC398484119}"/>
              </a:ext>
            </a:extLst>
          </p:cNvPr>
          <p:cNvSpPr txBox="1"/>
          <p:nvPr/>
        </p:nvSpPr>
        <p:spPr>
          <a:xfrm>
            <a:off x="5179814" y="786611"/>
            <a:ext cx="3021137" cy="461665"/>
          </a:xfrm>
          <a:prstGeom prst="rect">
            <a:avLst/>
          </a:prstGeom>
          <a:noFill/>
        </p:spPr>
        <p:txBody>
          <a:bodyPr wrap="square" rtlCol="0">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Đặt vấn đề</a:t>
            </a:r>
          </a:p>
        </p:txBody>
      </p:sp>
      <p:sp>
        <p:nvSpPr>
          <p:cNvPr id="64" name="TextBox 63">
            <a:extLst>
              <a:ext uri="{FF2B5EF4-FFF2-40B4-BE49-F238E27FC236}">
                <a16:creationId xmlns:a16="http://schemas.microsoft.com/office/drawing/2014/main" id="{0221D93F-BEFF-4C2B-83DB-FDFCD057D7EE}"/>
              </a:ext>
            </a:extLst>
          </p:cNvPr>
          <p:cNvSpPr txBox="1"/>
          <p:nvPr/>
        </p:nvSpPr>
        <p:spPr>
          <a:xfrm>
            <a:off x="5179814" y="2037766"/>
            <a:ext cx="6267115" cy="461665"/>
          </a:xfrm>
          <a:prstGeom prst="rect">
            <a:avLst/>
          </a:prstGeom>
          <a:noFill/>
        </p:spPr>
        <p:txBody>
          <a:bodyPr wrap="square" rtlCol="0">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Giới thiệu bài toán và các mô hình học máy</a:t>
            </a:r>
          </a:p>
        </p:txBody>
      </p:sp>
      <p:sp>
        <p:nvSpPr>
          <p:cNvPr id="65" name="TextBox 64">
            <a:extLst>
              <a:ext uri="{FF2B5EF4-FFF2-40B4-BE49-F238E27FC236}">
                <a16:creationId xmlns:a16="http://schemas.microsoft.com/office/drawing/2014/main" id="{4110677B-D966-4270-A7AF-6BA59845287A}"/>
              </a:ext>
            </a:extLst>
          </p:cNvPr>
          <p:cNvSpPr txBox="1"/>
          <p:nvPr/>
        </p:nvSpPr>
        <p:spPr>
          <a:xfrm>
            <a:off x="5179814" y="3288921"/>
            <a:ext cx="6267108" cy="830997"/>
          </a:xfrm>
          <a:prstGeom prst="rect">
            <a:avLst/>
          </a:prstGeom>
          <a:noFill/>
        </p:spPr>
        <p:txBody>
          <a:bodyPr wrap="square" rtlCol="0">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Xây dựng mô hình và ứng dụng các ph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ơng pháp</a:t>
            </a:r>
          </a:p>
        </p:txBody>
      </p:sp>
      <p:sp>
        <p:nvSpPr>
          <p:cNvPr id="66" name="TextBox 65">
            <a:extLst>
              <a:ext uri="{FF2B5EF4-FFF2-40B4-BE49-F238E27FC236}">
                <a16:creationId xmlns:a16="http://schemas.microsoft.com/office/drawing/2014/main" id="{9A1049A1-95A6-4D61-8D77-9066CF0329FB}"/>
              </a:ext>
            </a:extLst>
          </p:cNvPr>
          <p:cNvSpPr txBox="1"/>
          <p:nvPr/>
        </p:nvSpPr>
        <p:spPr>
          <a:xfrm>
            <a:off x="5179814" y="4540076"/>
            <a:ext cx="6267105" cy="461665"/>
          </a:xfrm>
          <a:prstGeom prst="rect">
            <a:avLst/>
          </a:prstGeom>
          <a:noFill/>
        </p:spPr>
        <p:txBody>
          <a:bodyPr wrap="square" rtlCol="0">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Thử nghiệm và đánh giá các mô hình</a:t>
            </a:r>
          </a:p>
        </p:txBody>
      </p:sp>
      <p:sp>
        <p:nvSpPr>
          <p:cNvPr id="67" name="TextBox 66">
            <a:extLst>
              <a:ext uri="{FF2B5EF4-FFF2-40B4-BE49-F238E27FC236}">
                <a16:creationId xmlns:a16="http://schemas.microsoft.com/office/drawing/2014/main" id="{69C0AE3C-FC44-427A-8BF3-08B514B01A26}"/>
              </a:ext>
            </a:extLst>
          </p:cNvPr>
          <p:cNvSpPr txBox="1"/>
          <p:nvPr/>
        </p:nvSpPr>
        <p:spPr>
          <a:xfrm>
            <a:off x="5179814" y="5731964"/>
            <a:ext cx="6267100" cy="461665"/>
          </a:xfrm>
          <a:prstGeom prst="rect">
            <a:avLst/>
          </a:prstGeom>
          <a:noFill/>
        </p:spPr>
        <p:txBody>
          <a:bodyPr wrap="square" rtlCol="0">
            <a:spAutoFit/>
          </a:bodyPr>
          <a:lstStyle/>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Kết luận</a:t>
            </a:r>
          </a:p>
        </p:txBody>
      </p:sp>
      <p:cxnSp>
        <p:nvCxnSpPr>
          <p:cNvPr id="74" name="Straight Connector 73">
            <a:extLst>
              <a:ext uri="{FF2B5EF4-FFF2-40B4-BE49-F238E27FC236}">
                <a16:creationId xmlns:a16="http://schemas.microsoft.com/office/drawing/2014/main" id="{39673C29-FF27-4DCD-876E-8606DC394772}"/>
              </a:ext>
            </a:extLst>
          </p:cNvPr>
          <p:cNvCxnSpPr/>
          <p:nvPr/>
        </p:nvCxnSpPr>
        <p:spPr>
          <a:xfrm>
            <a:off x="4876800"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E047E7F-4B68-4DA7-9816-62EB6D14F651}"/>
              </a:ext>
            </a:extLst>
          </p:cNvPr>
          <p:cNvPicPr>
            <a:picLocks noChangeAspect="1"/>
          </p:cNvPicPr>
          <p:nvPr/>
        </p:nvPicPr>
        <p:blipFill>
          <a:blip r:embed="rId2"/>
          <a:stretch>
            <a:fillRect/>
          </a:stretch>
        </p:blipFill>
        <p:spPr>
          <a:xfrm>
            <a:off x="220134" y="169333"/>
            <a:ext cx="4250262" cy="65193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95047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4DBC984-E39D-4F4D-9F5F-0456C23412AE}"/>
              </a:ext>
            </a:extLst>
          </p:cNvPr>
          <p:cNvSpPr txBox="1"/>
          <p:nvPr/>
        </p:nvSpPr>
        <p:spPr>
          <a:xfrm>
            <a:off x="369331" y="184665"/>
            <a:ext cx="2912533" cy="369332"/>
          </a:xfrm>
          <a:prstGeom prst="rect">
            <a:avLst/>
          </a:prstGeom>
          <a:noFill/>
        </p:spPr>
        <p:txBody>
          <a:bodyPr wrap="square" rtlCol="0">
            <a:spAutoFit/>
          </a:bodyPr>
          <a:lstStyle/>
          <a:p>
            <a:r>
              <a:rPr lang="en-US" b="1">
                <a:solidFill>
                  <a:schemeClr val="accent6"/>
                </a:solidFill>
                <a:latin typeface="Times New Roman" panose="02020603050405020304" pitchFamily="18" charset="0"/>
                <a:cs typeface="Times New Roman" panose="02020603050405020304" pitchFamily="18" charset="0"/>
              </a:rPr>
              <a:t>ĐẶT VẤN ĐỀ</a:t>
            </a:r>
          </a:p>
        </p:txBody>
      </p:sp>
      <p:sp>
        <p:nvSpPr>
          <p:cNvPr id="8" name="Isosceles Triangle 7">
            <a:extLst>
              <a:ext uri="{FF2B5EF4-FFF2-40B4-BE49-F238E27FC236}">
                <a16:creationId xmlns:a16="http://schemas.microsoft.com/office/drawing/2014/main" id="{62708335-0143-466E-8C8C-711C9716987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0D6485B-4E8F-4DCD-8446-EF84A59D4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6999" y="828784"/>
            <a:ext cx="4360335" cy="506329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2" name="TextBox 11">
            <a:extLst>
              <a:ext uri="{FF2B5EF4-FFF2-40B4-BE49-F238E27FC236}">
                <a16:creationId xmlns:a16="http://schemas.microsoft.com/office/drawing/2014/main" id="{94A9EC18-B887-4415-A4C6-6868CCD95C5F}"/>
              </a:ext>
            </a:extLst>
          </p:cNvPr>
          <p:cNvSpPr txBox="1"/>
          <p:nvPr/>
        </p:nvSpPr>
        <p:spPr>
          <a:xfrm>
            <a:off x="84666" y="828784"/>
            <a:ext cx="7518400" cy="1477328"/>
          </a:xfrm>
          <a:prstGeom prst="rect">
            <a:avLst/>
          </a:prstGeom>
          <a:noFill/>
        </p:spPr>
        <p:txBody>
          <a:bodyPr wrap="square" rtlCol="0">
            <a:spAutoFit/>
          </a:bodyPr>
          <a:lstStyle/>
          <a:p>
            <a:pPr algn="just"/>
            <a:r>
              <a:rPr lang="en-US">
                <a:latin typeface="Times New Roman" panose="02020603050405020304" pitchFamily="18" charset="0"/>
                <a:cs typeface="Times New Roman" panose="02020603050405020304" pitchFamily="18" charset="0"/>
              </a:rPr>
              <a:t>Dự báo cổ phiếu là một chủ đề khá phức tạp và đầy thách thức vì sự biến động liên tục của thị tr</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ờng tài chính. Dù đã có rất nhiều đề tài đã nghiên cứu về chủ đề này nh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ng nó vẫn luôn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quan tâm tới và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nhiều ng</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ời thực hiện để tìm ra các mô hình dự báo tối </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u h</a:t>
            </a:r>
            <a:r>
              <a:rPr lang="vi-VN">
                <a:latin typeface="Times New Roman" panose="02020603050405020304" pitchFamily="18" charset="0"/>
                <a:cs typeface="Times New Roman" panose="02020603050405020304" pitchFamily="18" charset="0"/>
              </a:rPr>
              <a:t>ơ</a:t>
            </a:r>
            <a:r>
              <a:rPr lang="en-US">
                <a:latin typeface="Times New Roman" panose="02020603050405020304" pitchFamily="18" charset="0"/>
                <a:cs typeface="Times New Roman" panose="02020603050405020304" pitchFamily="18" charset="0"/>
              </a:rPr>
              <a:t>n nhằm cải tiến các mô hình cũ để có thể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a ra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kết quả dự báo tốt nhất.</a:t>
            </a:r>
          </a:p>
        </p:txBody>
      </p:sp>
      <p:sp>
        <p:nvSpPr>
          <p:cNvPr id="14" name="TextBox 13">
            <a:extLst>
              <a:ext uri="{FF2B5EF4-FFF2-40B4-BE49-F238E27FC236}">
                <a16:creationId xmlns:a16="http://schemas.microsoft.com/office/drawing/2014/main" id="{143967FA-D638-4E7D-8C30-79B0B570B490}"/>
              </a:ext>
            </a:extLst>
          </p:cNvPr>
          <p:cNvSpPr txBox="1"/>
          <p:nvPr/>
        </p:nvSpPr>
        <p:spPr>
          <a:xfrm>
            <a:off x="84666" y="2483266"/>
            <a:ext cx="6952736" cy="2031325"/>
          </a:xfrm>
          <a:prstGeom prst="rect">
            <a:avLst/>
          </a:prstGeom>
          <a:noFill/>
        </p:spPr>
        <p:txBody>
          <a:bodyPr wrap="square" rtlCol="0">
            <a:spAutoFit/>
          </a:bodyPr>
          <a:lstStyle/>
          <a:p>
            <a:pPr marL="285750" indent="-285750"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Mục tiêu chính:</a:t>
            </a:r>
          </a:p>
          <a:p>
            <a:pPr marL="742950" lvl="1"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Tìm hiểu các mô hình học máy phù hợp áp dụng vào bài toán dự báo giá cổ phiểu.</a:t>
            </a:r>
          </a:p>
          <a:p>
            <a:pPr marL="742950" lvl="1"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Ứng dụng các mô hình học máy vào xây dựng vào bài toán dự đoán cổ phiếu.</a:t>
            </a:r>
          </a:p>
          <a:p>
            <a:pPr marL="742950" lvl="1"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So sánh các mô hình.</a:t>
            </a:r>
          </a:p>
          <a:p>
            <a:pPr marL="742950" lvl="1"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Đánh giá kết quả.</a:t>
            </a:r>
          </a:p>
        </p:txBody>
      </p:sp>
      <p:sp>
        <p:nvSpPr>
          <p:cNvPr id="15" name="Rectangle 14">
            <a:extLst>
              <a:ext uri="{FF2B5EF4-FFF2-40B4-BE49-F238E27FC236}">
                <a16:creationId xmlns:a16="http://schemas.microsoft.com/office/drawing/2014/main" id="{593AC09D-295D-4645-B30D-5C5C9033E96E}"/>
              </a:ext>
            </a:extLst>
          </p:cNvPr>
          <p:cNvSpPr/>
          <p:nvPr/>
        </p:nvSpPr>
        <p:spPr>
          <a:xfrm>
            <a:off x="84666" y="4691746"/>
            <a:ext cx="7518400" cy="1200329"/>
          </a:xfrm>
          <a:prstGeom prst="rect">
            <a:avLst/>
          </a:prstGeom>
        </p:spPr>
        <p:txBody>
          <a:bodyPr wrap="square">
            <a:spAutoFit/>
          </a:bodyPr>
          <a:lstStyle/>
          <a:p>
            <a:pPr marL="285750" indent="-285750" algn="just">
              <a:buFont typeface="Wingdings" panose="05000000000000000000" pitchFamily="2" charset="2"/>
              <a:buChar char="Ø"/>
            </a:pPr>
            <a:r>
              <a:rPr lang="en-US">
                <a:latin typeface="Times New Roman" panose="02020603050405020304" pitchFamily="18" charset="0"/>
                <a:cs typeface="Times New Roman" panose="02020603050405020304" pitchFamily="18" charset="0"/>
              </a:rPr>
              <a:t>Kết quả dự kiến:</a:t>
            </a:r>
          </a:p>
          <a:p>
            <a:pPr marL="742950" lvl="1"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Hoàn thành các mục tiêu đề ra.</a:t>
            </a:r>
          </a:p>
          <a:p>
            <a:pPr marL="742950" lvl="1"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Hiểu, áp dụng và xây dựng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mô hình học máy cho bài toán dự báo giá cổ phiếu.</a:t>
            </a:r>
          </a:p>
        </p:txBody>
      </p:sp>
    </p:spTree>
    <p:extLst>
      <p:ext uri="{BB962C8B-B14F-4D97-AF65-F5344CB8AC3E}">
        <p14:creationId xmlns:p14="http://schemas.microsoft.com/office/powerpoint/2010/main" val="2628035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AB0DF6F-8C78-4883-8D24-B9EE5743A0EC}"/>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7" name="Isosceles Triangle 6">
            <a:extLst>
              <a:ext uri="{FF2B5EF4-FFF2-40B4-BE49-F238E27FC236}">
                <a16:creationId xmlns:a16="http://schemas.microsoft.com/office/drawing/2014/main" id="{CA931303-F38C-415C-9EAF-A7F8C130E70B}"/>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7C28F3E-7D84-42B7-9CD6-DE9A90703A07}"/>
              </a:ext>
            </a:extLst>
          </p:cNvPr>
          <p:cNvSpPr txBox="1"/>
          <p:nvPr/>
        </p:nvSpPr>
        <p:spPr>
          <a:xfrm>
            <a:off x="369331" y="719667"/>
            <a:ext cx="5591202"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Bài toán dự báo giá cổ phiếu</a:t>
            </a:r>
          </a:p>
        </p:txBody>
      </p:sp>
      <p:sp>
        <p:nvSpPr>
          <p:cNvPr id="9" name="TextBox 8">
            <a:extLst>
              <a:ext uri="{FF2B5EF4-FFF2-40B4-BE49-F238E27FC236}">
                <a16:creationId xmlns:a16="http://schemas.microsoft.com/office/drawing/2014/main" id="{EFC8E1F8-B05B-40AD-9C1C-9D8D64C7D4DB}"/>
              </a:ext>
            </a:extLst>
          </p:cNvPr>
          <p:cNvSpPr txBox="1"/>
          <p:nvPr/>
        </p:nvSpPr>
        <p:spPr>
          <a:xfrm>
            <a:off x="369331" y="1260383"/>
            <a:ext cx="11089732" cy="923330"/>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Bài toán dự báo giá cổ phiếu là một loại dự báo theo chuỗi thời gian, trên thế giới đã có rất nhiều công trình nghiên cứu. Phần lớn các nhà nghiên cứu đều xoay quanh các thuật toán học máy có nhiều 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ớng tiếp cận với bài toán này d</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ới đây là một vài ví dụ:</a:t>
            </a:r>
          </a:p>
        </p:txBody>
      </p:sp>
      <p:sp>
        <p:nvSpPr>
          <p:cNvPr id="10" name="TextBox 9">
            <a:extLst>
              <a:ext uri="{FF2B5EF4-FFF2-40B4-BE49-F238E27FC236}">
                <a16:creationId xmlns:a16="http://schemas.microsoft.com/office/drawing/2014/main" id="{47B1192C-DFFF-4BE0-AC33-69A32A5414A6}"/>
              </a:ext>
            </a:extLst>
          </p:cNvPr>
          <p:cNvSpPr txBox="1"/>
          <p:nvPr/>
        </p:nvSpPr>
        <p:spPr>
          <a:xfrm>
            <a:off x="342327" y="2262764"/>
            <a:ext cx="11089733" cy="369332"/>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ớng kết hợp giữa ARIMA và SVM</a:t>
            </a:r>
          </a:p>
        </p:txBody>
      </p:sp>
      <p:sp>
        <p:nvSpPr>
          <p:cNvPr id="13" name="TextBox 12">
            <a:extLst>
              <a:ext uri="{FF2B5EF4-FFF2-40B4-BE49-F238E27FC236}">
                <a16:creationId xmlns:a16="http://schemas.microsoft.com/office/drawing/2014/main" id="{55E91EE6-368D-49C9-89E3-9951E8699316}"/>
              </a:ext>
            </a:extLst>
          </p:cNvPr>
          <p:cNvSpPr txBox="1"/>
          <p:nvPr/>
        </p:nvSpPr>
        <p:spPr>
          <a:xfrm>
            <a:off x="342326" y="2803480"/>
            <a:ext cx="11089734" cy="369332"/>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ớng kết hợp sử dụng GAN, LSTM và BiLSTM</a:t>
            </a:r>
          </a:p>
        </p:txBody>
      </p:sp>
      <p:sp>
        <p:nvSpPr>
          <p:cNvPr id="15" name="Rectangle 14">
            <a:extLst>
              <a:ext uri="{FF2B5EF4-FFF2-40B4-BE49-F238E27FC236}">
                <a16:creationId xmlns:a16="http://schemas.microsoft.com/office/drawing/2014/main" id="{47092652-93E7-4C6A-A8D5-E465F4A7DC83}"/>
              </a:ext>
            </a:extLst>
          </p:cNvPr>
          <p:cNvSpPr/>
          <p:nvPr/>
        </p:nvSpPr>
        <p:spPr>
          <a:xfrm>
            <a:off x="342326" y="3884912"/>
            <a:ext cx="11089733" cy="1200329"/>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Trong bài nghiên cứu này sẽ sử dụng các mô hình học máy nh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 Cây quyết định (Decision Tree), Rừng ngẫu nhiên (Random Forest) và bộ nhớ ngắn dài (LSTM). Ngoài ra, trong bài nghiên cứu cũng sẽ sử dụng kết hợp phân tích cảm xúc tin tức (Sentiment Analysis) với các mô hình để phân tích ảnh 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ởng của tin tức tới giá cổ phiếu và so sánh các mô hình.</a:t>
            </a:r>
          </a:p>
        </p:txBody>
      </p:sp>
      <p:sp>
        <p:nvSpPr>
          <p:cNvPr id="16" name="TextBox 15">
            <a:extLst>
              <a:ext uri="{FF2B5EF4-FFF2-40B4-BE49-F238E27FC236}">
                <a16:creationId xmlns:a16="http://schemas.microsoft.com/office/drawing/2014/main" id="{87C378CE-45FE-4E17-B0CD-9211E8AB75E4}"/>
              </a:ext>
            </a:extLst>
          </p:cNvPr>
          <p:cNvSpPr txBox="1"/>
          <p:nvPr/>
        </p:nvSpPr>
        <p:spPr>
          <a:xfrm>
            <a:off x="342327" y="3344196"/>
            <a:ext cx="11116736" cy="369332"/>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ớng kết hợp giữa GRU, LSTM, Basic GAN và NLP (Phân tích ngôn ngữ tự nhiên)</a:t>
            </a:r>
          </a:p>
        </p:txBody>
      </p:sp>
    </p:spTree>
    <p:extLst>
      <p:ext uri="{BB962C8B-B14F-4D97-AF65-F5344CB8AC3E}">
        <p14:creationId xmlns:p14="http://schemas.microsoft.com/office/powerpoint/2010/main" val="3551706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DD7A619-5A59-4FE6-82B8-D3103191E810}"/>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7" name="Isosceles Triangle 6">
            <a:extLst>
              <a:ext uri="{FF2B5EF4-FFF2-40B4-BE49-F238E27FC236}">
                <a16:creationId xmlns:a16="http://schemas.microsoft.com/office/drawing/2014/main" id="{C9CC1CFA-F488-44A2-8A52-0B49B4AD64E7}"/>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A94B6C8-0F54-4FBF-8021-406A0388CA2E}"/>
              </a:ext>
            </a:extLst>
          </p:cNvPr>
          <p:cNvSpPr txBox="1"/>
          <p:nvPr/>
        </p:nvSpPr>
        <p:spPr>
          <a:xfrm>
            <a:off x="369331" y="553429"/>
            <a:ext cx="5437663"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Mô hình học máy áp dụng vào bài toán</a:t>
            </a:r>
          </a:p>
        </p:txBody>
      </p:sp>
      <p:sp>
        <p:nvSpPr>
          <p:cNvPr id="12" name="Rectangle: Rounded Corners 11">
            <a:extLst>
              <a:ext uri="{FF2B5EF4-FFF2-40B4-BE49-F238E27FC236}">
                <a16:creationId xmlns:a16="http://schemas.microsoft.com/office/drawing/2014/main" id="{C0226107-B07E-4880-9CA1-1E1E267E6D40}"/>
              </a:ext>
            </a:extLst>
          </p:cNvPr>
          <p:cNvSpPr/>
          <p:nvPr/>
        </p:nvSpPr>
        <p:spPr>
          <a:xfrm>
            <a:off x="5736167" y="1383858"/>
            <a:ext cx="1392767" cy="47413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Học máy</a:t>
            </a:r>
          </a:p>
        </p:txBody>
      </p:sp>
      <p:sp>
        <p:nvSpPr>
          <p:cNvPr id="13" name="Rectangle: Rounded Corners 12">
            <a:extLst>
              <a:ext uri="{FF2B5EF4-FFF2-40B4-BE49-F238E27FC236}">
                <a16:creationId xmlns:a16="http://schemas.microsoft.com/office/drawing/2014/main" id="{8E3B047C-2DA1-420B-8891-451F8654DB33}"/>
              </a:ext>
            </a:extLst>
          </p:cNvPr>
          <p:cNvSpPr/>
          <p:nvPr/>
        </p:nvSpPr>
        <p:spPr>
          <a:xfrm>
            <a:off x="2203484" y="2486640"/>
            <a:ext cx="1731434" cy="87206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Học có giám sát (Supervised learning)</a:t>
            </a:r>
          </a:p>
        </p:txBody>
      </p:sp>
      <p:sp>
        <p:nvSpPr>
          <p:cNvPr id="14" name="Rectangle: Rounded Corners 13">
            <a:extLst>
              <a:ext uri="{FF2B5EF4-FFF2-40B4-BE49-F238E27FC236}">
                <a16:creationId xmlns:a16="http://schemas.microsoft.com/office/drawing/2014/main" id="{EF85EEDC-6A60-40CA-80F7-5DB7C9CCB9E8}"/>
              </a:ext>
            </a:extLst>
          </p:cNvPr>
          <p:cNvSpPr/>
          <p:nvPr/>
        </p:nvSpPr>
        <p:spPr>
          <a:xfrm>
            <a:off x="5699384" y="2486640"/>
            <a:ext cx="1487500" cy="87206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Học không giám sát (Unsupervised learning)</a:t>
            </a:r>
          </a:p>
        </p:txBody>
      </p:sp>
      <p:sp>
        <p:nvSpPr>
          <p:cNvPr id="15" name="Rectangle: Rounded Corners 14">
            <a:extLst>
              <a:ext uri="{FF2B5EF4-FFF2-40B4-BE49-F238E27FC236}">
                <a16:creationId xmlns:a16="http://schemas.microsoft.com/office/drawing/2014/main" id="{8FDAF556-4EA6-461C-86AE-A1821424D3B2}"/>
              </a:ext>
            </a:extLst>
          </p:cNvPr>
          <p:cNvSpPr/>
          <p:nvPr/>
        </p:nvSpPr>
        <p:spPr>
          <a:xfrm>
            <a:off x="8566908" y="2486640"/>
            <a:ext cx="1993908" cy="87206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Học tăng c</a:t>
            </a:r>
            <a:r>
              <a:rPr lang="vi-VN" sz="1400">
                <a:solidFill>
                  <a:schemeClr val="tx1"/>
                </a:solidFill>
                <a:latin typeface="Times New Roman" panose="02020603050405020304" pitchFamily="18" charset="0"/>
                <a:cs typeface="Times New Roman" panose="02020603050405020304" pitchFamily="18" charset="0"/>
              </a:rPr>
              <a:t>ư</a:t>
            </a:r>
            <a:r>
              <a:rPr lang="en-US" sz="1400">
                <a:solidFill>
                  <a:schemeClr val="tx1"/>
                </a:solidFill>
                <a:latin typeface="Times New Roman" panose="02020603050405020304" pitchFamily="18" charset="0"/>
                <a:cs typeface="Times New Roman" panose="02020603050405020304" pitchFamily="18" charset="0"/>
              </a:rPr>
              <a:t>ờng (Reinforcement learning)</a:t>
            </a:r>
          </a:p>
        </p:txBody>
      </p:sp>
      <p:sp>
        <p:nvSpPr>
          <p:cNvPr id="16" name="Rectangle: Rounded Corners 15">
            <a:extLst>
              <a:ext uri="{FF2B5EF4-FFF2-40B4-BE49-F238E27FC236}">
                <a16:creationId xmlns:a16="http://schemas.microsoft.com/office/drawing/2014/main" id="{4BAA05F3-1E75-4310-B37B-217C2B538207}"/>
              </a:ext>
            </a:extLst>
          </p:cNvPr>
          <p:cNvSpPr/>
          <p:nvPr/>
        </p:nvSpPr>
        <p:spPr>
          <a:xfrm>
            <a:off x="852470" y="3933016"/>
            <a:ext cx="1731434" cy="7366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Phân lớp (Classification)</a:t>
            </a:r>
          </a:p>
        </p:txBody>
      </p:sp>
      <p:sp>
        <p:nvSpPr>
          <p:cNvPr id="17" name="Rectangle: Rounded Corners 16">
            <a:extLst>
              <a:ext uri="{FF2B5EF4-FFF2-40B4-BE49-F238E27FC236}">
                <a16:creationId xmlns:a16="http://schemas.microsoft.com/office/drawing/2014/main" id="{BCB5F646-22E3-4739-ACD8-75E4F1BBF3A3}"/>
              </a:ext>
            </a:extLst>
          </p:cNvPr>
          <p:cNvSpPr/>
          <p:nvPr/>
        </p:nvSpPr>
        <p:spPr>
          <a:xfrm>
            <a:off x="3678739" y="3926666"/>
            <a:ext cx="1487500" cy="7366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Hồi quy (Regression)</a:t>
            </a:r>
          </a:p>
        </p:txBody>
      </p:sp>
      <p:sp>
        <p:nvSpPr>
          <p:cNvPr id="18" name="Rectangle: Rounded Corners 17">
            <a:extLst>
              <a:ext uri="{FF2B5EF4-FFF2-40B4-BE49-F238E27FC236}">
                <a16:creationId xmlns:a16="http://schemas.microsoft.com/office/drawing/2014/main" id="{325467EA-DD67-49FE-881A-B1DC0814FF28}"/>
              </a:ext>
            </a:extLst>
          </p:cNvPr>
          <p:cNvSpPr/>
          <p:nvPr/>
        </p:nvSpPr>
        <p:spPr>
          <a:xfrm>
            <a:off x="5699384" y="3926666"/>
            <a:ext cx="1487500" cy="7366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Phân cụm (Clustering)</a:t>
            </a:r>
          </a:p>
        </p:txBody>
      </p:sp>
      <p:sp>
        <p:nvSpPr>
          <p:cNvPr id="19" name="Rectangle: Rounded Corners 18">
            <a:extLst>
              <a:ext uri="{FF2B5EF4-FFF2-40B4-BE49-F238E27FC236}">
                <a16:creationId xmlns:a16="http://schemas.microsoft.com/office/drawing/2014/main" id="{5482F28F-164C-46C5-9656-1318C5D44566}"/>
              </a:ext>
            </a:extLst>
          </p:cNvPr>
          <p:cNvSpPr/>
          <p:nvPr/>
        </p:nvSpPr>
        <p:spPr>
          <a:xfrm>
            <a:off x="8566908" y="3933016"/>
            <a:ext cx="1993908" cy="7366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Quyết định (Decsion making)</a:t>
            </a:r>
          </a:p>
        </p:txBody>
      </p:sp>
      <p:cxnSp>
        <p:nvCxnSpPr>
          <p:cNvPr id="32" name="Straight Arrow Connector 31">
            <a:extLst>
              <a:ext uri="{FF2B5EF4-FFF2-40B4-BE49-F238E27FC236}">
                <a16:creationId xmlns:a16="http://schemas.microsoft.com/office/drawing/2014/main" id="{FABDB4E6-C339-40C4-B9B7-55CB0C17A8DF}"/>
              </a:ext>
            </a:extLst>
          </p:cNvPr>
          <p:cNvCxnSpPr>
            <a:cxnSpLocks/>
            <a:stCxn id="14" idx="2"/>
            <a:endCxn id="18" idx="0"/>
          </p:cNvCxnSpPr>
          <p:nvPr/>
        </p:nvCxnSpPr>
        <p:spPr>
          <a:xfrm>
            <a:off x="6443134" y="3358706"/>
            <a:ext cx="0" cy="5679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C068048-93C4-4A1B-8B27-ED7B11294E90}"/>
              </a:ext>
            </a:extLst>
          </p:cNvPr>
          <p:cNvCxnSpPr>
            <a:stCxn id="15" idx="2"/>
            <a:endCxn id="19" idx="0"/>
          </p:cNvCxnSpPr>
          <p:nvPr/>
        </p:nvCxnSpPr>
        <p:spPr>
          <a:xfrm>
            <a:off x="9563862" y="3358706"/>
            <a:ext cx="0" cy="5743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076706D4-90A8-40E5-86BF-F961FF902DB4}"/>
              </a:ext>
            </a:extLst>
          </p:cNvPr>
          <p:cNvSpPr/>
          <p:nvPr/>
        </p:nvSpPr>
        <p:spPr>
          <a:xfrm>
            <a:off x="3504737" y="5030518"/>
            <a:ext cx="1835504" cy="1566937"/>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a:solidFill>
                  <a:schemeClr val="tx1"/>
                </a:solidFill>
                <a:latin typeface="Times New Roman" panose="02020603050405020304" pitchFamily="18" charset="0"/>
                <a:cs typeface="Times New Roman" panose="02020603050405020304" pitchFamily="18" charset="0"/>
              </a:rPr>
              <a:t>Tree Decision</a:t>
            </a:r>
          </a:p>
          <a:p>
            <a:pPr marL="285750" indent="-285750">
              <a:buFont typeface="Arial" panose="020B0604020202020204" pitchFamily="34" charset="0"/>
              <a:buChar char="•"/>
            </a:pPr>
            <a:r>
              <a:rPr lang="en-US" sz="1400">
                <a:solidFill>
                  <a:schemeClr val="tx1"/>
                </a:solidFill>
                <a:latin typeface="Times New Roman" panose="02020603050405020304" pitchFamily="18" charset="0"/>
                <a:cs typeface="Times New Roman" panose="02020603050405020304" pitchFamily="18" charset="0"/>
              </a:rPr>
              <a:t>Random Forest</a:t>
            </a:r>
          </a:p>
          <a:p>
            <a:pPr marL="285750" indent="-285750">
              <a:buFont typeface="Arial" panose="020B0604020202020204" pitchFamily="34" charset="0"/>
              <a:buChar char="•"/>
            </a:pPr>
            <a:r>
              <a:rPr lang="en-US" sz="1400">
                <a:solidFill>
                  <a:schemeClr val="tx1"/>
                </a:solidFill>
                <a:latin typeface="Times New Roman" panose="02020603050405020304" pitchFamily="18" charset="0"/>
                <a:cs typeface="Times New Roman" panose="02020603050405020304" pitchFamily="18" charset="0"/>
              </a:rPr>
              <a:t>Neural Network</a:t>
            </a:r>
          </a:p>
        </p:txBody>
      </p:sp>
      <p:cxnSp>
        <p:nvCxnSpPr>
          <p:cNvPr id="5" name="Straight Arrow Connector 4">
            <a:extLst>
              <a:ext uri="{FF2B5EF4-FFF2-40B4-BE49-F238E27FC236}">
                <a16:creationId xmlns:a16="http://schemas.microsoft.com/office/drawing/2014/main" id="{AAEEBC2E-839F-4B48-A157-9A5B2D8977F5}"/>
              </a:ext>
            </a:extLst>
          </p:cNvPr>
          <p:cNvCxnSpPr>
            <a:cxnSpLocks/>
            <a:stCxn id="17" idx="2"/>
            <a:endCxn id="21" idx="0"/>
          </p:cNvCxnSpPr>
          <p:nvPr/>
        </p:nvCxnSpPr>
        <p:spPr>
          <a:xfrm>
            <a:off x="4422489" y="4663266"/>
            <a:ext cx="0" cy="36725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4" name="Connector: Elbow 43">
            <a:extLst>
              <a:ext uri="{FF2B5EF4-FFF2-40B4-BE49-F238E27FC236}">
                <a16:creationId xmlns:a16="http://schemas.microsoft.com/office/drawing/2014/main" id="{1838BF9E-22A2-4A2A-936B-2242E9493F90}"/>
              </a:ext>
            </a:extLst>
          </p:cNvPr>
          <p:cNvCxnSpPr>
            <a:endCxn id="13" idx="0"/>
          </p:cNvCxnSpPr>
          <p:nvPr/>
        </p:nvCxnSpPr>
        <p:spPr>
          <a:xfrm rot="10800000" flipV="1">
            <a:off x="3069202" y="2201332"/>
            <a:ext cx="3373933" cy="285307"/>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56238CD6-4C90-450D-943D-DAA185958A5E}"/>
              </a:ext>
            </a:extLst>
          </p:cNvPr>
          <p:cNvCxnSpPr>
            <a:stCxn id="12" idx="2"/>
          </p:cNvCxnSpPr>
          <p:nvPr/>
        </p:nvCxnSpPr>
        <p:spPr>
          <a:xfrm>
            <a:off x="6432551" y="1857991"/>
            <a:ext cx="10583" cy="343341"/>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52" name="Straight Arrow Connector 51">
            <a:extLst>
              <a:ext uri="{FF2B5EF4-FFF2-40B4-BE49-F238E27FC236}">
                <a16:creationId xmlns:a16="http://schemas.microsoft.com/office/drawing/2014/main" id="{268287F0-4982-45CF-9259-0523E2DFD3A4}"/>
              </a:ext>
            </a:extLst>
          </p:cNvPr>
          <p:cNvCxnSpPr>
            <a:endCxn id="14" idx="0"/>
          </p:cNvCxnSpPr>
          <p:nvPr/>
        </p:nvCxnSpPr>
        <p:spPr>
          <a:xfrm>
            <a:off x="6443134" y="2201332"/>
            <a:ext cx="0" cy="2853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nector: Elbow 55">
            <a:extLst>
              <a:ext uri="{FF2B5EF4-FFF2-40B4-BE49-F238E27FC236}">
                <a16:creationId xmlns:a16="http://schemas.microsoft.com/office/drawing/2014/main" id="{F91EFA92-DCDE-4CE9-BFFE-6C94D9719B3B}"/>
              </a:ext>
            </a:extLst>
          </p:cNvPr>
          <p:cNvCxnSpPr>
            <a:endCxn id="16" idx="0"/>
          </p:cNvCxnSpPr>
          <p:nvPr/>
        </p:nvCxnSpPr>
        <p:spPr>
          <a:xfrm rot="10800000" flipV="1">
            <a:off x="1718187" y="3680438"/>
            <a:ext cx="1351014" cy="25257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nector: Elbow 57">
            <a:extLst>
              <a:ext uri="{FF2B5EF4-FFF2-40B4-BE49-F238E27FC236}">
                <a16:creationId xmlns:a16="http://schemas.microsoft.com/office/drawing/2014/main" id="{307D4D79-E6AC-4661-810C-5326FF919116}"/>
              </a:ext>
            </a:extLst>
          </p:cNvPr>
          <p:cNvCxnSpPr>
            <a:endCxn id="17" idx="0"/>
          </p:cNvCxnSpPr>
          <p:nvPr/>
        </p:nvCxnSpPr>
        <p:spPr>
          <a:xfrm>
            <a:off x="3069201" y="3680439"/>
            <a:ext cx="1353288" cy="246227"/>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5" name="Connector: Elbow 64">
            <a:extLst>
              <a:ext uri="{FF2B5EF4-FFF2-40B4-BE49-F238E27FC236}">
                <a16:creationId xmlns:a16="http://schemas.microsoft.com/office/drawing/2014/main" id="{98D7A816-85F7-4FAE-AB72-56F31AD46E0D}"/>
              </a:ext>
            </a:extLst>
          </p:cNvPr>
          <p:cNvCxnSpPr>
            <a:endCxn id="15" idx="0"/>
          </p:cNvCxnSpPr>
          <p:nvPr/>
        </p:nvCxnSpPr>
        <p:spPr>
          <a:xfrm>
            <a:off x="6443134" y="2201332"/>
            <a:ext cx="3120728" cy="285308"/>
          </a:xfrm>
          <a:prstGeom prst="bentConnector2">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E3445800-8572-43FE-90D7-32F059E13DA5}"/>
              </a:ext>
            </a:extLst>
          </p:cNvPr>
          <p:cNvCxnSpPr>
            <a:stCxn id="13" idx="2"/>
          </p:cNvCxnSpPr>
          <p:nvPr/>
        </p:nvCxnSpPr>
        <p:spPr>
          <a:xfrm>
            <a:off x="3069201" y="3358706"/>
            <a:ext cx="0" cy="321732"/>
          </a:xfrm>
          <a:prstGeom prst="line">
            <a:avLst/>
          </a:prstGeom>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133925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04CEB6E-D379-4F45-AFE3-5B0C3AFD58A1}"/>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7" name="Isosceles Triangle 6">
            <a:extLst>
              <a:ext uri="{FF2B5EF4-FFF2-40B4-BE49-F238E27FC236}">
                <a16:creationId xmlns:a16="http://schemas.microsoft.com/office/drawing/2014/main" id="{981DE225-2444-4973-9604-CEA783DEBC79}"/>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493FBB9-6645-4921-ADAF-2190E86CF5B7}"/>
              </a:ext>
            </a:extLst>
          </p:cNvPr>
          <p:cNvPicPr>
            <a:picLocks noChangeAspect="1"/>
          </p:cNvPicPr>
          <p:nvPr/>
        </p:nvPicPr>
        <p:blipFill>
          <a:blip r:embed="rId2"/>
          <a:stretch>
            <a:fillRect/>
          </a:stretch>
        </p:blipFill>
        <p:spPr>
          <a:xfrm>
            <a:off x="6457823" y="786541"/>
            <a:ext cx="5584171" cy="572432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14" name="TextBox 13">
            <a:extLst>
              <a:ext uri="{FF2B5EF4-FFF2-40B4-BE49-F238E27FC236}">
                <a16:creationId xmlns:a16="http://schemas.microsoft.com/office/drawing/2014/main" id="{7EFF7E52-844C-4474-8131-C12B88A5258E}"/>
              </a:ext>
            </a:extLst>
          </p:cNvPr>
          <p:cNvSpPr txBox="1"/>
          <p:nvPr/>
        </p:nvSpPr>
        <p:spPr>
          <a:xfrm>
            <a:off x="369329" y="2613587"/>
            <a:ext cx="5996963" cy="1938992"/>
          </a:xfrm>
          <a:prstGeom prst="rect">
            <a:avLst/>
          </a:prstGeom>
          <a:noFill/>
        </p:spPr>
        <p:txBody>
          <a:bodyPr wrap="square" rtlCol="0">
            <a:spAutoFit/>
          </a:bodyPr>
          <a:lstStyle/>
          <a:p>
            <a:pPr algn="just"/>
            <a:r>
              <a:rPr lang="en-US" sz="2400">
                <a:latin typeface="Times New Roman" panose="02020603050405020304" pitchFamily="18" charset="0"/>
                <a:cs typeface="Times New Roman" panose="02020603050405020304" pitchFamily="18" charset="0"/>
              </a:rPr>
              <a:t>Cây quyết định là một loại mô hình dự báo chuỗi thời gian, là thuật toán quy nạp dựa trên ví dụ, nó phân loại một tập hợp các tr</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ờng không không có thứ tự, đại diện cho chúng là một cây đệ quy từ trên xuống.</a:t>
            </a:r>
          </a:p>
        </p:txBody>
      </p:sp>
      <p:sp>
        <p:nvSpPr>
          <p:cNvPr id="16" name="TextBox 15">
            <a:extLst>
              <a:ext uri="{FF2B5EF4-FFF2-40B4-BE49-F238E27FC236}">
                <a16:creationId xmlns:a16="http://schemas.microsoft.com/office/drawing/2014/main" id="{F10AA2F9-83EF-461D-B289-F7BD2E9F4B8C}"/>
              </a:ext>
            </a:extLst>
          </p:cNvPr>
          <p:cNvSpPr txBox="1"/>
          <p:nvPr/>
        </p:nvSpPr>
        <p:spPr>
          <a:xfrm>
            <a:off x="369329" y="555709"/>
            <a:ext cx="7089803"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Cây quyết định (Decsion Tree)</a:t>
            </a:r>
          </a:p>
        </p:txBody>
      </p:sp>
    </p:spTree>
    <p:extLst>
      <p:ext uri="{BB962C8B-B14F-4D97-AF65-F5344CB8AC3E}">
        <p14:creationId xmlns:p14="http://schemas.microsoft.com/office/powerpoint/2010/main" val="714599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2651A24-E0B0-47D2-8974-485A34EC6BA6}"/>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7" name="Isosceles Triangle 6">
            <a:extLst>
              <a:ext uri="{FF2B5EF4-FFF2-40B4-BE49-F238E27FC236}">
                <a16:creationId xmlns:a16="http://schemas.microsoft.com/office/drawing/2014/main" id="{1C001F40-C77F-4700-8137-072B55617E0E}"/>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A081386-C648-42DA-B01A-0886D18BE0B6}"/>
              </a:ext>
            </a:extLst>
          </p:cNvPr>
          <p:cNvSpPr txBox="1"/>
          <p:nvPr/>
        </p:nvSpPr>
        <p:spPr>
          <a:xfrm>
            <a:off x="404801" y="553997"/>
            <a:ext cx="6165334"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Rừng ngẫu nhiên (Random Forest)</a:t>
            </a:r>
          </a:p>
        </p:txBody>
      </p:sp>
      <p:pic>
        <p:nvPicPr>
          <p:cNvPr id="10" name="Picture 9">
            <a:extLst>
              <a:ext uri="{FF2B5EF4-FFF2-40B4-BE49-F238E27FC236}">
                <a16:creationId xmlns:a16="http://schemas.microsoft.com/office/drawing/2014/main" id="{121546E6-29D3-4CD9-958B-0F38340EE2C6}"/>
              </a:ext>
            </a:extLst>
          </p:cNvPr>
          <p:cNvPicPr/>
          <p:nvPr/>
        </p:nvPicPr>
        <p:blipFill>
          <a:blip r:embed="rId2"/>
          <a:stretch>
            <a:fillRect/>
          </a:stretch>
        </p:blipFill>
        <p:spPr>
          <a:xfrm>
            <a:off x="404800" y="1232923"/>
            <a:ext cx="6165334" cy="53372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extBox 1">
            <a:extLst>
              <a:ext uri="{FF2B5EF4-FFF2-40B4-BE49-F238E27FC236}">
                <a16:creationId xmlns:a16="http://schemas.microsoft.com/office/drawing/2014/main" id="{4002A7EF-BF12-49AB-B6E5-DE9D7D2889D2}"/>
              </a:ext>
            </a:extLst>
          </p:cNvPr>
          <p:cNvSpPr txBox="1"/>
          <p:nvPr/>
        </p:nvSpPr>
        <p:spPr>
          <a:xfrm>
            <a:off x="7103534" y="2446866"/>
            <a:ext cx="4622800" cy="2308324"/>
          </a:xfrm>
          <a:prstGeom prst="rect">
            <a:avLst/>
          </a:prstGeom>
          <a:noFill/>
        </p:spPr>
        <p:txBody>
          <a:bodyPr wrap="square" rtlCol="0">
            <a:spAutoFit/>
          </a:bodyPr>
          <a:lstStyle/>
          <a:p>
            <a:pPr algn="just"/>
            <a:r>
              <a:rPr lang="en-US" sz="2400">
                <a:latin typeface="Times New Roman" panose="02020603050405020304" pitchFamily="18" charset="0"/>
                <a:cs typeface="Times New Roman" panose="02020603050405020304" pitchFamily="18" charset="0"/>
              </a:rPr>
              <a:t>Rừng ngẫu nhiên cũng là một ph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ơng pháp khá phổ biến cho bài toán hồi quy dự báo. Đây là ph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ơng pháp kết hợp nhiều cây quyết định và các cây đ</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ợc tạo ra độc lập và thành 1 rừng quyết định.</a:t>
            </a:r>
          </a:p>
        </p:txBody>
      </p:sp>
    </p:spTree>
    <p:extLst>
      <p:ext uri="{BB962C8B-B14F-4D97-AF65-F5344CB8AC3E}">
        <p14:creationId xmlns:p14="http://schemas.microsoft.com/office/powerpoint/2010/main" val="3511637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996DD01-16A8-44A8-871F-6473054502CD}"/>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7" name="Isosceles Triangle 6">
            <a:extLst>
              <a:ext uri="{FF2B5EF4-FFF2-40B4-BE49-F238E27FC236}">
                <a16:creationId xmlns:a16="http://schemas.microsoft.com/office/drawing/2014/main" id="{9152AA9C-7FB8-45F0-84FE-53C9FAF7E3AB}"/>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A9CCBD-D73A-4EBB-AC6E-302EE3C0F6E1}"/>
              </a:ext>
            </a:extLst>
          </p:cNvPr>
          <p:cNvSpPr txBox="1"/>
          <p:nvPr/>
        </p:nvSpPr>
        <p:spPr>
          <a:xfrm>
            <a:off x="404798" y="631798"/>
            <a:ext cx="7886995"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Mạng thần kinh n</a:t>
            </a:r>
            <a:r>
              <a:rPr lang="vi-VN" sz="2400" b="1">
                <a:latin typeface="Times New Roman" panose="02020603050405020304" pitchFamily="18" charset="0"/>
                <a:cs typeface="Times New Roman" panose="02020603050405020304" pitchFamily="18" charset="0"/>
              </a:rPr>
              <a:t>ơ</a:t>
            </a:r>
            <a:r>
              <a:rPr lang="en-US" sz="2400" b="1">
                <a:latin typeface="Times New Roman" panose="02020603050405020304" pitchFamily="18" charset="0"/>
                <a:cs typeface="Times New Roman" panose="02020603050405020304" pitchFamily="18" charset="0"/>
              </a:rPr>
              <a:t>-ron (Neural Network)</a:t>
            </a:r>
          </a:p>
        </p:txBody>
      </p:sp>
      <p:sp>
        <p:nvSpPr>
          <p:cNvPr id="10" name="TextBox 9">
            <a:extLst>
              <a:ext uri="{FF2B5EF4-FFF2-40B4-BE49-F238E27FC236}">
                <a16:creationId xmlns:a16="http://schemas.microsoft.com/office/drawing/2014/main" id="{E22D54EF-C91F-457D-A71E-353C535CD12D}"/>
              </a:ext>
            </a:extLst>
          </p:cNvPr>
          <p:cNvSpPr txBox="1"/>
          <p:nvPr/>
        </p:nvSpPr>
        <p:spPr>
          <a:xfrm>
            <a:off x="5261934" y="2240474"/>
            <a:ext cx="1668131" cy="307777"/>
          </a:xfrm>
          <a:prstGeom prst="rect">
            <a:avLst/>
          </a:prstGeom>
          <a:solidFill>
            <a:schemeClr val="accent3"/>
          </a:solidFill>
          <a:ln>
            <a:solidFill>
              <a:srgbClr val="00B050"/>
            </a:solidFill>
          </a:ln>
        </p:spPr>
        <p:txBody>
          <a:bodyPr wrap="square" rtlCol="0">
            <a:spAutoFit/>
          </a:bodyPr>
          <a:lstStyle/>
          <a:p>
            <a:pPr algn="ctr"/>
            <a:r>
              <a:rPr lang="en-US" sz="1400">
                <a:latin typeface="Times New Roman" panose="02020603050405020304" pitchFamily="18" charset="0"/>
                <a:cs typeface="Times New Roman" panose="02020603050405020304" pitchFamily="18" charset="0"/>
              </a:rPr>
              <a:t>Neural Network</a:t>
            </a:r>
          </a:p>
        </p:txBody>
      </p:sp>
      <p:sp>
        <p:nvSpPr>
          <p:cNvPr id="11" name="TextBox 10">
            <a:extLst>
              <a:ext uri="{FF2B5EF4-FFF2-40B4-BE49-F238E27FC236}">
                <a16:creationId xmlns:a16="http://schemas.microsoft.com/office/drawing/2014/main" id="{9C31838B-FD95-405F-8733-E309E590966C}"/>
              </a:ext>
            </a:extLst>
          </p:cNvPr>
          <p:cNvSpPr txBox="1"/>
          <p:nvPr/>
        </p:nvSpPr>
        <p:spPr>
          <a:xfrm>
            <a:off x="1494466" y="3372461"/>
            <a:ext cx="1668131" cy="646331"/>
          </a:xfrm>
          <a:prstGeom prst="rect">
            <a:avLst/>
          </a:prstGeom>
          <a:solidFill>
            <a:schemeClr val="bg1"/>
          </a:solidFill>
          <a:ln>
            <a:solidFill>
              <a:schemeClr val="tx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Single Layer Perceptrons</a:t>
            </a:r>
          </a:p>
          <a:p>
            <a:pPr algn="ctr"/>
            <a:endParaRPr lang="en-US" sz="12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FF6705E-3274-4F8C-ACE2-08CB07830382}"/>
              </a:ext>
            </a:extLst>
          </p:cNvPr>
          <p:cNvSpPr txBox="1"/>
          <p:nvPr/>
        </p:nvSpPr>
        <p:spPr>
          <a:xfrm>
            <a:off x="3378200" y="3372462"/>
            <a:ext cx="1668131" cy="646331"/>
          </a:xfrm>
          <a:prstGeom prst="rect">
            <a:avLst/>
          </a:prstGeom>
          <a:solidFill>
            <a:schemeClr val="bg1"/>
          </a:solidFill>
          <a:ln>
            <a:solidFill>
              <a:schemeClr val="tx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Radial Basic Network</a:t>
            </a:r>
          </a:p>
          <a:p>
            <a:pPr algn="ctr"/>
            <a:endParaRPr lang="en-US" sz="1200">
              <a:latin typeface="Times New Roman" panose="02020603050405020304" pitchFamily="18" charset="0"/>
              <a:cs typeface="Times New Roman" panose="02020603050405020304" pitchFamily="18" charset="0"/>
            </a:endParaRPr>
          </a:p>
          <a:p>
            <a:pPr algn="ctr"/>
            <a:endParaRPr lang="en-US" sz="12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65A5305-8555-4ADF-90AA-19B4BE8E13FD}"/>
              </a:ext>
            </a:extLst>
          </p:cNvPr>
          <p:cNvSpPr txBox="1"/>
          <p:nvPr/>
        </p:nvSpPr>
        <p:spPr>
          <a:xfrm>
            <a:off x="5261934" y="3357366"/>
            <a:ext cx="1668131" cy="646331"/>
          </a:xfrm>
          <a:prstGeom prst="rect">
            <a:avLst/>
          </a:prstGeom>
          <a:solidFill>
            <a:schemeClr val="bg1"/>
          </a:solidFill>
          <a:ln>
            <a:solidFill>
              <a:schemeClr val="tx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Multi Layer Perceptrons</a:t>
            </a:r>
          </a:p>
          <a:p>
            <a:pPr algn="ctr"/>
            <a:endParaRPr lang="en-US" sz="12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07241D4-6EAF-4A52-93E8-B3BA8B768F45}"/>
              </a:ext>
            </a:extLst>
          </p:cNvPr>
          <p:cNvSpPr txBox="1"/>
          <p:nvPr/>
        </p:nvSpPr>
        <p:spPr>
          <a:xfrm>
            <a:off x="7145668" y="3357366"/>
            <a:ext cx="1668131" cy="646331"/>
          </a:xfrm>
          <a:prstGeom prst="rect">
            <a:avLst/>
          </a:prstGeom>
          <a:solidFill>
            <a:schemeClr val="bg1"/>
          </a:solidFill>
          <a:ln>
            <a:solidFill>
              <a:schemeClr val="tx1"/>
            </a:solidFill>
          </a:ln>
        </p:spPr>
        <p:txBody>
          <a:bodyPr wrap="square" rtlCol="0">
            <a:spAutoFit/>
          </a:bodyPr>
          <a:lstStyle/>
          <a:p>
            <a:pPr algn="ctr"/>
            <a:r>
              <a:rPr lang="en-US" sz="1200">
                <a:solidFill>
                  <a:srgbClr val="00B050"/>
                </a:solidFill>
                <a:latin typeface="Times New Roman" panose="02020603050405020304" pitchFamily="18" charset="0"/>
                <a:cs typeface="Times New Roman" panose="02020603050405020304" pitchFamily="18" charset="0"/>
              </a:rPr>
              <a:t>Recurrent Neural Network (RNN)</a:t>
            </a:r>
          </a:p>
          <a:p>
            <a:pPr algn="ctr"/>
            <a:endParaRPr lang="en-US" sz="12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71A56B8-E208-4646-B203-D22B9D83CC6A}"/>
              </a:ext>
            </a:extLst>
          </p:cNvPr>
          <p:cNvSpPr txBox="1"/>
          <p:nvPr/>
        </p:nvSpPr>
        <p:spPr>
          <a:xfrm>
            <a:off x="9029402" y="3372461"/>
            <a:ext cx="1668131" cy="523220"/>
          </a:xfrm>
          <a:prstGeom prst="rect">
            <a:avLst/>
          </a:prstGeom>
          <a:solidFill>
            <a:schemeClr val="bg1"/>
          </a:solidFill>
          <a:ln>
            <a:solidFill>
              <a:schemeClr val="tx1"/>
            </a:solidFill>
          </a:ln>
        </p:spPr>
        <p:txBody>
          <a:bodyPr wrap="square" rtlCol="0">
            <a:spAutoFit/>
          </a:bodyPr>
          <a:lstStyle/>
          <a:p>
            <a:pPr algn="ctr"/>
            <a:r>
              <a:rPr lang="en-US" sz="1400">
                <a:latin typeface="Times New Roman" panose="02020603050405020304" pitchFamily="18" charset="0"/>
                <a:cs typeface="Times New Roman" panose="02020603050405020304" pitchFamily="18" charset="0"/>
              </a:rPr>
              <a:t>…</a:t>
            </a:r>
          </a:p>
          <a:p>
            <a:pPr algn="ctr"/>
            <a:endParaRPr lang="en-US" sz="140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36472F9B-8F2D-4ECD-8875-3C08731DFC99}"/>
              </a:ext>
            </a:extLst>
          </p:cNvPr>
          <p:cNvSpPr txBox="1"/>
          <p:nvPr/>
        </p:nvSpPr>
        <p:spPr>
          <a:xfrm>
            <a:off x="6786132" y="4350559"/>
            <a:ext cx="901799" cy="307777"/>
          </a:xfrm>
          <a:prstGeom prst="rect">
            <a:avLst/>
          </a:prstGeom>
          <a:solidFill>
            <a:schemeClr val="bg1"/>
          </a:solidFill>
          <a:ln>
            <a:solidFill>
              <a:schemeClr val="tx1"/>
            </a:solidFill>
          </a:ln>
        </p:spPr>
        <p:txBody>
          <a:bodyPr wrap="square" rtlCol="0">
            <a:spAutoFit/>
          </a:bodyPr>
          <a:lstStyle/>
          <a:p>
            <a:pPr algn="ctr"/>
            <a:r>
              <a:rPr lang="en-US" sz="1400">
                <a:solidFill>
                  <a:srgbClr val="00B050"/>
                </a:solidFill>
                <a:latin typeface="Times New Roman" panose="02020603050405020304" pitchFamily="18" charset="0"/>
                <a:cs typeface="Times New Roman" panose="02020603050405020304" pitchFamily="18" charset="0"/>
              </a:rPr>
              <a:t>LSTM</a:t>
            </a:r>
          </a:p>
        </p:txBody>
      </p:sp>
      <p:sp>
        <p:nvSpPr>
          <p:cNvPr id="19" name="TextBox 18">
            <a:extLst>
              <a:ext uri="{FF2B5EF4-FFF2-40B4-BE49-F238E27FC236}">
                <a16:creationId xmlns:a16="http://schemas.microsoft.com/office/drawing/2014/main" id="{BE759DF8-BFAF-4240-877C-A4B800D97C6F}"/>
              </a:ext>
            </a:extLst>
          </p:cNvPr>
          <p:cNvSpPr txBox="1"/>
          <p:nvPr/>
        </p:nvSpPr>
        <p:spPr>
          <a:xfrm>
            <a:off x="8362899" y="4350558"/>
            <a:ext cx="901799" cy="307777"/>
          </a:xfrm>
          <a:prstGeom prst="rect">
            <a:avLst/>
          </a:prstGeom>
          <a:solidFill>
            <a:schemeClr val="bg1"/>
          </a:solidFill>
          <a:ln>
            <a:solidFill>
              <a:schemeClr val="tx1"/>
            </a:solidFill>
          </a:ln>
        </p:spPr>
        <p:txBody>
          <a:bodyPr wrap="square" rtlCol="0">
            <a:spAutoFit/>
          </a:bodyPr>
          <a:lstStyle/>
          <a:p>
            <a:pPr algn="ctr"/>
            <a:r>
              <a:rPr lang="en-US" sz="1400">
                <a:solidFill>
                  <a:srgbClr val="00B050"/>
                </a:solidFill>
                <a:latin typeface="Times New Roman" panose="02020603050405020304" pitchFamily="18" charset="0"/>
                <a:cs typeface="Times New Roman" panose="02020603050405020304" pitchFamily="18" charset="0"/>
              </a:rPr>
              <a:t>…</a:t>
            </a:r>
          </a:p>
        </p:txBody>
      </p:sp>
      <p:cxnSp>
        <p:nvCxnSpPr>
          <p:cNvPr id="21" name="Straight Arrow Connector 20">
            <a:extLst>
              <a:ext uri="{FF2B5EF4-FFF2-40B4-BE49-F238E27FC236}">
                <a16:creationId xmlns:a16="http://schemas.microsoft.com/office/drawing/2014/main" id="{ED35D35F-EC0F-4239-95BC-1385D15B0665}"/>
              </a:ext>
            </a:extLst>
          </p:cNvPr>
          <p:cNvCxnSpPr>
            <a:cxnSpLocks/>
            <a:stCxn id="10" idx="2"/>
          </p:cNvCxnSpPr>
          <p:nvPr/>
        </p:nvCxnSpPr>
        <p:spPr>
          <a:xfrm>
            <a:off x="6096000" y="2548251"/>
            <a:ext cx="0" cy="8055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D15FCC50-BBEF-4AE1-BA09-750AC6BE586A}"/>
              </a:ext>
            </a:extLst>
          </p:cNvPr>
          <p:cNvCxnSpPr>
            <a:cxnSpLocks/>
            <a:stCxn id="11" idx="0"/>
            <a:endCxn id="15" idx="0"/>
          </p:cNvCxnSpPr>
          <p:nvPr/>
        </p:nvCxnSpPr>
        <p:spPr>
          <a:xfrm rot="5400000" flipH="1" flipV="1">
            <a:off x="6096000" y="-395007"/>
            <a:ext cx="12700" cy="7534936"/>
          </a:xfrm>
          <a:prstGeom prst="bentConnector3">
            <a:avLst>
              <a:gd name="adj1" fmla="val 1800000"/>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6D4D887-ACFE-4AD3-8659-7B2684597CC0}"/>
              </a:ext>
            </a:extLst>
          </p:cNvPr>
          <p:cNvCxnSpPr>
            <a:cxnSpLocks/>
            <a:stCxn id="14" idx="2"/>
            <a:endCxn id="17" idx="0"/>
          </p:cNvCxnSpPr>
          <p:nvPr/>
        </p:nvCxnSpPr>
        <p:spPr>
          <a:xfrm flipH="1">
            <a:off x="7237032" y="4003697"/>
            <a:ext cx="742702" cy="346862"/>
          </a:xfrm>
          <a:prstGeom prst="straightConnector1">
            <a:avLst/>
          </a:prstGeom>
          <a:ln>
            <a:solidFill>
              <a:schemeClr val="tx1"/>
            </a:solidFill>
            <a:tailEnd type="triangle"/>
          </a:ln>
        </p:spPr>
        <p:style>
          <a:lnRef idx="2">
            <a:schemeClr val="accent2"/>
          </a:lnRef>
          <a:fillRef idx="0">
            <a:schemeClr val="accent2"/>
          </a:fillRef>
          <a:effectRef idx="1">
            <a:schemeClr val="accent2"/>
          </a:effectRef>
          <a:fontRef idx="minor">
            <a:schemeClr val="tx1"/>
          </a:fontRef>
        </p:style>
      </p:cxnSp>
      <p:cxnSp>
        <p:nvCxnSpPr>
          <p:cNvPr id="29" name="Straight Arrow Connector 28">
            <a:extLst>
              <a:ext uri="{FF2B5EF4-FFF2-40B4-BE49-F238E27FC236}">
                <a16:creationId xmlns:a16="http://schemas.microsoft.com/office/drawing/2014/main" id="{8695EC20-8BEC-4658-AE06-6089302CC022}"/>
              </a:ext>
            </a:extLst>
          </p:cNvPr>
          <p:cNvCxnSpPr>
            <a:cxnSpLocks/>
            <a:stCxn id="14" idx="2"/>
            <a:endCxn id="19" idx="0"/>
          </p:cNvCxnSpPr>
          <p:nvPr/>
        </p:nvCxnSpPr>
        <p:spPr>
          <a:xfrm>
            <a:off x="7979734" y="4003697"/>
            <a:ext cx="834065" cy="346861"/>
          </a:xfrm>
          <a:prstGeom prst="straightConnector1">
            <a:avLst/>
          </a:prstGeom>
          <a:ln>
            <a:solidFill>
              <a:schemeClr val="tx1"/>
            </a:solidFill>
            <a:tailEnd type="triangle"/>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C590AD2D-AEC5-4A3E-B113-21600A8591A7}"/>
              </a:ext>
            </a:extLst>
          </p:cNvPr>
          <p:cNvCxnSpPr>
            <a:cxnSpLocks/>
            <a:endCxn id="12" idx="0"/>
          </p:cNvCxnSpPr>
          <p:nvPr/>
        </p:nvCxnSpPr>
        <p:spPr>
          <a:xfrm>
            <a:off x="4212265" y="3158067"/>
            <a:ext cx="1" cy="21439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0E28A33-82C7-4705-BAD3-75013CB290A4}"/>
              </a:ext>
            </a:extLst>
          </p:cNvPr>
          <p:cNvCxnSpPr>
            <a:cxnSpLocks/>
            <a:endCxn id="14" idx="0"/>
          </p:cNvCxnSpPr>
          <p:nvPr/>
        </p:nvCxnSpPr>
        <p:spPr>
          <a:xfrm>
            <a:off x="7979733" y="3158067"/>
            <a:ext cx="1" cy="199299"/>
          </a:xfrm>
          <a:prstGeom prst="straightConnector1">
            <a:avLst/>
          </a:prstGeom>
          <a:ln>
            <a:solidFill>
              <a:schemeClr val="tx1"/>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911204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BDBCC2-B8BC-45FB-A36B-DE502EEC4F4D}"/>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7" name="Isosceles Triangle 6">
            <a:extLst>
              <a:ext uri="{FF2B5EF4-FFF2-40B4-BE49-F238E27FC236}">
                <a16:creationId xmlns:a16="http://schemas.microsoft.com/office/drawing/2014/main" id="{FCCE4283-CE41-45EC-BDF0-E639AAAFF52F}"/>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8A8331C-ECA9-457A-8EEF-D01189E99371}"/>
              </a:ext>
            </a:extLst>
          </p:cNvPr>
          <p:cNvSpPr txBox="1"/>
          <p:nvPr/>
        </p:nvSpPr>
        <p:spPr>
          <a:xfrm>
            <a:off x="369331" y="610744"/>
            <a:ext cx="3498334"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Mạng n</a:t>
            </a:r>
            <a:r>
              <a:rPr lang="vi-VN" b="1">
                <a:latin typeface="Times New Roman" panose="02020603050405020304" pitchFamily="18" charset="0"/>
                <a:cs typeface="Times New Roman" panose="02020603050405020304" pitchFamily="18" charset="0"/>
              </a:rPr>
              <a:t>ơ</a:t>
            </a:r>
            <a:r>
              <a:rPr lang="en-US" b="1">
                <a:latin typeface="Times New Roman" panose="02020603050405020304" pitchFamily="18" charset="0"/>
                <a:cs typeface="Times New Roman" panose="02020603050405020304" pitchFamily="18" charset="0"/>
              </a:rPr>
              <a:t>-ron hồi quy (RNN)</a:t>
            </a:r>
          </a:p>
        </p:txBody>
      </p:sp>
      <p:pic>
        <p:nvPicPr>
          <p:cNvPr id="10" name="Picture 9">
            <a:extLst>
              <a:ext uri="{FF2B5EF4-FFF2-40B4-BE49-F238E27FC236}">
                <a16:creationId xmlns:a16="http://schemas.microsoft.com/office/drawing/2014/main" id="{D4208D61-E029-46F2-B642-E57762722874}"/>
              </a:ext>
            </a:extLst>
          </p:cNvPr>
          <p:cNvPicPr>
            <a:picLocks noChangeAspect="1"/>
          </p:cNvPicPr>
          <p:nvPr/>
        </p:nvPicPr>
        <p:blipFill>
          <a:blip r:embed="rId2"/>
          <a:stretch>
            <a:fillRect/>
          </a:stretch>
        </p:blipFill>
        <p:spPr>
          <a:xfrm>
            <a:off x="3418931" y="1496086"/>
            <a:ext cx="5048955" cy="1932914"/>
          </a:xfrm>
          <a:prstGeom prst="rect">
            <a:avLst/>
          </a:prstGeom>
        </p:spPr>
      </p:pic>
      <p:sp>
        <p:nvSpPr>
          <p:cNvPr id="13" name="TextBox 12">
            <a:extLst>
              <a:ext uri="{FF2B5EF4-FFF2-40B4-BE49-F238E27FC236}">
                <a16:creationId xmlns:a16="http://schemas.microsoft.com/office/drawing/2014/main" id="{E2290ECB-6733-41BB-96CA-911F104B7222}"/>
              </a:ext>
            </a:extLst>
          </p:cNvPr>
          <p:cNvSpPr txBox="1"/>
          <p:nvPr/>
        </p:nvSpPr>
        <p:spPr>
          <a:xfrm>
            <a:off x="614863" y="3828090"/>
            <a:ext cx="4685269" cy="1384995"/>
          </a:xfrm>
          <a:prstGeom prst="rect">
            <a:avLst/>
          </a:prstGeom>
          <a:solidFill>
            <a:schemeClr val="bg2">
              <a:lumMod val="75000"/>
            </a:schemeClr>
          </a:solidFill>
          <a:ln>
            <a:solidFill>
              <a:schemeClr val="tx2"/>
            </a:solidFill>
          </a:ln>
        </p:spPr>
        <p:txBody>
          <a:bodyPr wrap="square" rtlCol="0">
            <a:spAutoFit/>
          </a:bodyPr>
          <a:lstStyle/>
          <a:p>
            <a:pPr algn="just"/>
            <a:r>
              <a:rPr lang="vi-VN" sz="1400">
                <a:latin typeface="+mj-lt"/>
              </a:rPr>
              <a:t>Recurrent Neural Network (RNN) là một loại mạng nơ-ron nhân tạo chủ yếu được sử dụng trong nhận dạng giọng nói và xử lý ngôn ngữ tự nhiên (NLP). </a:t>
            </a:r>
            <a:endParaRPr lang="en-US" sz="1400">
              <a:latin typeface="+mj-lt"/>
            </a:endParaRPr>
          </a:p>
          <a:p>
            <a:pPr algn="just"/>
            <a:endParaRPr lang="en-US" sz="1400">
              <a:latin typeface="+mj-lt"/>
              <a:cs typeface="Times New Roman" panose="02020603050405020304" pitchFamily="18" charset="0"/>
            </a:endParaRPr>
          </a:p>
          <a:p>
            <a:pPr algn="just"/>
            <a:endParaRPr lang="en-US" sz="1400">
              <a:latin typeface="+mj-lt"/>
              <a:cs typeface="Times New Roman" panose="02020603050405020304" pitchFamily="18" charset="0"/>
            </a:endParaRPr>
          </a:p>
          <a:p>
            <a:pPr algn="just"/>
            <a:endParaRPr lang="en-US" sz="1400">
              <a:latin typeface="+mj-lt"/>
              <a:cs typeface="Times New Roman" panose="02020603050405020304" pitchFamily="18" charset="0"/>
            </a:endParaRPr>
          </a:p>
        </p:txBody>
      </p:sp>
      <p:sp>
        <p:nvSpPr>
          <p:cNvPr id="16" name="TextBox 15">
            <a:extLst>
              <a:ext uri="{FF2B5EF4-FFF2-40B4-BE49-F238E27FC236}">
                <a16:creationId xmlns:a16="http://schemas.microsoft.com/office/drawing/2014/main" id="{C697C5DF-295E-46D9-98EF-FECC7F0A5DB2}"/>
              </a:ext>
            </a:extLst>
          </p:cNvPr>
          <p:cNvSpPr txBox="1"/>
          <p:nvPr/>
        </p:nvSpPr>
        <p:spPr>
          <a:xfrm>
            <a:off x="6891865" y="3828090"/>
            <a:ext cx="4685272" cy="1384995"/>
          </a:xfrm>
          <a:prstGeom prst="rect">
            <a:avLst/>
          </a:prstGeom>
          <a:solidFill>
            <a:schemeClr val="bg2">
              <a:lumMod val="75000"/>
            </a:schemeClr>
          </a:solidFill>
          <a:ln>
            <a:solidFill>
              <a:schemeClr val="tx2"/>
            </a:solidFill>
          </a:ln>
        </p:spPr>
        <p:txBody>
          <a:bodyPr wrap="square" rtlCol="0">
            <a:spAutoFit/>
          </a:bodyPr>
          <a:lstStyle/>
          <a:p>
            <a:pPr algn="just"/>
            <a:r>
              <a:rPr lang="en-US" sz="1400">
                <a:latin typeface="Times New Roman" panose="02020603050405020304" pitchFamily="18" charset="0"/>
                <a:cs typeface="Times New Roman" panose="02020603050405020304" pitchFamily="18" charset="0"/>
              </a:rPr>
              <a:t>Vì trong mô hình nghiên cứu RNN còn nhiều hạn chế, chúng ta có 2 cách để xử lý:</a:t>
            </a:r>
          </a:p>
          <a:p>
            <a:pPr algn="just"/>
            <a:r>
              <a:rPr lang="en-US" sz="1400">
                <a:latin typeface="Times New Roman" panose="02020603050405020304" pitchFamily="18" charset="0"/>
                <a:cs typeface="Times New Roman" panose="02020603050405020304" pitchFamily="18" charset="0"/>
              </a:rPr>
              <a:t>Cách 1:  Sử dụng bộ nhớ ngắn dài hạn (LSTM ).</a:t>
            </a:r>
          </a:p>
          <a:p>
            <a:pPr algn="just"/>
            <a:r>
              <a:rPr lang="en-US" sz="1400">
                <a:latin typeface="Times New Roman" panose="02020603050405020304" pitchFamily="18" charset="0"/>
                <a:cs typeface="Times New Roman" panose="02020603050405020304" pitchFamily="18" charset="0"/>
              </a:rPr>
              <a:t>Cách 2: Thay vì sử dụng activation function là tanh và sigmoid, ta thay bằng Relu.</a:t>
            </a:r>
          </a:p>
          <a:p>
            <a:pPr algn="just"/>
            <a:endParaRPr lang="en-US" sz="140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07F8B38-5C15-4B19-9DB0-765586BE7325}"/>
              </a:ext>
            </a:extLst>
          </p:cNvPr>
          <p:cNvSpPr txBox="1"/>
          <p:nvPr/>
        </p:nvSpPr>
        <p:spPr>
          <a:xfrm>
            <a:off x="4732674" y="1188309"/>
            <a:ext cx="2421467" cy="307777"/>
          </a:xfrm>
          <a:prstGeom prst="rect">
            <a:avLst/>
          </a:prstGeom>
          <a:noFill/>
        </p:spPr>
        <p:txBody>
          <a:bodyPr wrap="square" rtlCol="0">
            <a:spAutoFit/>
          </a:bodyPr>
          <a:lstStyle/>
          <a:p>
            <a:r>
              <a:rPr lang="en-US" sz="1400">
                <a:latin typeface="Times New Roman" panose="02020603050405020304" pitchFamily="18" charset="0"/>
                <a:cs typeface="Times New Roman" panose="02020603050405020304" pitchFamily="18" charset="0"/>
              </a:rPr>
              <a:t>Hình mô phỏng cấu trúc RNN</a:t>
            </a:r>
          </a:p>
        </p:txBody>
      </p:sp>
    </p:spTree>
    <p:extLst>
      <p:ext uri="{BB962C8B-B14F-4D97-AF65-F5344CB8AC3E}">
        <p14:creationId xmlns:p14="http://schemas.microsoft.com/office/powerpoint/2010/main" val="597227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D70B58-580C-41B2-AEB5-C79EC4D414BC}"/>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7" name="Isosceles Triangle 6">
            <a:extLst>
              <a:ext uri="{FF2B5EF4-FFF2-40B4-BE49-F238E27FC236}">
                <a16:creationId xmlns:a16="http://schemas.microsoft.com/office/drawing/2014/main" id="{7EA9BEEE-5A7F-40C9-823C-6D18D985982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E956530-7DF7-41FE-83A2-DD25F20CBB3D}"/>
              </a:ext>
            </a:extLst>
          </p:cNvPr>
          <p:cNvSpPr txBox="1"/>
          <p:nvPr/>
        </p:nvSpPr>
        <p:spPr>
          <a:xfrm>
            <a:off x="369331" y="631798"/>
            <a:ext cx="4270402"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Bộ nhớ ngắn dài hạn (LSTM)</a:t>
            </a:r>
          </a:p>
        </p:txBody>
      </p:sp>
      <p:pic>
        <p:nvPicPr>
          <p:cNvPr id="10" name="Picture 9">
            <a:extLst>
              <a:ext uri="{FF2B5EF4-FFF2-40B4-BE49-F238E27FC236}">
                <a16:creationId xmlns:a16="http://schemas.microsoft.com/office/drawing/2014/main" id="{0EBA1ABA-582E-498F-9BE8-8F97025C41E1}"/>
              </a:ext>
            </a:extLst>
          </p:cNvPr>
          <p:cNvPicPr>
            <a:picLocks noChangeAspect="1"/>
          </p:cNvPicPr>
          <p:nvPr/>
        </p:nvPicPr>
        <p:blipFill>
          <a:blip r:embed="rId2"/>
          <a:stretch>
            <a:fillRect/>
          </a:stretch>
        </p:blipFill>
        <p:spPr>
          <a:xfrm>
            <a:off x="6619097" y="631798"/>
            <a:ext cx="5572903" cy="5557335"/>
          </a:xfrm>
          <a:prstGeom prst="rect">
            <a:avLst/>
          </a:prstGeom>
        </p:spPr>
      </p:pic>
      <p:sp>
        <p:nvSpPr>
          <p:cNvPr id="11" name="TextBox 10">
            <a:extLst>
              <a:ext uri="{FF2B5EF4-FFF2-40B4-BE49-F238E27FC236}">
                <a16:creationId xmlns:a16="http://schemas.microsoft.com/office/drawing/2014/main" id="{5EC863D3-DB05-4FBD-B745-79E489266E64}"/>
              </a:ext>
            </a:extLst>
          </p:cNvPr>
          <p:cNvSpPr txBox="1"/>
          <p:nvPr/>
        </p:nvSpPr>
        <p:spPr>
          <a:xfrm>
            <a:off x="267731" y="2256303"/>
            <a:ext cx="6249766" cy="2308324"/>
          </a:xfrm>
          <a:prstGeom prst="rect">
            <a:avLst/>
          </a:prstGeom>
          <a:noFill/>
        </p:spPr>
        <p:txBody>
          <a:bodyPr wrap="square" rtlCol="0">
            <a:spAutoFit/>
          </a:bodyPr>
          <a:lstStyle/>
          <a:p>
            <a:pPr algn="just"/>
            <a:r>
              <a:rPr lang="en-US" sz="2400">
                <a:latin typeface="Times New Roman" panose="02020603050405020304" pitchFamily="18" charset="0"/>
                <a:cs typeface="Times New Roman" panose="02020603050405020304" pitchFamily="18" charset="0"/>
              </a:rPr>
              <a:t>Cấu trúc của LSTM có liên quan đến RNN. Tuy nhiên, nó đ</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ợc cải tiến và phức tạp để xử lý các hạn chế của RNN: </a:t>
            </a:r>
          </a:p>
          <a:p>
            <a:pPr marL="342900" indent="-342900"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Giải quyết vấn đề mất thông tin khi huấn luyện.</a:t>
            </a:r>
          </a:p>
          <a:p>
            <a:pPr marL="342900" indent="-342900"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Xử lý các chuỗi thời gian dài và phức tạp.</a:t>
            </a:r>
          </a:p>
        </p:txBody>
      </p:sp>
    </p:spTree>
    <p:extLst>
      <p:ext uri="{BB962C8B-B14F-4D97-AF65-F5344CB8AC3E}">
        <p14:creationId xmlns:p14="http://schemas.microsoft.com/office/powerpoint/2010/main" val="3064307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1B3E27-F4AB-418B-B9F5-018DF4A76EC0}"/>
              </a:ext>
            </a:extLst>
          </p:cNvPr>
          <p:cNvSpPr txBox="1"/>
          <p:nvPr/>
        </p:nvSpPr>
        <p:spPr>
          <a:xfrm>
            <a:off x="369330" y="631798"/>
            <a:ext cx="3957137"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Mô hình phân tích cảm xúc</a:t>
            </a:r>
          </a:p>
        </p:txBody>
      </p:sp>
      <p:sp>
        <p:nvSpPr>
          <p:cNvPr id="7" name="TextBox 6">
            <a:extLst>
              <a:ext uri="{FF2B5EF4-FFF2-40B4-BE49-F238E27FC236}">
                <a16:creationId xmlns:a16="http://schemas.microsoft.com/office/drawing/2014/main" id="{3D4271BE-089F-4F7F-909B-5779F910A925}"/>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GIỚI THIỆU BÀI TOÁN VÀ CÁC MÔ HÌNH HỌC MÁY</a:t>
            </a:r>
          </a:p>
        </p:txBody>
      </p:sp>
      <p:sp>
        <p:nvSpPr>
          <p:cNvPr id="8" name="Isosceles Triangle 7">
            <a:extLst>
              <a:ext uri="{FF2B5EF4-FFF2-40B4-BE49-F238E27FC236}">
                <a16:creationId xmlns:a16="http://schemas.microsoft.com/office/drawing/2014/main" id="{C270DA3B-3C10-4A2F-8C75-539EBFD5E0B0}"/>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11829610-6B7F-4EAB-B098-5C24BB262B83}"/>
              </a:ext>
            </a:extLst>
          </p:cNvPr>
          <p:cNvPicPr>
            <a:picLocks noChangeAspect="1"/>
          </p:cNvPicPr>
          <p:nvPr/>
        </p:nvPicPr>
        <p:blipFill>
          <a:blip r:embed="rId2"/>
          <a:stretch>
            <a:fillRect/>
          </a:stretch>
        </p:blipFill>
        <p:spPr>
          <a:xfrm>
            <a:off x="6519989" y="553998"/>
            <a:ext cx="5511144" cy="599073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1" name="Rectangle 30">
            <a:extLst>
              <a:ext uri="{FF2B5EF4-FFF2-40B4-BE49-F238E27FC236}">
                <a16:creationId xmlns:a16="http://schemas.microsoft.com/office/drawing/2014/main" id="{A87D5C0E-6ACC-4902-9FD6-C7606AC9B711}"/>
              </a:ext>
            </a:extLst>
          </p:cNvPr>
          <p:cNvSpPr/>
          <p:nvPr/>
        </p:nvSpPr>
        <p:spPr>
          <a:xfrm>
            <a:off x="245533" y="3540899"/>
            <a:ext cx="6096000" cy="1477328"/>
          </a:xfrm>
          <a:prstGeom prst="rect">
            <a:avLst/>
          </a:prstGeom>
          <a:solidFill>
            <a:schemeClr val="bg2">
              <a:lumMod val="90000"/>
            </a:schemeClr>
          </a:solidFill>
          <a:ln>
            <a:solidFill>
              <a:schemeClr val="tx2"/>
            </a:solidFill>
          </a:ln>
        </p:spPr>
        <p:txBody>
          <a:bodyPr>
            <a:spAutoFit/>
          </a:bodyPr>
          <a:lstStyle/>
          <a:p>
            <a:pPr algn="just"/>
            <a:r>
              <a:rPr lang="en-US">
                <a:latin typeface="Times New Roman" panose="02020603050405020304" pitchFamily="18" charset="0"/>
                <a:cs typeface="Times New Roman" panose="02020603050405020304" pitchFamily="18" charset="0"/>
              </a:rPr>
              <a:t>Tin tức là nguồn dữ liệu thiết yếu để phân tích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giá cổ phiếu ở tất cả các thị tr</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ờng. </a:t>
            </a:r>
            <a:r>
              <a:rPr lang="vi-VN">
                <a:latin typeface="Times New Roman" panose="02020603050405020304" pitchFamily="18" charset="0"/>
                <a:cs typeface="Times New Roman" panose="02020603050405020304" pitchFamily="18" charset="0"/>
              </a:rPr>
              <a:t>Do đó, việc áp dụng nguồn dữ liệu này vào các mô hình dự báo giá cổ phiếu đã có sức hấp dẫn từ lâu</a:t>
            </a:r>
            <a:r>
              <a:rPr lang="en-US">
                <a:latin typeface="Times New Roman" panose="02020603050405020304" pitchFamily="18" charset="0"/>
                <a:cs typeface="Times New Roman" panose="02020603050405020304" pitchFamily="18" charset="0"/>
              </a:rPr>
              <a:t>. Chính vì vậy việc áp dụng phân tích cảm xúc với tin tức sẽ giúp tăng độ chính xác h</a:t>
            </a:r>
            <a:r>
              <a:rPr lang="vi-VN">
                <a:latin typeface="Times New Roman" panose="02020603050405020304" pitchFamily="18" charset="0"/>
                <a:cs typeface="Times New Roman" panose="02020603050405020304" pitchFamily="18" charset="0"/>
              </a:rPr>
              <a:t>ơ</a:t>
            </a:r>
            <a:r>
              <a:rPr lang="en-US">
                <a:latin typeface="Times New Roman" panose="02020603050405020304" pitchFamily="18" charset="0"/>
                <a:cs typeface="Times New Roman" panose="02020603050405020304" pitchFamily="18" charset="0"/>
              </a:rPr>
              <a:t>n với các mô hình thực nghiệm. </a:t>
            </a:r>
          </a:p>
        </p:txBody>
      </p:sp>
      <p:sp>
        <p:nvSpPr>
          <p:cNvPr id="32" name="Rectangle 31">
            <a:extLst>
              <a:ext uri="{FF2B5EF4-FFF2-40B4-BE49-F238E27FC236}">
                <a16:creationId xmlns:a16="http://schemas.microsoft.com/office/drawing/2014/main" id="{0DD69850-4559-4477-B029-8E23A1E05CB1}"/>
              </a:ext>
            </a:extLst>
          </p:cNvPr>
          <p:cNvSpPr/>
          <p:nvPr/>
        </p:nvSpPr>
        <p:spPr>
          <a:xfrm>
            <a:off x="245533" y="1440018"/>
            <a:ext cx="6096000" cy="1200329"/>
          </a:xfrm>
          <a:prstGeom prst="rect">
            <a:avLst/>
          </a:prstGeom>
          <a:solidFill>
            <a:schemeClr val="bg2">
              <a:lumMod val="90000"/>
            </a:schemeClr>
          </a:solidFill>
          <a:ln>
            <a:solidFill>
              <a:srgbClr val="293497"/>
            </a:solidFill>
          </a:ln>
        </p:spPr>
        <p:txBody>
          <a:bodyPr>
            <a:spAutoFit/>
          </a:bodyPr>
          <a:lstStyle/>
          <a:p>
            <a:pPr algn="just"/>
            <a:r>
              <a:rPr lang="en-US">
                <a:latin typeface="Times New Roman" panose="02020603050405020304" pitchFamily="18" charset="0"/>
                <a:ea typeface="Times New Roman" panose="02020603050405020304" pitchFamily="18" charset="0"/>
              </a:rPr>
              <a:t>Phân tích cảm xúc là một ứng dụng trí tuệ nhân tạo, nó sử dụng các thuật toán để xử lý ngôn ngữ tự nhiên của con người (NLP) và xác định các đặc điểm cảm xúc tiêu cực, tích cực, trung lập tại một thời điểm thông qua văn bản hoặc lời nói.</a:t>
            </a:r>
            <a:endParaRPr lang="en-US"/>
          </a:p>
        </p:txBody>
      </p:sp>
    </p:spTree>
    <p:extLst>
      <p:ext uri="{BB962C8B-B14F-4D97-AF65-F5344CB8AC3E}">
        <p14:creationId xmlns:p14="http://schemas.microsoft.com/office/powerpoint/2010/main" val="1040256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Ứng dụng ph</a:t>
            </a:r>
            <a:r>
              <a:rPr lang="vi-VN" b="1">
                <a:solidFill>
                  <a:schemeClr val="accent6"/>
                </a:solidFill>
                <a:latin typeface="Arial" panose="020B0604020202020204" pitchFamily="34" charset="0"/>
                <a:cs typeface="Arial" panose="020B0604020202020204" pitchFamily="34" charset="0"/>
              </a:rPr>
              <a:t>ư</a:t>
            </a:r>
            <a:r>
              <a:rPr lang="en-US" b="1">
                <a:solidFill>
                  <a:schemeClr val="accent6"/>
                </a:solidFill>
                <a:latin typeface="Arial" panose="020B0604020202020204" pitchFamily="34" charset="0"/>
                <a:cs typeface="Arial" panose="020B0604020202020204" pitchFamily="34" charset="0"/>
              </a:rPr>
              <a:t>ơng pháp và xây dựng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4E1D3-BE9A-4B7E-8D93-37F56A99C873}"/>
              </a:ext>
            </a:extLst>
          </p:cNvPr>
          <p:cNvSpPr txBox="1"/>
          <p:nvPr/>
        </p:nvSpPr>
        <p:spPr>
          <a:xfrm>
            <a:off x="369331" y="560230"/>
            <a:ext cx="4448202"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Mô hình đề xuất</a:t>
            </a:r>
          </a:p>
        </p:txBody>
      </p:sp>
      <p:sp>
        <p:nvSpPr>
          <p:cNvPr id="9" name="Rectangle: Rounded Corners 8">
            <a:extLst>
              <a:ext uri="{FF2B5EF4-FFF2-40B4-BE49-F238E27FC236}">
                <a16:creationId xmlns:a16="http://schemas.microsoft.com/office/drawing/2014/main" id="{A0040AF5-5E53-45D5-81E1-D9AB04E067FB}"/>
              </a:ext>
            </a:extLst>
          </p:cNvPr>
          <p:cNvSpPr/>
          <p:nvPr/>
        </p:nvSpPr>
        <p:spPr>
          <a:xfrm>
            <a:off x="1200665" y="1818733"/>
            <a:ext cx="1558577"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Dữ liệu tài chính</a:t>
            </a:r>
          </a:p>
        </p:txBody>
      </p:sp>
      <p:sp>
        <p:nvSpPr>
          <p:cNvPr id="10" name="Rectangle: Rounded Corners 9">
            <a:extLst>
              <a:ext uri="{FF2B5EF4-FFF2-40B4-BE49-F238E27FC236}">
                <a16:creationId xmlns:a16="http://schemas.microsoft.com/office/drawing/2014/main" id="{D956A51A-DCCD-4BE0-99D2-A27F6096D17C}"/>
              </a:ext>
            </a:extLst>
          </p:cNvPr>
          <p:cNvSpPr/>
          <p:nvPr/>
        </p:nvSpPr>
        <p:spPr>
          <a:xfrm>
            <a:off x="3258956" y="1818733"/>
            <a:ext cx="1558577"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Giá cổ phiếu trong ngày</a:t>
            </a:r>
          </a:p>
        </p:txBody>
      </p:sp>
      <p:sp>
        <p:nvSpPr>
          <p:cNvPr id="11" name="Rectangle: Rounded Corners 10">
            <a:extLst>
              <a:ext uri="{FF2B5EF4-FFF2-40B4-BE49-F238E27FC236}">
                <a16:creationId xmlns:a16="http://schemas.microsoft.com/office/drawing/2014/main" id="{FF648C54-9F2F-4604-B5C0-9017563CBBBD}"/>
              </a:ext>
            </a:extLst>
          </p:cNvPr>
          <p:cNvSpPr/>
          <p:nvPr/>
        </p:nvSpPr>
        <p:spPr>
          <a:xfrm>
            <a:off x="5316711" y="1818732"/>
            <a:ext cx="1558577"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Dữ liệu tài chính </a:t>
            </a:r>
          </a:p>
        </p:txBody>
      </p:sp>
      <p:sp>
        <p:nvSpPr>
          <p:cNvPr id="12" name="Rectangle: Rounded Corners 11">
            <a:extLst>
              <a:ext uri="{FF2B5EF4-FFF2-40B4-BE49-F238E27FC236}">
                <a16:creationId xmlns:a16="http://schemas.microsoft.com/office/drawing/2014/main" id="{0D249C54-8EC2-47A5-B72C-723DBF9CAFC6}"/>
              </a:ext>
            </a:extLst>
          </p:cNvPr>
          <p:cNvSpPr/>
          <p:nvPr/>
        </p:nvSpPr>
        <p:spPr>
          <a:xfrm>
            <a:off x="7708145" y="1544859"/>
            <a:ext cx="1558577" cy="74800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Mô hình LSTM (Dự báo giá cổ phiếu)</a:t>
            </a:r>
          </a:p>
        </p:txBody>
      </p:sp>
      <p:sp>
        <p:nvSpPr>
          <p:cNvPr id="13" name="Rectangle: Rounded Corners 12">
            <a:extLst>
              <a:ext uri="{FF2B5EF4-FFF2-40B4-BE49-F238E27FC236}">
                <a16:creationId xmlns:a16="http://schemas.microsoft.com/office/drawing/2014/main" id="{F52BBDD2-8966-4872-B145-810D10F4AA27}"/>
              </a:ext>
            </a:extLst>
          </p:cNvPr>
          <p:cNvSpPr/>
          <p:nvPr/>
        </p:nvSpPr>
        <p:spPr>
          <a:xfrm>
            <a:off x="9765900" y="1544859"/>
            <a:ext cx="1558577" cy="74800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Đánh giá</a:t>
            </a:r>
          </a:p>
        </p:txBody>
      </p:sp>
      <p:sp>
        <p:nvSpPr>
          <p:cNvPr id="14" name="Rectangle: Rounded Corners 13">
            <a:extLst>
              <a:ext uri="{FF2B5EF4-FFF2-40B4-BE49-F238E27FC236}">
                <a16:creationId xmlns:a16="http://schemas.microsoft.com/office/drawing/2014/main" id="{5F269CBA-2D04-4FAB-949C-10167C6F17CA}"/>
              </a:ext>
            </a:extLst>
          </p:cNvPr>
          <p:cNvSpPr/>
          <p:nvPr/>
        </p:nvSpPr>
        <p:spPr>
          <a:xfrm>
            <a:off x="714764" y="2954867"/>
            <a:ext cx="2044477" cy="74800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Nguồn tin tức trực tuyến (CafeF, Vietstock, Vnexpress)</a:t>
            </a:r>
          </a:p>
        </p:txBody>
      </p:sp>
      <p:sp>
        <p:nvSpPr>
          <p:cNvPr id="15" name="Rectangle: Rounded Corners 14">
            <a:extLst>
              <a:ext uri="{FF2B5EF4-FFF2-40B4-BE49-F238E27FC236}">
                <a16:creationId xmlns:a16="http://schemas.microsoft.com/office/drawing/2014/main" id="{28BB6F83-D0E7-4607-B383-D516B609204A}"/>
              </a:ext>
            </a:extLst>
          </p:cNvPr>
          <p:cNvSpPr/>
          <p:nvPr/>
        </p:nvSpPr>
        <p:spPr>
          <a:xfrm>
            <a:off x="3271699" y="2954866"/>
            <a:ext cx="1558577" cy="748007"/>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Tin tức mới theo thời gian thực</a:t>
            </a:r>
          </a:p>
        </p:txBody>
      </p:sp>
      <p:sp>
        <p:nvSpPr>
          <p:cNvPr id="16" name="Rectangle: Rounded Corners 15">
            <a:extLst>
              <a:ext uri="{FF2B5EF4-FFF2-40B4-BE49-F238E27FC236}">
                <a16:creationId xmlns:a16="http://schemas.microsoft.com/office/drawing/2014/main" id="{E1F9FE03-DF72-4100-A1FE-DEEEDEC84D9C}"/>
              </a:ext>
            </a:extLst>
          </p:cNvPr>
          <p:cNvSpPr/>
          <p:nvPr/>
        </p:nvSpPr>
        <p:spPr>
          <a:xfrm>
            <a:off x="5303433" y="2954866"/>
            <a:ext cx="1931556" cy="246736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latin typeface="Times New Roman" panose="02020603050405020304" pitchFamily="18" charset="0"/>
                <a:cs typeface="Times New Roman" panose="02020603050405020304" pitchFamily="18" charset="0"/>
              </a:rPr>
              <a:t>News Preprocess</a:t>
            </a:r>
          </a:p>
          <a:p>
            <a:pPr marL="342900" indent="-342900">
              <a:buAutoNum type="arabicPeriod"/>
            </a:pPr>
            <a:r>
              <a:rPr lang="en-US" sz="1400">
                <a:solidFill>
                  <a:schemeClr val="tx1"/>
                </a:solidFill>
                <a:latin typeface="Times New Roman" panose="02020603050405020304" pitchFamily="18" charset="0"/>
                <a:cs typeface="Times New Roman" panose="02020603050405020304" pitchFamily="18" charset="0"/>
              </a:rPr>
              <a:t>Loại bỏ các ký tự đặc biệt</a:t>
            </a:r>
          </a:p>
          <a:p>
            <a:pPr marL="342900" indent="-342900">
              <a:buAutoNum type="arabicPeriod"/>
            </a:pPr>
            <a:r>
              <a:rPr lang="en-US" sz="1400">
                <a:solidFill>
                  <a:schemeClr val="tx1"/>
                </a:solidFill>
                <a:latin typeface="Times New Roman" panose="02020603050405020304" pitchFamily="18" charset="0"/>
                <a:cs typeface="Times New Roman" panose="02020603050405020304" pitchFamily="18" charset="0"/>
              </a:rPr>
              <a:t>Loại bỏ các tin vô nghĩa</a:t>
            </a:r>
          </a:p>
          <a:p>
            <a:pPr marL="342900" indent="-342900">
              <a:buAutoNum type="arabicPeriod"/>
            </a:pPr>
            <a:r>
              <a:rPr lang="en-US" sz="1400">
                <a:solidFill>
                  <a:schemeClr val="tx1"/>
                </a:solidFill>
                <a:latin typeface="Times New Roman" panose="02020603050405020304" pitchFamily="18" charset="0"/>
                <a:cs typeface="Times New Roman" panose="02020603050405020304" pitchFamily="18" charset="0"/>
              </a:rPr>
              <a:t>Phân loại tin tức</a:t>
            </a:r>
          </a:p>
          <a:p>
            <a:pPr marL="342900" indent="-342900">
              <a:buAutoNum type="arabicPeriod"/>
            </a:pPr>
            <a:r>
              <a:rPr lang="vi-VN" sz="1400">
                <a:solidFill>
                  <a:schemeClr val="tx1"/>
                </a:solidFill>
                <a:latin typeface="Times New Roman" panose="02020603050405020304" pitchFamily="18" charset="0"/>
                <a:cs typeface="Times New Roman" panose="02020603050405020304" pitchFamily="18" charset="0"/>
              </a:rPr>
              <a:t>Phobert tiền xử lý để có được phân tích tình cảm</a:t>
            </a:r>
            <a:endParaRPr lang="en-US" sz="1400">
              <a:solidFill>
                <a:schemeClr val="tx1"/>
              </a:solidFill>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735FF283-453E-4030-85B4-9686193F3CA4}"/>
              </a:ext>
            </a:extLst>
          </p:cNvPr>
          <p:cNvSpPr/>
          <p:nvPr/>
        </p:nvSpPr>
        <p:spPr>
          <a:xfrm>
            <a:off x="7708146" y="2954867"/>
            <a:ext cx="1558577" cy="74800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Tổng hợp điểm cảm xúc tin tức theo ngày</a:t>
            </a:r>
          </a:p>
        </p:txBody>
      </p:sp>
      <p:cxnSp>
        <p:nvCxnSpPr>
          <p:cNvPr id="19" name="Straight Arrow Connector 18">
            <a:extLst>
              <a:ext uri="{FF2B5EF4-FFF2-40B4-BE49-F238E27FC236}">
                <a16:creationId xmlns:a16="http://schemas.microsoft.com/office/drawing/2014/main" id="{EF55854C-F0D1-4017-9BCA-F761615D7CF9}"/>
              </a:ext>
            </a:extLst>
          </p:cNvPr>
          <p:cNvCxnSpPr>
            <a:stCxn id="9" idx="3"/>
            <a:endCxn id="10" idx="1"/>
          </p:cNvCxnSpPr>
          <p:nvPr/>
        </p:nvCxnSpPr>
        <p:spPr>
          <a:xfrm>
            <a:off x="2759242" y="2055800"/>
            <a:ext cx="4997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08A63F4-993B-4974-A6FE-FF64274D0966}"/>
              </a:ext>
            </a:extLst>
          </p:cNvPr>
          <p:cNvCxnSpPr>
            <a:stCxn id="10" idx="3"/>
            <a:endCxn id="11" idx="1"/>
          </p:cNvCxnSpPr>
          <p:nvPr/>
        </p:nvCxnSpPr>
        <p:spPr>
          <a:xfrm flipV="1">
            <a:off x="4817533" y="2055799"/>
            <a:ext cx="49917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1C6E517-9712-4EE4-965A-DF1584EF4C20}"/>
              </a:ext>
            </a:extLst>
          </p:cNvPr>
          <p:cNvCxnSpPr>
            <a:stCxn id="11" idx="3"/>
          </p:cNvCxnSpPr>
          <p:nvPr/>
        </p:nvCxnSpPr>
        <p:spPr>
          <a:xfrm flipV="1">
            <a:off x="6875288" y="2055798"/>
            <a:ext cx="9055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5ADF783-4BBA-40A8-B532-824DF49A8306}"/>
              </a:ext>
            </a:extLst>
          </p:cNvPr>
          <p:cNvCxnSpPr>
            <a:stCxn id="12" idx="3"/>
            <a:endCxn id="13" idx="1"/>
          </p:cNvCxnSpPr>
          <p:nvPr/>
        </p:nvCxnSpPr>
        <p:spPr>
          <a:xfrm>
            <a:off x="9266722" y="1918862"/>
            <a:ext cx="499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F69A87E-3F2C-4D54-8185-2482FD65423A}"/>
              </a:ext>
            </a:extLst>
          </p:cNvPr>
          <p:cNvCxnSpPr>
            <a:stCxn id="14" idx="3"/>
            <a:endCxn id="15" idx="1"/>
          </p:cNvCxnSpPr>
          <p:nvPr/>
        </p:nvCxnSpPr>
        <p:spPr>
          <a:xfrm>
            <a:off x="2759241" y="3328870"/>
            <a:ext cx="5124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537E165-D04D-49B6-A106-A53B79FC50D9}"/>
              </a:ext>
            </a:extLst>
          </p:cNvPr>
          <p:cNvCxnSpPr>
            <a:stCxn id="15" idx="3"/>
          </p:cNvCxnSpPr>
          <p:nvPr/>
        </p:nvCxnSpPr>
        <p:spPr>
          <a:xfrm flipV="1">
            <a:off x="4830276" y="3328869"/>
            <a:ext cx="48643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B20CF48-4A72-44C1-9065-B3DFD50139E2}"/>
              </a:ext>
            </a:extLst>
          </p:cNvPr>
          <p:cNvCxnSpPr>
            <a:endCxn id="17" idx="1"/>
          </p:cNvCxnSpPr>
          <p:nvPr/>
        </p:nvCxnSpPr>
        <p:spPr>
          <a:xfrm>
            <a:off x="7234989" y="3328869"/>
            <a:ext cx="47315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DD263ED-5518-43D2-A721-2C52E0217428}"/>
              </a:ext>
            </a:extLst>
          </p:cNvPr>
          <p:cNvCxnSpPr>
            <a:stCxn id="17" idx="0"/>
            <a:endCxn id="12" idx="2"/>
          </p:cNvCxnSpPr>
          <p:nvPr/>
        </p:nvCxnSpPr>
        <p:spPr>
          <a:xfrm flipH="1" flipV="1">
            <a:off x="8487434" y="2292865"/>
            <a:ext cx="1" cy="662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551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Ứng dụng ph</a:t>
            </a:r>
            <a:r>
              <a:rPr lang="vi-VN" b="1">
                <a:solidFill>
                  <a:schemeClr val="accent6"/>
                </a:solidFill>
                <a:latin typeface="Arial" panose="020B0604020202020204" pitchFamily="34" charset="0"/>
                <a:cs typeface="Arial" panose="020B0604020202020204" pitchFamily="34" charset="0"/>
              </a:rPr>
              <a:t>ư</a:t>
            </a:r>
            <a:r>
              <a:rPr lang="en-US" b="1">
                <a:solidFill>
                  <a:schemeClr val="accent6"/>
                </a:solidFill>
                <a:latin typeface="Arial" panose="020B0604020202020204" pitchFamily="34" charset="0"/>
                <a:cs typeface="Arial" panose="020B0604020202020204" pitchFamily="34" charset="0"/>
              </a:rPr>
              <a:t>ơng pháp và xây dựng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4E1D3-BE9A-4B7E-8D93-37F56A99C873}"/>
              </a:ext>
            </a:extLst>
          </p:cNvPr>
          <p:cNvSpPr txBox="1"/>
          <p:nvPr/>
        </p:nvSpPr>
        <p:spPr>
          <a:xfrm>
            <a:off x="369331" y="680627"/>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Bộ dữ liệu tin tức</a:t>
            </a:r>
          </a:p>
        </p:txBody>
      </p:sp>
      <p:pic>
        <p:nvPicPr>
          <p:cNvPr id="18" name="table">
            <a:extLst>
              <a:ext uri="{FF2B5EF4-FFF2-40B4-BE49-F238E27FC236}">
                <a16:creationId xmlns:a16="http://schemas.microsoft.com/office/drawing/2014/main" id="{CC2729D8-8F69-449C-A772-6BF437639872}"/>
              </a:ext>
            </a:extLst>
          </p:cNvPr>
          <p:cNvPicPr>
            <a:picLocks noChangeAspect="1"/>
          </p:cNvPicPr>
          <p:nvPr/>
        </p:nvPicPr>
        <p:blipFill>
          <a:blip r:embed="rId2"/>
          <a:stretch>
            <a:fillRect/>
          </a:stretch>
        </p:blipFill>
        <p:spPr>
          <a:xfrm>
            <a:off x="2032000" y="1176589"/>
            <a:ext cx="8128000" cy="5217160"/>
          </a:xfrm>
          <a:prstGeom prst="rect">
            <a:avLst/>
          </a:prstGeom>
        </p:spPr>
      </p:pic>
    </p:spTree>
    <p:extLst>
      <p:ext uri="{BB962C8B-B14F-4D97-AF65-F5344CB8AC3E}">
        <p14:creationId xmlns:p14="http://schemas.microsoft.com/office/powerpoint/2010/main" val="3712699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Ứng dụng ph</a:t>
            </a:r>
            <a:r>
              <a:rPr lang="vi-VN" b="1">
                <a:solidFill>
                  <a:schemeClr val="accent6"/>
                </a:solidFill>
                <a:latin typeface="Arial" panose="020B0604020202020204" pitchFamily="34" charset="0"/>
                <a:cs typeface="Arial" panose="020B0604020202020204" pitchFamily="34" charset="0"/>
              </a:rPr>
              <a:t>ư</a:t>
            </a:r>
            <a:r>
              <a:rPr lang="en-US" b="1">
                <a:solidFill>
                  <a:schemeClr val="accent6"/>
                </a:solidFill>
                <a:latin typeface="Arial" panose="020B0604020202020204" pitchFamily="34" charset="0"/>
                <a:cs typeface="Arial" panose="020B0604020202020204" pitchFamily="34" charset="0"/>
              </a:rPr>
              <a:t>ơng pháp và xây dựng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4E1D3-BE9A-4B7E-8D93-37F56A99C873}"/>
              </a:ext>
            </a:extLst>
          </p:cNvPr>
          <p:cNvSpPr txBox="1"/>
          <p:nvPr/>
        </p:nvSpPr>
        <p:spPr>
          <a:xfrm>
            <a:off x="369331" y="680627"/>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Tiền xử dữ liệu tin tức </a:t>
            </a:r>
          </a:p>
        </p:txBody>
      </p:sp>
      <p:sp>
        <p:nvSpPr>
          <p:cNvPr id="9" name="Rectangle: Rounded Corners 8">
            <a:extLst>
              <a:ext uri="{FF2B5EF4-FFF2-40B4-BE49-F238E27FC236}">
                <a16:creationId xmlns:a16="http://schemas.microsoft.com/office/drawing/2014/main" id="{65C9427F-8F01-49BF-B2B9-A3C28F9A2894}"/>
              </a:ext>
            </a:extLst>
          </p:cNvPr>
          <p:cNvSpPr/>
          <p:nvPr/>
        </p:nvSpPr>
        <p:spPr>
          <a:xfrm>
            <a:off x="442188" y="1395400"/>
            <a:ext cx="4730945"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Loại bỏ các ký tự đặc biệt</a:t>
            </a:r>
          </a:p>
        </p:txBody>
      </p:sp>
      <p:sp>
        <p:nvSpPr>
          <p:cNvPr id="10" name="Rectangle: Rounded Corners 9">
            <a:extLst>
              <a:ext uri="{FF2B5EF4-FFF2-40B4-BE49-F238E27FC236}">
                <a16:creationId xmlns:a16="http://schemas.microsoft.com/office/drawing/2014/main" id="{934E89CC-633F-49A9-ACE8-5CD65F6337D3}"/>
              </a:ext>
            </a:extLst>
          </p:cNvPr>
          <p:cNvSpPr/>
          <p:nvPr/>
        </p:nvSpPr>
        <p:spPr>
          <a:xfrm>
            <a:off x="442187" y="2391643"/>
            <a:ext cx="4730945"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Loại bỏ các tin tức vô nghĩa</a:t>
            </a:r>
          </a:p>
        </p:txBody>
      </p:sp>
      <p:sp>
        <p:nvSpPr>
          <p:cNvPr id="11" name="Rectangle: Rounded Corners 10">
            <a:extLst>
              <a:ext uri="{FF2B5EF4-FFF2-40B4-BE49-F238E27FC236}">
                <a16:creationId xmlns:a16="http://schemas.microsoft.com/office/drawing/2014/main" id="{F950AFE9-8D8C-4130-BD01-5B2C58F96DDE}"/>
              </a:ext>
            </a:extLst>
          </p:cNvPr>
          <p:cNvSpPr/>
          <p:nvPr/>
        </p:nvSpPr>
        <p:spPr>
          <a:xfrm>
            <a:off x="442187" y="3387886"/>
            <a:ext cx="4730945"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Phân loại tin tức</a:t>
            </a:r>
          </a:p>
        </p:txBody>
      </p:sp>
      <p:sp>
        <p:nvSpPr>
          <p:cNvPr id="12" name="Rectangle: Rounded Corners 11">
            <a:extLst>
              <a:ext uri="{FF2B5EF4-FFF2-40B4-BE49-F238E27FC236}">
                <a16:creationId xmlns:a16="http://schemas.microsoft.com/office/drawing/2014/main" id="{C7E8D38F-8D7E-4873-BC28-4388E5E01FB6}"/>
              </a:ext>
            </a:extLst>
          </p:cNvPr>
          <p:cNvSpPr/>
          <p:nvPr/>
        </p:nvSpPr>
        <p:spPr>
          <a:xfrm>
            <a:off x="442186" y="4384129"/>
            <a:ext cx="4730945"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Xử lý tin tức với PhoBert để lấy điểm phân tích cảm xúc</a:t>
            </a:r>
          </a:p>
        </p:txBody>
      </p:sp>
      <p:sp>
        <p:nvSpPr>
          <p:cNvPr id="13" name="Rectangle: Rounded Corners 12">
            <a:extLst>
              <a:ext uri="{FF2B5EF4-FFF2-40B4-BE49-F238E27FC236}">
                <a16:creationId xmlns:a16="http://schemas.microsoft.com/office/drawing/2014/main" id="{9336248D-EF2C-4578-94DA-B60467ECF29B}"/>
              </a:ext>
            </a:extLst>
          </p:cNvPr>
          <p:cNvSpPr/>
          <p:nvPr/>
        </p:nvSpPr>
        <p:spPr>
          <a:xfrm>
            <a:off x="442186" y="5380372"/>
            <a:ext cx="4730945" cy="474133"/>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Times New Roman" panose="02020603050405020304" pitchFamily="18" charset="0"/>
                <a:cs typeface="Times New Roman" panose="02020603050405020304" pitchFamily="18" charset="0"/>
              </a:rPr>
              <a:t>Tổng hợp điểm cảm xúc theo ngày</a:t>
            </a:r>
          </a:p>
        </p:txBody>
      </p:sp>
      <p:sp>
        <p:nvSpPr>
          <p:cNvPr id="3" name="Arrow: Down 2">
            <a:extLst>
              <a:ext uri="{FF2B5EF4-FFF2-40B4-BE49-F238E27FC236}">
                <a16:creationId xmlns:a16="http://schemas.microsoft.com/office/drawing/2014/main" id="{1D3FE6C3-855B-4BF2-8E91-677683758C5A}"/>
              </a:ext>
            </a:extLst>
          </p:cNvPr>
          <p:cNvSpPr/>
          <p:nvPr/>
        </p:nvSpPr>
        <p:spPr>
          <a:xfrm>
            <a:off x="2807658" y="1869533"/>
            <a:ext cx="71009" cy="52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Down 4">
            <a:extLst>
              <a:ext uri="{FF2B5EF4-FFF2-40B4-BE49-F238E27FC236}">
                <a16:creationId xmlns:a16="http://schemas.microsoft.com/office/drawing/2014/main" id="{7E92C514-15A7-4B15-9592-985A3165C8B7}"/>
              </a:ext>
            </a:extLst>
          </p:cNvPr>
          <p:cNvSpPr/>
          <p:nvPr/>
        </p:nvSpPr>
        <p:spPr>
          <a:xfrm>
            <a:off x="2807658" y="2865776"/>
            <a:ext cx="45719" cy="52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DFC078A6-4309-4D77-8F10-2C42B74C92DF}"/>
              </a:ext>
            </a:extLst>
          </p:cNvPr>
          <p:cNvSpPr/>
          <p:nvPr/>
        </p:nvSpPr>
        <p:spPr>
          <a:xfrm>
            <a:off x="2807768" y="3862019"/>
            <a:ext cx="45719" cy="52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2365EFDA-E87C-4F47-8DD3-A2382CB9D536}"/>
              </a:ext>
            </a:extLst>
          </p:cNvPr>
          <p:cNvSpPr/>
          <p:nvPr/>
        </p:nvSpPr>
        <p:spPr>
          <a:xfrm>
            <a:off x="2807658" y="4858262"/>
            <a:ext cx="45719" cy="5221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5521E336-BEDB-49D5-879D-9CD861F3C71F}"/>
              </a:ext>
            </a:extLst>
          </p:cNvPr>
          <p:cNvPicPr>
            <a:picLocks noChangeAspect="1"/>
          </p:cNvPicPr>
          <p:nvPr/>
        </p:nvPicPr>
        <p:blipFill>
          <a:blip r:embed="rId2"/>
          <a:stretch>
            <a:fillRect/>
          </a:stretch>
        </p:blipFill>
        <p:spPr>
          <a:xfrm>
            <a:off x="6223001" y="631797"/>
            <a:ext cx="5736308" cy="5991767"/>
          </a:xfrm>
          <a:prstGeom prst="rect">
            <a:avLst/>
          </a:prstGeom>
        </p:spPr>
      </p:pic>
    </p:spTree>
    <p:extLst>
      <p:ext uri="{BB962C8B-B14F-4D97-AF65-F5344CB8AC3E}">
        <p14:creationId xmlns:p14="http://schemas.microsoft.com/office/powerpoint/2010/main" val="1672270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Ứng dụng ph</a:t>
            </a:r>
            <a:r>
              <a:rPr lang="vi-VN" b="1">
                <a:solidFill>
                  <a:schemeClr val="accent6"/>
                </a:solidFill>
                <a:latin typeface="Arial" panose="020B0604020202020204" pitchFamily="34" charset="0"/>
                <a:cs typeface="Arial" panose="020B0604020202020204" pitchFamily="34" charset="0"/>
              </a:rPr>
              <a:t>ư</a:t>
            </a:r>
            <a:r>
              <a:rPr lang="en-US" b="1">
                <a:solidFill>
                  <a:schemeClr val="accent6"/>
                </a:solidFill>
                <a:latin typeface="Arial" panose="020B0604020202020204" pitchFamily="34" charset="0"/>
                <a:cs typeface="Arial" panose="020B0604020202020204" pitchFamily="34" charset="0"/>
              </a:rPr>
              <a:t>ơng pháp và xây dựng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0B2DB9B-0922-4CBA-B4C9-4CAB2E33A63E}"/>
              </a:ext>
            </a:extLst>
          </p:cNvPr>
          <p:cNvSpPr txBox="1"/>
          <p:nvPr/>
        </p:nvSpPr>
        <p:spPr>
          <a:xfrm>
            <a:off x="369331" y="680627"/>
            <a:ext cx="5430336"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Bộ dữ liệu sau khi đ</a:t>
            </a:r>
            <a:r>
              <a:rPr lang="vi-VN" b="1">
                <a:latin typeface="Times New Roman" panose="02020603050405020304" pitchFamily="18" charset="0"/>
                <a:cs typeface="Times New Roman" panose="02020603050405020304" pitchFamily="18" charset="0"/>
              </a:rPr>
              <a:t>ư</a:t>
            </a:r>
            <a:r>
              <a:rPr lang="en-US" b="1">
                <a:latin typeface="Times New Roman" panose="02020603050405020304" pitchFamily="18" charset="0"/>
                <a:cs typeface="Times New Roman" panose="02020603050405020304" pitchFamily="18" charset="0"/>
              </a:rPr>
              <a:t>ợc phân tích cảm xúc theo ngày</a:t>
            </a:r>
          </a:p>
        </p:txBody>
      </p:sp>
      <p:graphicFrame>
        <p:nvGraphicFramePr>
          <p:cNvPr id="2" name="Table 1">
            <a:extLst>
              <a:ext uri="{FF2B5EF4-FFF2-40B4-BE49-F238E27FC236}">
                <a16:creationId xmlns:a16="http://schemas.microsoft.com/office/drawing/2014/main" id="{DF0F3507-A5AE-4142-9068-7DD1D6E69A4C}"/>
              </a:ext>
            </a:extLst>
          </p:cNvPr>
          <p:cNvGraphicFramePr>
            <a:graphicFrameLocks noGrp="1"/>
          </p:cNvGraphicFramePr>
          <p:nvPr>
            <p:extLst>
              <p:ext uri="{D42A27DB-BD31-4B8C-83A1-F6EECF244321}">
                <p14:modId xmlns:p14="http://schemas.microsoft.com/office/powerpoint/2010/main" val="4145458874"/>
              </p:ext>
            </p:extLst>
          </p:nvPr>
        </p:nvGraphicFramePr>
        <p:xfrm>
          <a:off x="516467" y="1965960"/>
          <a:ext cx="11167530" cy="2225040"/>
        </p:xfrm>
        <a:graphic>
          <a:graphicData uri="http://schemas.openxmlformats.org/drawingml/2006/table">
            <a:tbl>
              <a:tblPr firstRow="1" bandRow="1">
                <a:tableStyleId>{5C22544A-7EE6-4342-B048-85BDC9FD1C3A}</a:tableStyleId>
              </a:tblPr>
              <a:tblGrid>
                <a:gridCol w="1588104">
                  <a:extLst>
                    <a:ext uri="{9D8B030D-6E8A-4147-A177-3AD203B41FA5}">
                      <a16:colId xmlns:a16="http://schemas.microsoft.com/office/drawing/2014/main" val="3043112370"/>
                    </a:ext>
                  </a:extLst>
                </a:gridCol>
                <a:gridCol w="1596571">
                  <a:extLst>
                    <a:ext uri="{9D8B030D-6E8A-4147-A177-3AD203B41FA5}">
                      <a16:colId xmlns:a16="http://schemas.microsoft.com/office/drawing/2014/main" val="915856731"/>
                    </a:ext>
                  </a:extLst>
                </a:gridCol>
                <a:gridCol w="1596571">
                  <a:extLst>
                    <a:ext uri="{9D8B030D-6E8A-4147-A177-3AD203B41FA5}">
                      <a16:colId xmlns:a16="http://schemas.microsoft.com/office/drawing/2014/main" val="754047390"/>
                    </a:ext>
                  </a:extLst>
                </a:gridCol>
                <a:gridCol w="1596571">
                  <a:extLst>
                    <a:ext uri="{9D8B030D-6E8A-4147-A177-3AD203B41FA5}">
                      <a16:colId xmlns:a16="http://schemas.microsoft.com/office/drawing/2014/main" val="3995351005"/>
                    </a:ext>
                  </a:extLst>
                </a:gridCol>
                <a:gridCol w="1596571">
                  <a:extLst>
                    <a:ext uri="{9D8B030D-6E8A-4147-A177-3AD203B41FA5}">
                      <a16:colId xmlns:a16="http://schemas.microsoft.com/office/drawing/2014/main" val="3626189672"/>
                    </a:ext>
                  </a:extLst>
                </a:gridCol>
                <a:gridCol w="1596571">
                  <a:extLst>
                    <a:ext uri="{9D8B030D-6E8A-4147-A177-3AD203B41FA5}">
                      <a16:colId xmlns:a16="http://schemas.microsoft.com/office/drawing/2014/main" val="1092719953"/>
                    </a:ext>
                  </a:extLst>
                </a:gridCol>
                <a:gridCol w="1596571">
                  <a:extLst>
                    <a:ext uri="{9D8B030D-6E8A-4147-A177-3AD203B41FA5}">
                      <a16:colId xmlns:a16="http://schemas.microsoft.com/office/drawing/2014/main" val="187973908"/>
                    </a:ext>
                  </a:extLst>
                </a:gridCol>
              </a:tblGrid>
              <a:tr h="370840">
                <a:tc>
                  <a:txBody>
                    <a:bodyPr/>
                    <a:lstStyle/>
                    <a:p>
                      <a:pPr algn="ctr"/>
                      <a:r>
                        <a:rPr lang="en-US" sz="1600">
                          <a:latin typeface="Times New Roman" panose="02020603050405020304" pitchFamily="18" charset="0"/>
                          <a:cs typeface="Times New Roman" panose="02020603050405020304" pitchFamily="18" charset="0"/>
                        </a:rPr>
                        <a:t>Day</a:t>
                      </a:r>
                    </a:p>
                  </a:txBody>
                  <a:tcPr anchor="ctr"/>
                </a:tc>
                <a:tc>
                  <a:txBody>
                    <a:bodyPr/>
                    <a:lstStyle/>
                    <a:p>
                      <a:pPr algn="ctr"/>
                      <a:r>
                        <a:rPr lang="en-US" sz="1600" b="1" i="0">
                          <a:solidFill>
                            <a:schemeClr val="lt1"/>
                          </a:solidFill>
                          <a:effectLst/>
                          <a:latin typeface="Times New Roman" panose="02020603050405020304" pitchFamily="18" charset="0"/>
                          <a:ea typeface="+mn-ea"/>
                          <a:cs typeface="Times New Roman" panose="02020603050405020304" pitchFamily="18" charset="0"/>
                        </a:rPr>
                        <a:t>acb_neg</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b="1" i="0">
                          <a:solidFill>
                            <a:schemeClr val="lt1"/>
                          </a:solidFill>
                          <a:effectLst/>
                          <a:latin typeface="Times New Roman" panose="02020603050405020304" pitchFamily="18" charset="0"/>
                          <a:ea typeface="+mn-ea"/>
                          <a:cs typeface="Times New Roman" panose="02020603050405020304" pitchFamily="18" charset="0"/>
                        </a:rPr>
                        <a:t>macro_neg</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b="1" i="0">
                          <a:solidFill>
                            <a:schemeClr val="lt1"/>
                          </a:solidFill>
                          <a:effectLst/>
                          <a:latin typeface="Times New Roman" panose="02020603050405020304" pitchFamily="18" charset="0"/>
                          <a:ea typeface="+mn-ea"/>
                          <a:cs typeface="Times New Roman" panose="02020603050405020304" pitchFamily="18" charset="0"/>
                        </a:rPr>
                        <a:t>acb_positive</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b="1" i="0">
                          <a:solidFill>
                            <a:schemeClr val="lt1"/>
                          </a:solidFill>
                          <a:effectLst/>
                          <a:latin typeface="Times New Roman" panose="02020603050405020304" pitchFamily="18" charset="0"/>
                          <a:ea typeface="+mn-ea"/>
                          <a:cs typeface="Times New Roman" panose="02020603050405020304" pitchFamily="18" charset="0"/>
                        </a:rPr>
                        <a:t>macro_positive</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b="1" i="0">
                          <a:solidFill>
                            <a:schemeClr val="lt1"/>
                          </a:solidFill>
                          <a:effectLst/>
                          <a:latin typeface="Times New Roman" panose="02020603050405020304" pitchFamily="18" charset="0"/>
                          <a:ea typeface="+mn-ea"/>
                          <a:cs typeface="Times New Roman" panose="02020603050405020304" pitchFamily="18" charset="0"/>
                        </a:rPr>
                        <a:t>acb_neutral</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b="1" i="0">
                          <a:solidFill>
                            <a:schemeClr val="lt1"/>
                          </a:solidFill>
                          <a:effectLst/>
                          <a:latin typeface="Times New Roman" panose="02020603050405020304" pitchFamily="18" charset="0"/>
                          <a:ea typeface="+mn-ea"/>
                          <a:cs typeface="Times New Roman" panose="02020603050405020304" pitchFamily="18" charset="0"/>
                        </a:rPr>
                        <a:t>macro_neutral</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62653464"/>
                  </a:ext>
                </a:extLst>
              </a:tr>
              <a:tr h="370840">
                <a:tc>
                  <a:txBody>
                    <a:bodyPr/>
                    <a:lstStyle/>
                    <a:p>
                      <a:pPr algn="ctr"/>
                      <a:r>
                        <a:rPr lang="en-US" sz="1600">
                          <a:latin typeface="Times New Roman" panose="02020603050405020304" pitchFamily="18" charset="0"/>
                          <a:cs typeface="Times New Roman" panose="02020603050405020304" pitchFamily="18" charset="0"/>
                        </a:rPr>
                        <a:t>12/27/2007</a:t>
                      </a:r>
                    </a:p>
                  </a:txBody>
                  <a:tcPr anchor="ctr"/>
                </a:tc>
                <a:tc>
                  <a:txBody>
                    <a:bodyPr/>
                    <a:lstStyle/>
                    <a:p>
                      <a:pPr algn="ctr"/>
                      <a:r>
                        <a:rPr lang="en-US" sz="1600">
                          <a:latin typeface="Times New Roman" panose="02020603050405020304" pitchFamily="18" charset="0"/>
                          <a:cs typeface="Times New Roman" panose="02020603050405020304" pitchFamily="18" charset="0"/>
                        </a:rPr>
                        <a:t>0.984949</a:t>
                      </a:r>
                    </a:p>
                  </a:txBody>
                  <a:tcPr anchor="ctr"/>
                </a:tc>
                <a:tc>
                  <a:txBody>
                    <a:bodyPr/>
                    <a:lstStyle/>
                    <a:p>
                      <a:pPr algn="ctr"/>
                      <a:r>
                        <a:rPr lang="en-US" sz="1600">
                          <a:latin typeface="Times New Roman" panose="02020603050405020304" pitchFamily="18" charset="0"/>
                          <a:cs typeface="Times New Roman" panose="02020603050405020304" pitchFamily="18" charset="0"/>
                        </a:rPr>
                        <a:t>0.475712</a:t>
                      </a:r>
                    </a:p>
                  </a:txBody>
                  <a:tcPr anchor="ctr"/>
                </a:tc>
                <a:tc>
                  <a:txBody>
                    <a:bodyPr/>
                    <a:lstStyle/>
                    <a:p>
                      <a:pPr algn="ctr"/>
                      <a:r>
                        <a:rPr lang="en-US" sz="1600">
                          <a:latin typeface="Times New Roman" panose="02020603050405020304" pitchFamily="18" charset="0"/>
                          <a:cs typeface="Times New Roman" panose="02020603050405020304" pitchFamily="18" charset="0"/>
                        </a:rPr>
                        <a:t>0.004600</a:t>
                      </a:r>
                    </a:p>
                  </a:txBody>
                  <a:tcPr anchor="ctr"/>
                </a:tc>
                <a:tc>
                  <a:txBody>
                    <a:bodyPr/>
                    <a:lstStyle/>
                    <a:p>
                      <a:pPr algn="ctr"/>
                      <a:r>
                        <a:rPr lang="en-US" sz="1600">
                          <a:latin typeface="Times New Roman" panose="02020603050405020304" pitchFamily="18" charset="0"/>
                          <a:cs typeface="Times New Roman" panose="02020603050405020304" pitchFamily="18" charset="0"/>
                        </a:rPr>
                        <a:t>0.033750</a:t>
                      </a:r>
                    </a:p>
                  </a:txBody>
                  <a:tcPr anchor="ctr"/>
                </a:tc>
                <a:tc>
                  <a:txBody>
                    <a:bodyPr/>
                    <a:lstStyle/>
                    <a:p>
                      <a:pPr algn="ctr"/>
                      <a:r>
                        <a:rPr lang="en-US" sz="1600">
                          <a:latin typeface="Times New Roman" panose="02020603050405020304" pitchFamily="18" charset="0"/>
                          <a:cs typeface="Times New Roman" panose="02020603050405020304" pitchFamily="18" charset="0"/>
                        </a:rPr>
                        <a:t>0.010450</a:t>
                      </a:r>
                    </a:p>
                  </a:txBody>
                  <a:tcPr anchor="ctr"/>
                </a:tc>
                <a:tc>
                  <a:txBody>
                    <a:bodyPr/>
                    <a:lstStyle/>
                    <a:p>
                      <a:pPr algn="ctr"/>
                      <a:r>
                        <a:rPr lang="en-US" sz="1600">
                          <a:latin typeface="Times New Roman" panose="02020603050405020304" pitchFamily="18" charset="0"/>
                          <a:cs typeface="Times New Roman" panose="02020603050405020304" pitchFamily="18" charset="0"/>
                        </a:rPr>
                        <a:t>0.490536</a:t>
                      </a:r>
                    </a:p>
                  </a:txBody>
                  <a:tcPr anchor="ctr"/>
                </a:tc>
                <a:extLst>
                  <a:ext uri="{0D108BD9-81ED-4DB2-BD59-A6C34878D82A}">
                    <a16:rowId xmlns:a16="http://schemas.microsoft.com/office/drawing/2014/main" val="2667224978"/>
                  </a:ext>
                </a:extLst>
              </a:tr>
              <a:tr h="370840">
                <a:tc>
                  <a:txBody>
                    <a:bodyPr/>
                    <a:lstStyle/>
                    <a:p>
                      <a:pPr algn="ctr"/>
                      <a:r>
                        <a:rPr lang="en-US" sz="1600">
                          <a:latin typeface="Times New Roman" panose="02020603050405020304" pitchFamily="18" charset="0"/>
                          <a:cs typeface="Times New Roman" panose="02020603050405020304" pitchFamily="18" charset="0"/>
                        </a:rPr>
                        <a:t>5/11/2008</a:t>
                      </a:r>
                    </a:p>
                  </a:txBody>
                  <a:tcPr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0.073231</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0.184955</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0.045974</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0.04571</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0.880795</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0.769335</a:t>
                      </a:r>
                    </a:p>
                  </a:txBody>
                  <a:tcPr marL="9525" marR="9525" marT="9525" marB="0" anchor="ctr"/>
                </a:tc>
                <a:extLst>
                  <a:ext uri="{0D108BD9-81ED-4DB2-BD59-A6C34878D82A}">
                    <a16:rowId xmlns:a16="http://schemas.microsoft.com/office/drawing/2014/main" val="563405365"/>
                  </a:ext>
                </a:extLst>
              </a:tr>
              <a:tr h="370840">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5/24/2008</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0.966628</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0.952643</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0.005704</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0.01027</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0.027668</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0.037087</a:t>
                      </a:r>
                    </a:p>
                  </a:txBody>
                  <a:tcPr marL="9525" marR="9525" marT="9525" marB="0" anchor="ctr"/>
                </a:tc>
                <a:extLst>
                  <a:ext uri="{0D108BD9-81ED-4DB2-BD59-A6C34878D82A}">
                    <a16:rowId xmlns:a16="http://schemas.microsoft.com/office/drawing/2014/main" val="3448515464"/>
                  </a:ext>
                </a:extLst>
              </a:tr>
              <a:tr h="370840">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6/21/2008</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0.985991</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0.048087</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0.004198</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0.074445</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0.009811</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0.877468</a:t>
                      </a:r>
                    </a:p>
                  </a:txBody>
                  <a:tcPr marL="9525" marR="9525" marT="9525" marB="0" anchor="ctr"/>
                </a:tc>
                <a:extLst>
                  <a:ext uri="{0D108BD9-81ED-4DB2-BD59-A6C34878D82A}">
                    <a16:rowId xmlns:a16="http://schemas.microsoft.com/office/drawing/2014/main" val="2013857222"/>
                  </a:ext>
                </a:extLst>
              </a:tr>
              <a:tr h="370840">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6/24/2008</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0.985516</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0.008168</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0.003815</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0.972939</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0.010669</a:t>
                      </a:r>
                    </a:p>
                  </a:txBody>
                  <a:tcPr marL="9525" marR="9525" marT="9525" marB="0" anchor="ctr"/>
                </a:tc>
                <a:tc>
                  <a:txBody>
                    <a:bodyPr/>
                    <a:lstStyle/>
                    <a:p>
                      <a:pPr algn="ctr" fontAlgn="b"/>
                      <a:r>
                        <a:rPr lang="en-US" sz="1600" b="0" i="0" u="none" strike="noStrike">
                          <a:solidFill>
                            <a:srgbClr val="000000"/>
                          </a:solidFill>
                          <a:effectLst/>
                          <a:latin typeface="Times New Roman" panose="02020603050405020304" pitchFamily="18" charset="0"/>
                          <a:cs typeface="Times New Roman" panose="02020603050405020304" pitchFamily="18" charset="0"/>
                        </a:rPr>
                        <a:t>0.018893</a:t>
                      </a:r>
                    </a:p>
                  </a:txBody>
                  <a:tcPr marL="9525" marR="9525" marT="9525" marB="0" anchor="ctr"/>
                </a:tc>
                <a:extLst>
                  <a:ext uri="{0D108BD9-81ED-4DB2-BD59-A6C34878D82A}">
                    <a16:rowId xmlns:a16="http://schemas.microsoft.com/office/drawing/2014/main" val="1264448003"/>
                  </a:ext>
                </a:extLst>
              </a:tr>
            </a:tbl>
          </a:graphicData>
        </a:graphic>
      </p:graphicFrame>
    </p:spTree>
    <p:extLst>
      <p:ext uri="{BB962C8B-B14F-4D97-AF65-F5344CB8AC3E}">
        <p14:creationId xmlns:p14="http://schemas.microsoft.com/office/powerpoint/2010/main" val="483478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Ứng dụng ph</a:t>
            </a:r>
            <a:r>
              <a:rPr lang="vi-VN" b="1">
                <a:solidFill>
                  <a:schemeClr val="accent6"/>
                </a:solidFill>
                <a:latin typeface="Arial" panose="020B0604020202020204" pitchFamily="34" charset="0"/>
                <a:cs typeface="Arial" panose="020B0604020202020204" pitchFamily="34" charset="0"/>
              </a:rPr>
              <a:t>ư</a:t>
            </a:r>
            <a:r>
              <a:rPr lang="en-US" b="1">
                <a:solidFill>
                  <a:schemeClr val="accent6"/>
                </a:solidFill>
                <a:latin typeface="Arial" panose="020B0604020202020204" pitchFamily="34" charset="0"/>
                <a:cs typeface="Arial" panose="020B0604020202020204" pitchFamily="34" charset="0"/>
              </a:rPr>
              <a:t>ơng pháp và xây dựng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4E1D3-BE9A-4B7E-8D93-37F56A99C873}"/>
              </a:ext>
            </a:extLst>
          </p:cNvPr>
          <p:cNvSpPr txBox="1"/>
          <p:nvPr/>
        </p:nvSpPr>
        <p:spPr>
          <a:xfrm>
            <a:off x="369331" y="709599"/>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Bộ dữ liệu cổ phiếu ACB</a:t>
            </a:r>
          </a:p>
        </p:txBody>
      </p:sp>
      <p:graphicFrame>
        <p:nvGraphicFramePr>
          <p:cNvPr id="9" name="Table 8">
            <a:extLst>
              <a:ext uri="{FF2B5EF4-FFF2-40B4-BE49-F238E27FC236}">
                <a16:creationId xmlns:a16="http://schemas.microsoft.com/office/drawing/2014/main" id="{92711035-B206-4BFC-94ED-4777AAF307D6}"/>
              </a:ext>
            </a:extLst>
          </p:cNvPr>
          <p:cNvGraphicFramePr>
            <a:graphicFrameLocks noGrp="1"/>
          </p:cNvGraphicFramePr>
          <p:nvPr>
            <p:extLst>
              <p:ext uri="{D42A27DB-BD31-4B8C-83A1-F6EECF244321}">
                <p14:modId xmlns:p14="http://schemas.microsoft.com/office/powerpoint/2010/main" val="1175523893"/>
              </p:ext>
            </p:extLst>
          </p:nvPr>
        </p:nvGraphicFramePr>
        <p:xfrm>
          <a:off x="2031999" y="1757862"/>
          <a:ext cx="8110265" cy="3281316"/>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169867215"/>
                    </a:ext>
                  </a:extLst>
                </a:gridCol>
                <a:gridCol w="2174725">
                  <a:extLst>
                    <a:ext uri="{9D8B030D-6E8A-4147-A177-3AD203B41FA5}">
                      <a16:colId xmlns:a16="http://schemas.microsoft.com/office/drawing/2014/main" val="1068761253"/>
                    </a:ext>
                  </a:extLst>
                </a:gridCol>
                <a:gridCol w="762000">
                  <a:extLst>
                    <a:ext uri="{9D8B030D-6E8A-4147-A177-3AD203B41FA5}">
                      <a16:colId xmlns:a16="http://schemas.microsoft.com/office/drawing/2014/main" val="3541364776"/>
                    </a:ext>
                  </a:extLst>
                </a:gridCol>
                <a:gridCol w="846666">
                  <a:extLst>
                    <a:ext uri="{9D8B030D-6E8A-4147-A177-3AD203B41FA5}">
                      <a16:colId xmlns:a16="http://schemas.microsoft.com/office/drawing/2014/main" val="4065845517"/>
                    </a:ext>
                  </a:extLst>
                </a:gridCol>
                <a:gridCol w="795867">
                  <a:extLst>
                    <a:ext uri="{9D8B030D-6E8A-4147-A177-3AD203B41FA5}">
                      <a16:colId xmlns:a16="http://schemas.microsoft.com/office/drawing/2014/main" val="235163540"/>
                    </a:ext>
                  </a:extLst>
                </a:gridCol>
                <a:gridCol w="871264">
                  <a:extLst>
                    <a:ext uri="{9D8B030D-6E8A-4147-A177-3AD203B41FA5}">
                      <a16:colId xmlns:a16="http://schemas.microsoft.com/office/drawing/2014/main" val="563283002"/>
                    </a:ext>
                  </a:extLst>
                </a:gridCol>
                <a:gridCol w="1498600">
                  <a:extLst>
                    <a:ext uri="{9D8B030D-6E8A-4147-A177-3AD203B41FA5}">
                      <a16:colId xmlns:a16="http://schemas.microsoft.com/office/drawing/2014/main" val="3868184284"/>
                    </a:ext>
                  </a:extLst>
                </a:gridCol>
              </a:tblGrid>
              <a:tr h="246520">
                <a:tc>
                  <a:txBody>
                    <a:bodyPr/>
                    <a:lstStyle/>
                    <a:p>
                      <a:pPr algn="ctr"/>
                      <a:r>
                        <a:rPr lang="en-US" sz="1400">
                          <a:latin typeface="Times New Roman" panose="02020603050405020304" pitchFamily="18" charset="0"/>
                          <a:cs typeface="Times New Roman" panose="02020603050405020304" pitchFamily="18" charset="0"/>
                        </a:rPr>
                        <a:t>Tên</a:t>
                      </a:r>
                    </a:p>
                  </a:txBody>
                  <a:tcPr/>
                </a:tc>
                <a:tc>
                  <a:txBody>
                    <a:bodyPr/>
                    <a:lstStyle/>
                    <a:p>
                      <a:pPr marL="0" algn="ctr" eaLnBrk="1" fontAlgn="t" hangingPunct="1">
                        <a:spcBef>
                          <a:spcPts val="0"/>
                        </a:spcBef>
                        <a:spcAft>
                          <a:spcPts val="0"/>
                        </a:spcAft>
                      </a:pPr>
                      <a:r>
                        <a:rPr lang="en-US" sz="1400" b="1" i="0" u="none" strike="noStrike">
                          <a:solidFill>
                            <a:srgbClr val="FFFFFF"/>
                          </a:solidFill>
                          <a:effectLst/>
                          <a:latin typeface="Times New Roman" panose="02020603050405020304" pitchFamily="18" charset="0"/>
                          <a:cs typeface="Times New Roman" panose="02020603050405020304" pitchFamily="18" charset="0"/>
                        </a:rPr>
                        <a:t>time</a:t>
                      </a:r>
                      <a:endParaRPr lang="en-US" sz="1400" b="0" i="0" u="none" strike="noStrike">
                        <a:effectLst/>
                        <a:latin typeface="Times New Roman" panose="02020603050405020304" pitchFamily="18" charset="0"/>
                        <a:cs typeface="Times New Roman" panose="02020603050405020304" pitchFamily="18" charset="0"/>
                      </a:endParaRPr>
                    </a:p>
                  </a:txBody>
                  <a:tcPr/>
                </a:tc>
                <a:tc>
                  <a:txBody>
                    <a:bodyPr/>
                    <a:lstStyle/>
                    <a:p>
                      <a:pPr algn="ctr"/>
                      <a:r>
                        <a:rPr lang="en-US" sz="1400">
                          <a:latin typeface="Times New Roman" panose="02020603050405020304" pitchFamily="18" charset="0"/>
                          <a:cs typeface="Times New Roman" panose="02020603050405020304" pitchFamily="18" charset="0"/>
                        </a:rPr>
                        <a:t>open</a:t>
                      </a:r>
                    </a:p>
                  </a:txBody>
                  <a:tcPr/>
                </a:tc>
                <a:tc>
                  <a:txBody>
                    <a:bodyPr/>
                    <a:lstStyle/>
                    <a:p>
                      <a:pPr algn="ctr"/>
                      <a:r>
                        <a:rPr lang="en-US" sz="1400">
                          <a:latin typeface="Times New Roman" panose="02020603050405020304" pitchFamily="18" charset="0"/>
                          <a:cs typeface="Times New Roman" panose="02020603050405020304" pitchFamily="18" charset="0"/>
                        </a:rPr>
                        <a:t>high</a:t>
                      </a:r>
                    </a:p>
                  </a:txBody>
                  <a:tcPr/>
                </a:tc>
                <a:tc>
                  <a:txBody>
                    <a:bodyPr/>
                    <a:lstStyle/>
                    <a:p>
                      <a:pPr algn="ctr"/>
                      <a:r>
                        <a:rPr lang="en-US" sz="1400">
                          <a:latin typeface="Times New Roman" panose="02020603050405020304" pitchFamily="18" charset="0"/>
                          <a:cs typeface="Times New Roman" panose="02020603050405020304" pitchFamily="18" charset="0"/>
                        </a:rPr>
                        <a:t>low</a:t>
                      </a:r>
                    </a:p>
                  </a:txBody>
                  <a:tcPr/>
                </a:tc>
                <a:tc>
                  <a:txBody>
                    <a:bodyPr/>
                    <a:lstStyle/>
                    <a:p>
                      <a:pPr algn="ctr"/>
                      <a:r>
                        <a:rPr lang="en-US" sz="1400">
                          <a:latin typeface="Times New Roman" panose="02020603050405020304" pitchFamily="18" charset="0"/>
                          <a:cs typeface="Times New Roman" panose="02020603050405020304" pitchFamily="18" charset="0"/>
                        </a:rPr>
                        <a:t>close</a:t>
                      </a:r>
                    </a:p>
                  </a:txBody>
                  <a:tcPr/>
                </a:tc>
                <a:tc>
                  <a:txBody>
                    <a:bodyPr/>
                    <a:lstStyle/>
                    <a:p>
                      <a:pPr algn="ctr"/>
                      <a:r>
                        <a:rPr lang="en-US" sz="1400">
                          <a:latin typeface="Times New Roman" panose="02020603050405020304" pitchFamily="18" charset="0"/>
                          <a:cs typeface="Times New Roman" panose="02020603050405020304" pitchFamily="18" charset="0"/>
                        </a:rPr>
                        <a:t>volume</a:t>
                      </a:r>
                    </a:p>
                  </a:txBody>
                  <a:tcPr/>
                </a:tc>
                <a:extLst>
                  <a:ext uri="{0D108BD9-81ED-4DB2-BD59-A6C34878D82A}">
                    <a16:rowId xmlns:a16="http://schemas.microsoft.com/office/drawing/2014/main" val="3408641478"/>
                  </a:ext>
                </a:extLst>
              </a:tr>
              <a:tr h="496086">
                <a:tc rowSpan="6">
                  <a:txBody>
                    <a:bodyPr/>
                    <a:lstStyle/>
                    <a:p>
                      <a:pPr algn="ctr"/>
                      <a:r>
                        <a:rPr lang="en-US" sz="1400">
                          <a:latin typeface="Times New Roman" panose="02020603050405020304" pitchFamily="18" charset="0"/>
                          <a:cs typeface="Times New Roman" panose="02020603050405020304" pitchFamily="18" charset="0"/>
                        </a:rPr>
                        <a:t>ACB</a:t>
                      </a:r>
                    </a:p>
                  </a:txBody>
                  <a:tcPr anchor="ctr"/>
                </a:tc>
                <a:tc>
                  <a:txBody>
                    <a:bodyPr/>
                    <a:lstStyle/>
                    <a:p>
                      <a:pPr marL="0" algn="ctr" eaLnBrk="1" fontAlgn="ctr" hangingPunct="1">
                        <a:lnSpc>
                          <a:spcPct val="150000"/>
                        </a:lnSpc>
                        <a:spcBef>
                          <a:spcPts val="1000"/>
                        </a:spcBef>
                        <a:spcAft>
                          <a:spcPts val="0"/>
                        </a:spcAft>
                      </a:pPr>
                      <a:r>
                        <a:rPr lang="en-US" sz="1400" b="0" i="0" u="none" strike="noStrike">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2010-01-04 </a:t>
                      </a:r>
                      <a:r>
                        <a:rPr lang="en-US" sz="1400" b="0" i="0">
                          <a:solidFill>
                            <a:schemeClr val="dk1"/>
                          </a:solidFill>
                          <a:effectLst/>
                          <a:latin typeface="Times New Roman" panose="02020603050405020304" pitchFamily="18" charset="0"/>
                          <a:ea typeface="+mn-ea"/>
                          <a:cs typeface="Times New Roman" panose="02020603050405020304" pitchFamily="18" charset="0"/>
                        </a:rPr>
                        <a:t>07:00:00+07:00</a:t>
                      </a:r>
                      <a:endParaRPr lang="en-US" sz="1400" b="0" i="0" u="none" strike="noStrike">
                        <a:effectLst/>
                        <a:latin typeface="Times New Roman" panose="02020603050405020304" pitchFamily="18" charset="0"/>
                        <a:cs typeface="Times New Roman" panose="02020603050405020304" pitchFamily="18" charset="0"/>
                      </a:endParaRPr>
                    </a:p>
                  </a:txBody>
                  <a:tcPr marL="68580" marR="68580" marT="9525"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5.28</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5.65</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5.25</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5.54</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2765900</a:t>
                      </a:r>
                    </a:p>
                  </a:txBody>
                  <a:tcPr marL="68580" marR="68580" marT="0" marB="0" anchor="ctr"/>
                </a:tc>
                <a:extLst>
                  <a:ext uri="{0D108BD9-81ED-4DB2-BD59-A6C34878D82A}">
                    <a16:rowId xmlns:a16="http://schemas.microsoft.com/office/drawing/2014/main" val="4276685620"/>
                  </a:ext>
                </a:extLst>
              </a:tr>
              <a:tr h="496086">
                <a:tc vMerge="1">
                  <a:txBody>
                    <a:bodyPr/>
                    <a:lstStyle/>
                    <a:p>
                      <a:endParaRPr lang="en-US"/>
                    </a:p>
                  </a:txBody>
                  <a:tcPr/>
                </a:tc>
                <a:tc>
                  <a:txBody>
                    <a:bodyPr/>
                    <a:lstStyle/>
                    <a:p>
                      <a:pPr marL="0" algn="ctr" eaLnBrk="1" fontAlgn="ctr" hangingPunct="1">
                        <a:lnSpc>
                          <a:spcPct val="150000"/>
                        </a:lnSpc>
                        <a:spcBef>
                          <a:spcPts val="1000"/>
                        </a:spcBef>
                        <a:spcAft>
                          <a:spcPts val="0"/>
                        </a:spcAft>
                      </a:pPr>
                      <a:r>
                        <a:rPr lang="en-US" sz="1400" b="0" i="0" u="none" strike="noStrike">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2010-01-05 </a:t>
                      </a:r>
                      <a:r>
                        <a:rPr lang="en-US" sz="1400" b="0" i="0">
                          <a:solidFill>
                            <a:schemeClr val="dk1"/>
                          </a:solidFill>
                          <a:effectLst/>
                          <a:latin typeface="Times New Roman" panose="02020603050405020304" pitchFamily="18" charset="0"/>
                          <a:ea typeface="+mn-ea"/>
                          <a:cs typeface="Times New Roman" panose="02020603050405020304" pitchFamily="18" charset="0"/>
                        </a:rPr>
                        <a:t>07:00:00+07:00</a:t>
                      </a:r>
                      <a:endParaRPr lang="en-US" sz="1400" b="0" i="0" u="none" strike="noStrike">
                        <a:effectLst/>
                        <a:latin typeface="Times New Roman" panose="02020603050405020304" pitchFamily="18" charset="0"/>
                        <a:cs typeface="Times New Roman" panose="02020603050405020304" pitchFamily="18" charset="0"/>
                      </a:endParaRPr>
                    </a:p>
                  </a:txBody>
                  <a:tcPr marL="68580" marR="68580" marT="9525"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5.78</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5.89</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5.61</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5.77</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1929200</a:t>
                      </a:r>
                    </a:p>
                  </a:txBody>
                  <a:tcPr marL="68580" marR="68580" marT="0" marB="0" anchor="ctr"/>
                </a:tc>
                <a:extLst>
                  <a:ext uri="{0D108BD9-81ED-4DB2-BD59-A6C34878D82A}">
                    <a16:rowId xmlns:a16="http://schemas.microsoft.com/office/drawing/2014/main" val="2575450339"/>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marL="0" algn="ctr" eaLnBrk="1" fontAlgn="ctr" hangingPunct="1">
                        <a:lnSpc>
                          <a:spcPct val="150000"/>
                        </a:lnSpc>
                        <a:spcBef>
                          <a:spcPts val="1000"/>
                        </a:spcBef>
                        <a:spcAft>
                          <a:spcPts val="0"/>
                        </a:spcAft>
                      </a:pPr>
                      <a:r>
                        <a:rPr lang="en-US" sz="1400" b="0" i="0" u="none" strike="noStrike">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2010-01-06 </a:t>
                      </a:r>
                      <a:r>
                        <a:rPr lang="en-US" sz="1400" b="0" i="0">
                          <a:solidFill>
                            <a:schemeClr val="dk1"/>
                          </a:solidFill>
                          <a:effectLst/>
                          <a:latin typeface="Times New Roman" panose="02020603050405020304" pitchFamily="18" charset="0"/>
                          <a:ea typeface="+mn-ea"/>
                          <a:cs typeface="Times New Roman" panose="02020603050405020304" pitchFamily="18" charset="0"/>
                        </a:rPr>
                        <a:t>07:00:00+07:00</a:t>
                      </a:r>
                      <a:endParaRPr lang="en-US" sz="1400" b="0" i="0" u="none" strike="noStrike">
                        <a:effectLst/>
                        <a:latin typeface="Times New Roman" panose="02020603050405020304" pitchFamily="18" charset="0"/>
                        <a:cs typeface="Times New Roman" panose="02020603050405020304" pitchFamily="18" charset="0"/>
                      </a:endParaRPr>
                    </a:p>
                  </a:txBody>
                  <a:tcPr marL="68580" marR="68580" marT="9525"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5.64</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5.71</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5.49</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5.54</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1303300</a:t>
                      </a:r>
                    </a:p>
                  </a:txBody>
                  <a:tcPr marL="68580" marR="68580" marT="0" marB="0" anchor="ctr"/>
                </a:tc>
                <a:extLst>
                  <a:ext uri="{0D108BD9-81ED-4DB2-BD59-A6C34878D82A}">
                    <a16:rowId xmlns:a16="http://schemas.microsoft.com/office/drawing/2014/main" val="1533080348"/>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marL="0" algn="ctr" eaLnBrk="1" fontAlgn="ctr" hangingPunct="1">
                        <a:lnSpc>
                          <a:spcPct val="150000"/>
                        </a:lnSpc>
                        <a:spcBef>
                          <a:spcPts val="1000"/>
                        </a:spcBef>
                        <a:spcAft>
                          <a:spcPts val="0"/>
                        </a:spcAft>
                      </a:pPr>
                      <a:r>
                        <a:rPr lang="en-US" sz="1400" b="0" i="0" u="none" strike="noStrike">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2010-01-07 </a:t>
                      </a:r>
                      <a:r>
                        <a:rPr lang="en-US" sz="1400" b="0" i="0">
                          <a:solidFill>
                            <a:schemeClr val="dk1"/>
                          </a:solidFill>
                          <a:effectLst/>
                          <a:latin typeface="Times New Roman" panose="02020603050405020304" pitchFamily="18" charset="0"/>
                          <a:ea typeface="+mn-ea"/>
                          <a:cs typeface="Times New Roman" panose="02020603050405020304" pitchFamily="18" charset="0"/>
                        </a:rPr>
                        <a:t>07:00:00+07:00</a:t>
                      </a:r>
                      <a:endParaRPr lang="en-US" sz="1400" b="0" i="0" u="none" strike="noStrike">
                        <a:effectLst/>
                        <a:latin typeface="Times New Roman" panose="02020603050405020304" pitchFamily="18" charset="0"/>
                        <a:cs typeface="Times New Roman" panose="02020603050405020304" pitchFamily="18" charset="0"/>
                      </a:endParaRPr>
                    </a:p>
                  </a:txBody>
                  <a:tcPr marL="68580" marR="68580" marT="9525"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5.62</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5.65</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5.47</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5.54</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1342000</a:t>
                      </a:r>
                    </a:p>
                  </a:txBody>
                  <a:tcPr marL="68580" marR="68580" marT="0" marB="0" anchor="ctr"/>
                </a:tc>
                <a:extLst>
                  <a:ext uri="{0D108BD9-81ED-4DB2-BD59-A6C34878D82A}">
                    <a16:rowId xmlns:a16="http://schemas.microsoft.com/office/drawing/2014/main" val="4293420810"/>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marL="0" algn="ctr" eaLnBrk="1" fontAlgn="ctr" hangingPunct="1">
                        <a:lnSpc>
                          <a:spcPct val="150000"/>
                        </a:lnSpc>
                        <a:spcBef>
                          <a:spcPts val="1000"/>
                        </a:spcBef>
                        <a:spcAft>
                          <a:spcPts val="0"/>
                        </a:spcAft>
                      </a:pPr>
                      <a:r>
                        <a:rPr lang="en-US" sz="1400" b="0" i="0" u="none" strike="noStrike">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2010-01-08 </a:t>
                      </a:r>
                      <a:r>
                        <a:rPr lang="en-US" sz="1400" b="0" i="0">
                          <a:solidFill>
                            <a:schemeClr val="dk1"/>
                          </a:solidFill>
                          <a:effectLst/>
                          <a:latin typeface="Times New Roman" panose="02020603050405020304" pitchFamily="18" charset="0"/>
                          <a:ea typeface="+mn-ea"/>
                          <a:cs typeface="Times New Roman" panose="02020603050405020304" pitchFamily="18" charset="0"/>
                        </a:rPr>
                        <a:t>07:00:00+07:00</a:t>
                      </a:r>
                      <a:endParaRPr lang="en-US" sz="1400" b="0" i="0" u="none" strike="noStrike">
                        <a:effectLst/>
                        <a:latin typeface="Times New Roman" panose="02020603050405020304" pitchFamily="18" charset="0"/>
                        <a:cs typeface="Times New Roman" panose="02020603050405020304" pitchFamily="18" charset="0"/>
                      </a:endParaRPr>
                    </a:p>
                  </a:txBody>
                  <a:tcPr marL="68580" marR="68580" marT="9525"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5.51</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5.71</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5.41</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5.54</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1461300</a:t>
                      </a:r>
                    </a:p>
                  </a:txBody>
                  <a:tcPr marL="68580" marR="68580" marT="0" marB="0" anchor="ctr"/>
                </a:tc>
                <a:extLst>
                  <a:ext uri="{0D108BD9-81ED-4DB2-BD59-A6C34878D82A}">
                    <a16:rowId xmlns:a16="http://schemas.microsoft.com/office/drawing/2014/main" val="1447300595"/>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marL="0" algn="ctr" eaLnBrk="1" fontAlgn="ctr" hangingPunct="1">
                        <a:lnSpc>
                          <a:spcPct val="150000"/>
                        </a:lnSpc>
                        <a:spcBef>
                          <a:spcPts val="1000"/>
                        </a:spcBef>
                        <a:spcAft>
                          <a:spcPts val="0"/>
                        </a:spcAft>
                      </a:pPr>
                      <a:r>
                        <a:rPr lang="en-US" sz="1400" b="0" i="0" u="none" strike="noStrike">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2023-06-01 </a:t>
                      </a:r>
                      <a:r>
                        <a:rPr lang="en-US" sz="1400" b="0" i="0">
                          <a:solidFill>
                            <a:schemeClr val="dk1"/>
                          </a:solidFill>
                          <a:effectLst/>
                          <a:latin typeface="Times New Roman" panose="02020603050405020304" pitchFamily="18" charset="0"/>
                          <a:ea typeface="+mn-ea"/>
                          <a:cs typeface="Times New Roman" panose="02020603050405020304" pitchFamily="18" charset="0"/>
                        </a:rPr>
                        <a:t>07:00:00+07:00</a:t>
                      </a:r>
                      <a:endParaRPr lang="en-US" sz="1400" b="0" i="0" u="none" strike="noStrike">
                        <a:effectLst/>
                        <a:latin typeface="Times New Roman" panose="02020603050405020304" pitchFamily="18" charset="0"/>
                        <a:cs typeface="Times New Roman" panose="02020603050405020304" pitchFamily="18" charset="0"/>
                      </a:endParaRPr>
                    </a:p>
                  </a:txBody>
                  <a:tcPr marL="68580" marR="68580" marT="9525"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2.15</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2.17</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2.12</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2.14</a:t>
                      </a:r>
                    </a:p>
                  </a:txBody>
                  <a:tcPr marL="68580" marR="68580" marT="0" marB="0" anchor="ctr"/>
                </a:tc>
                <a:tc>
                  <a:txBody>
                    <a:bodyPr/>
                    <a:lstStyle/>
                    <a:p>
                      <a:pPr algn="ctr">
                        <a:lnSpc>
                          <a:spcPct val="150000"/>
                        </a:lnSpc>
                        <a:spcBef>
                          <a:spcPts val="100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12769486</a:t>
                      </a:r>
                    </a:p>
                  </a:txBody>
                  <a:tcPr marL="68580" marR="68580" marT="0" marB="0" anchor="ctr"/>
                </a:tc>
                <a:extLst>
                  <a:ext uri="{0D108BD9-81ED-4DB2-BD59-A6C34878D82A}">
                    <a16:rowId xmlns:a16="http://schemas.microsoft.com/office/drawing/2014/main" val="2486413863"/>
                  </a:ext>
                </a:extLst>
              </a:tr>
            </a:tbl>
          </a:graphicData>
        </a:graphic>
      </p:graphicFrame>
    </p:spTree>
    <p:extLst>
      <p:ext uri="{BB962C8B-B14F-4D97-AF65-F5344CB8AC3E}">
        <p14:creationId xmlns:p14="http://schemas.microsoft.com/office/powerpoint/2010/main" val="1130206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Ứng dụng ph</a:t>
            </a:r>
            <a:r>
              <a:rPr lang="vi-VN" b="1">
                <a:solidFill>
                  <a:schemeClr val="accent6"/>
                </a:solidFill>
                <a:latin typeface="Arial" panose="020B0604020202020204" pitchFamily="34" charset="0"/>
                <a:cs typeface="Arial" panose="020B0604020202020204" pitchFamily="34" charset="0"/>
              </a:rPr>
              <a:t>ư</a:t>
            </a:r>
            <a:r>
              <a:rPr lang="en-US" b="1">
                <a:solidFill>
                  <a:schemeClr val="accent6"/>
                </a:solidFill>
                <a:latin typeface="Arial" panose="020B0604020202020204" pitchFamily="34" charset="0"/>
                <a:cs typeface="Arial" panose="020B0604020202020204" pitchFamily="34" charset="0"/>
              </a:rPr>
              <a:t>ơng pháp và xây dựng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4E1D3-BE9A-4B7E-8D93-37F56A99C873}"/>
              </a:ext>
            </a:extLst>
          </p:cNvPr>
          <p:cNvSpPr txBox="1"/>
          <p:nvPr/>
        </p:nvSpPr>
        <p:spPr>
          <a:xfrm>
            <a:off x="369331" y="709599"/>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Tiền xử lý bộ dữ liệu cổ phiếu</a:t>
            </a:r>
          </a:p>
        </p:txBody>
      </p:sp>
      <p:pic>
        <p:nvPicPr>
          <p:cNvPr id="2" name="Picture 1">
            <a:extLst>
              <a:ext uri="{FF2B5EF4-FFF2-40B4-BE49-F238E27FC236}">
                <a16:creationId xmlns:a16="http://schemas.microsoft.com/office/drawing/2014/main" id="{286101D7-FDD0-420D-849B-56AAB53E1BE0}"/>
              </a:ext>
            </a:extLst>
          </p:cNvPr>
          <p:cNvPicPr>
            <a:picLocks noChangeAspect="1"/>
          </p:cNvPicPr>
          <p:nvPr/>
        </p:nvPicPr>
        <p:blipFill>
          <a:blip r:embed="rId2"/>
          <a:stretch>
            <a:fillRect/>
          </a:stretch>
        </p:blipFill>
        <p:spPr>
          <a:xfrm>
            <a:off x="2048933" y="1156731"/>
            <a:ext cx="7713134" cy="5455735"/>
          </a:xfrm>
          <a:prstGeom prst="rect">
            <a:avLst/>
          </a:prstGeom>
        </p:spPr>
      </p:pic>
    </p:spTree>
    <p:extLst>
      <p:ext uri="{BB962C8B-B14F-4D97-AF65-F5344CB8AC3E}">
        <p14:creationId xmlns:p14="http://schemas.microsoft.com/office/powerpoint/2010/main" val="1142139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Ứng dụng ph</a:t>
            </a:r>
            <a:r>
              <a:rPr lang="vi-VN" b="1">
                <a:solidFill>
                  <a:schemeClr val="accent6"/>
                </a:solidFill>
                <a:latin typeface="Arial" panose="020B0604020202020204" pitchFamily="34" charset="0"/>
                <a:cs typeface="Arial" panose="020B0604020202020204" pitchFamily="34" charset="0"/>
              </a:rPr>
              <a:t>ư</a:t>
            </a:r>
            <a:r>
              <a:rPr lang="en-US" b="1">
                <a:solidFill>
                  <a:schemeClr val="accent6"/>
                </a:solidFill>
                <a:latin typeface="Arial" panose="020B0604020202020204" pitchFamily="34" charset="0"/>
                <a:cs typeface="Arial" panose="020B0604020202020204" pitchFamily="34" charset="0"/>
              </a:rPr>
              <a:t>ơng pháp và xây dựng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4E1D3-BE9A-4B7E-8D93-37F56A99C873}"/>
              </a:ext>
            </a:extLst>
          </p:cNvPr>
          <p:cNvSpPr txBox="1"/>
          <p:nvPr/>
        </p:nvSpPr>
        <p:spPr>
          <a:xfrm>
            <a:off x="369331" y="709599"/>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Bộ dữ liệu cổ phiếu sau khi đ</a:t>
            </a:r>
            <a:r>
              <a:rPr lang="vi-VN" b="1">
                <a:latin typeface="Times New Roman" panose="02020603050405020304" pitchFamily="18" charset="0"/>
                <a:cs typeface="Times New Roman" panose="02020603050405020304" pitchFamily="18" charset="0"/>
              </a:rPr>
              <a:t>ư</a:t>
            </a:r>
            <a:r>
              <a:rPr lang="en-US" b="1">
                <a:latin typeface="Times New Roman" panose="02020603050405020304" pitchFamily="18" charset="0"/>
                <a:cs typeface="Times New Roman" panose="02020603050405020304" pitchFamily="18" charset="0"/>
              </a:rPr>
              <a:t>ợc xử lý</a:t>
            </a:r>
          </a:p>
        </p:txBody>
      </p:sp>
      <p:graphicFrame>
        <p:nvGraphicFramePr>
          <p:cNvPr id="2" name="Table 1">
            <a:extLst>
              <a:ext uri="{FF2B5EF4-FFF2-40B4-BE49-F238E27FC236}">
                <a16:creationId xmlns:a16="http://schemas.microsoft.com/office/drawing/2014/main" id="{8A2CF41F-54DE-4DBF-BA76-CF1FF4B75265}"/>
              </a:ext>
            </a:extLst>
          </p:cNvPr>
          <p:cNvGraphicFramePr>
            <a:graphicFrameLocks noGrp="1"/>
          </p:cNvGraphicFramePr>
          <p:nvPr>
            <p:extLst>
              <p:ext uri="{D42A27DB-BD31-4B8C-83A1-F6EECF244321}">
                <p14:modId xmlns:p14="http://schemas.microsoft.com/office/powerpoint/2010/main" val="1292553880"/>
              </p:ext>
            </p:extLst>
          </p:nvPr>
        </p:nvGraphicFramePr>
        <p:xfrm>
          <a:off x="2031999" y="1757862"/>
          <a:ext cx="8128001" cy="3342276"/>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169867215"/>
                    </a:ext>
                  </a:extLst>
                </a:gridCol>
                <a:gridCol w="972458">
                  <a:extLst>
                    <a:ext uri="{9D8B030D-6E8A-4147-A177-3AD203B41FA5}">
                      <a16:colId xmlns:a16="http://schemas.microsoft.com/office/drawing/2014/main" val="1068761253"/>
                    </a:ext>
                  </a:extLst>
                </a:gridCol>
                <a:gridCol w="1016000">
                  <a:extLst>
                    <a:ext uri="{9D8B030D-6E8A-4147-A177-3AD203B41FA5}">
                      <a16:colId xmlns:a16="http://schemas.microsoft.com/office/drawing/2014/main" val="3541364776"/>
                    </a:ext>
                  </a:extLst>
                </a:gridCol>
                <a:gridCol w="1168400">
                  <a:extLst>
                    <a:ext uri="{9D8B030D-6E8A-4147-A177-3AD203B41FA5}">
                      <a16:colId xmlns:a16="http://schemas.microsoft.com/office/drawing/2014/main" val="4065845517"/>
                    </a:ext>
                  </a:extLst>
                </a:gridCol>
                <a:gridCol w="1109133">
                  <a:extLst>
                    <a:ext uri="{9D8B030D-6E8A-4147-A177-3AD203B41FA5}">
                      <a16:colId xmlns:a16="http://schemas.microsoft.com/office/drawing/2014/main" val="235163540"/>
                    </a:ext>
                  </a:extLst>
                </a:gridCol>
                <a:gridCol w="1202267">
                  <a:extLst>
                    <a:ext uri="{9D8B030D-6E8A-4147-A177-3AD203B41FA5}">
                      <a16:colId xmlns:a16="http://schemas.microsoft.com/office/drawing/2014/main" val="563283002"/>
                    </a:ext>
                  </a:extLst>
                </a:gridCol>
                <a:gridCol w="1498600">
                  <a:extLst>
                    <a:ext uri="{9D8B030D-6E8A-4147-A177-3AD203B41FA5}">
                      <a16:colId xmlns:a16="http://schemas.microsoft.com/office/drawing/2014/main" val="3868184284"/>
                    </a:ext>
                  </a:extLst>
                </a:gridCol>
              </a:tblGrid>
              <a:tr h="246520">
                <a:tc>
                  <a:txBody>
                    <a:bodyPr/>
                    <a:lstStyle/>
                    <a:p>
                      <a:pPr algn="ctr"/>
                      <a:r>
                        <a:rPr lang="en-US">
                          <a:latin typeface="Times New Roman" panose="02020603050405020304" pitchFamily="18" charset="0"/>
                          <a:cs typeface="Times New Roman" panose="02020603050405020304" pitchFamily="18" charset="0"/>
                        </a:rPr>
                        <a:t>Tên</a:t>
                      </a:r>
                    </a:p>
                  </a:txBody>
                  <a:tcPr/>
                </a:tc>
                <a:tc>
                  <a:txBody>
                    <a:bodyPr/>
                    <a:lstStyle/>
                    <a:p>
                      <a:pPr algn="ctr"/>
                      <a:r>
                        <a:rPr lang="en-US">
                          <a:latin typeface="Times New Roman" panose="02020603050405020304" pitchFamily="18" charset="0"/>
                          <a:cs typeface="Times New Roman" panose="02020603050405020304" pitchFamily="18" charset="0"/>
                        </a:rPr>
                        <a:t>Open</a:t>
                      </a:r>
                    </a:p>
                  </a:txBody>
                  <a:tcPr/>
                </a:tc>
                <a:tc>
                  <a:txBody>
                    <a:bodyPr/>
                    <a:lstStyle/>
                    <a:p>
                      <a:pPr algn="ctr"/>
                      <a:r>
                        <a:rPr lang="en-US">
                          <a:latin typeface="Times New Roman" panose="02020603050405020304" pitchFamily="18" charset="0"/>
                          <a:cs typeface="Times New Roman" panose="02020603050405020304" pitchFamily="18" charset="0"/>
                        </a:rPr>
                        <a:t>High</a:t>
                      </a:r>
                    </a:p>
                  </a:txBody>
                  <a:tcPr/>
                </a:tc>
                <a:tc>
                  <a:txBody>
                    <a:bodyPr/>
                    <a:lstStyle/>
                    <a:p>
                      <a:pPr algn="ctr"/>
                      <a:r>
                        <a:rPr lang="en-US">
                          <a:latin typeface="Times New Roman" panose="02020603050405020304" pitchFamily="18" charset="0"/>
                          <a:cs typeface="Times New Roman" panose="02020603050405020304" pitchFamily="18" charset="0"/>
                        </a:rPr>
                        <a:t>Low</a:t>
                      </a:r>
                    </a:p>
                  </a:txBody>
                  <a:tcPr/>
                </a:tc>
                <a:tc>
                  <a:txBody>
                    <a:bodyPr/>
                    <a:lstStyle/>
                    <a:p>
                      <a:pPr algn="ctr"/>
                      <a:r>
                        <a:rPr lang="en-US">
                          <a:latin typeface="Times New Roman" panose="02020603050405020304" pitchFamily="18" charset="0"/>
                          <a:cs typeface="Times New Roman" panose="02020603050405020304" pitchFamily="18" charset="0"/>
                        </a:rPr>
                        <a:t>Close</a:t>
                      </a:r>
                    </a:p>
                  </a:txBody>
                  <a:tcPr/>
                </a:tc>
                <a:tc>
                  <a:txBody>
                    <a:bodyPr/>
                    <a:lstStyle/>
                    <a:p>
                      <a:pPr algn="ctr"/>
                      <a:r>
                        <a:rPr lang="en-US">
                          <a:latin typeface="Times New Roman" panose="02020603050405020304" pitchFamily="18" charset="0"/>
                          <a:cs typeface="Times New Roman" panose="02020603050405020304" pitchFamily="18" charset="0"/>
                        </a:rPr>
                        <a:t>Volume</a:t>
                      </a:r>
                    </a:p>
                  </a:txBody>
                  <a:tcPr/>
                </a:tc>
                <a:tc>
                  <a:txBody>
                    <a:bodyPr/>
                    <a:lstStyle/>
                    <a:p>
                      <a:pPr algn="ctr"/>
                      <a:r>
                        <a:rPr lang="en-US">
                          <a:latin typeface="Times New Roman" panose="02020603050405020304" pitchFamily="18" charset="0"/>
                          <a:cs typeface="Times New Roman" panose="02020603050405020304" pitchFamily="18" charset="0"/>
                        </a:rPr>
                        <a:t>Trading Date</a:t>
                      </a:r>
                    </a:p>
                  </a:txBody>
                  <a:tcPr/>
                </a:tc>
                <a:extLst>
                  <a:ext uri="{0D108BD9-81ED-4DB2-BD59-A6C34878D82A}">
                    <a16:rowId xmlns:a16="http://schemas.microsoft.com/office/drawing/2014/main" val="3408641478"/>
                  </a:ext>
                </a:extLst>
              </a:tr>
              <a:tr h="496086">
                <a:tc rowSpan="6">
                  <a:txBody>
                    <a:bodyPr/>
                    <a:lstStyle/>
                    <a:p>
                      <a:pPr algn="ctr"/>
                      <a:r>
                        <a:rPr lang="en-US">
                          <a:latin typeface="Times New Roman" panose="02020603050405020304" pitchFamily="18" charset="0"/>
                          <a:cs typeface="Times New Roman" panose="02020603050405020304" pitchFamily="18" charset="0"/>
                        </a:rPr>
                        <a:t>ACB</a:t>
                      </a:r>
                    </a:p>
                  </a:txBody>
                  <a:tcPr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5285.0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5656.0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5256.0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5542.0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2765900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2010-01-04</a:t>
                      </a:r>
                    </a:p>
                  </a:txBody>
                  <a:tcPr marL="68580" marR="68580" marT="0" marB="0" anchor="ctr"/>
                </a:tc>
                <a:extLst>
                  <a:ext uri="{0D108BD9-81ED-4DB2-BD59-A6C34878D82A}">
                    <a16:rowId xmlns:a16="http://schemas.microsoft.com/office/drawing/2014/main" val="4276685620"/>
                  </a:ext>
                </a:extLst>
              </a:tr>
              <a:tr h="496086">
                <a:tc vMerge="1">
                  <a:txBody>
                    <a:bodyPr/>
                    <a:lstStyle/>
                    <a:p>
                      <a:endParaRPr lang="en-US"/>
                    </a:p>
                  </a:txBody>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5785.0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5899.0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5613.0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5771.0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1929200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2010-01-05</a:t>
                      </a:r>
                    </a:p>
                  </a:txBody>
                  <a:tcPr marL="68580" marR="68580" marT="0" marB="0" anchor="ctr"/>
                </a:tc>
                <a:extLst>
                  <a:ext uri="{0D108BD9-81ED-4DB2-BD59-A6C34878D82A}">
                    <a16:rowId xmlns:a16="http://schemas.microsoft.com/office/drawing/2014/main" val="2575450339"/>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5642.0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5713.0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5499.0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5542.0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1303300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2010-01-06</a:t>
                      </a:r>
                    </a:p>
                  </a:txBody>
                  <a:tcPr marL="68580" marR="68580" marT="0" marB="0" anchor="ctr"/>
                </a:tc>
                <a:extLst>
                  <a:ext uri="{0D108BD9-81ED-4DB2-BD59-A6C34878D82A}">
                    <a16:rowId xmlns:a16="http://schemas.microsoft.com/office/drawing/2014/main" val="1533080348"/>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5628.0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5656.0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5471.0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5542.0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1342000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2010-01-07</a:t>
                      </a:r>
                    </a:p>
                  </a:txBody>
                  <a:tcPr marL="68580" marR="68580" marT="0" marB="0" anchor="ctr"/>
                </a:tc>
                <a:extLst>
                  <a:ext uri="{0D108BD9-81ED-4DB2-BD59-A6C34878D82A}">
                    <a16:rowId xmlns:a16="http://schemas.microsoft.com/office/drawing/2014/main" val="4293420810"/>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5513.0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5713.0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5413.0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5542.0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1461300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2010-01-08</a:t>
                      </a:r>
                    </a:p>
                  </a:txBody>
                  <a:tcPr marL="68580" marR="68580" marT="0" marB="0" anchor="ctr"/>
                </a:tc>
                <a:extLst>
                  <a:ext uri="{0D108BD9-81ED-4DB2-BD59-A6C34878D82A}">
                    <a16:rowId xmlns:a16="http://schemas.microsoft.com/office/drawing/2014/main" val="1447300595"/>
                  </a:ext>
                </a:extLst>
              </a:tr>
              <a:tr h="496086">
                <a:tc v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21500.0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21750.0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21250.0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21400.0</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12769486</a:t>
                      </a:r>
                    </a:p>
                  </a:txBody>
                  <a:tcPr marL="68580" marR="68580" marT="0" marB="0" anchor="ct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2023-06-01</a:t>
                      </a:r>
                    </a:p>
                  </a:txBody>
                  <a:tcPr marL="68580" marR="68580" marT="0" marB="0" anchor="ctr"/>
                </a:tc>
                <a:extLst>
                  <a:ext uri="{0D108BD9-81ED-4DB2-BD59-A6C34878D82A}">
                    <a16:rowId xmlns:a16="http://schemas.microsoft.com/office/drawing/2014/main" val="2486413863"/>
                  </a:ext>
                </a:extLst>
              </a:tr>
            </a:tbl>
          </a:graphicData>
        </a:graphic>
      </p:graphicFrame>
    </p:spTree>
    <p:extLst>
      <p:ext uri="{BB962C8B-B14F-4D97-AF65-F5344CB8AC3E}">
        <p14:creationId xmlns:p14="http://schemas.microsoft.com/office/powerpoint/2010/main" val="2147159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198D4D-1638-465C-9C3C-6C3712898A7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Thử nghiệm và đánh giá mô hình</a:t>
            </a:r>
          </a:p>
        </p:txBody>
      </p:sp>
      <p:sp>
        <p:nvSpPr>
          <p:cNvPr id="7" name="Isosceles Triangle 6">
            <a:extLst>
              <a:ext uri="{FF2B5EF4-FFF2-40B4-BE49-F238E27FC236}">
                <a16:creationId xmlns:a16="http://schemas.microsoft.com/office/drawing/2014/main" id="{481A8B52-EF8E-4C35-B357-8774B6A3678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4E1D3-BE9A-4B7E-8D93-37F56A99C873}"/>
              </a:ext>
            </a:extLst>
          </p:cNvPr>
          <p:cNvSpPr txBox="1"/>
          <p:nvPr/>
        </p:nvSpPr>
        <p:spPr>
          <a:xfrm>
            <a:off x="369331" y="709599"/>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Ph</a:t>
            </a:r>
            <a:r>
              <a:rPr lang="vi-VN" b="1">
                <a:latin typeface="Times New Roman" panose="02020603050405020304" pitchFamily="18" charset="0"/>
                <a:cs typeface="Times New Roman" panose="02020603050405020304" pitchFamily="18" charset="0"/>
              </a:rPr>
              <a:t>ư</a:t>
            </a:r>
            <a:r>
              <a:rPr lang="en-US" b="1">
                <a:latin typeface="Times New Roman" panose="02020603050405020304" pitchFamily="18" charset="0"/>
                <a:cs typeface="Times New Roman" panose="02020603050405020304" pitchFamily="18" charset="0"/>
              </a:rPr>
              <a:t>ơng pháp tiếp cận và đánh giá</a:t>
            </a:r>
          </a:p>
        </p:txBody>
      </p:sp>
      <p:sp>
        <p:nvSpPr>
          <p:cNvPr id="2" name="Rectangle 1">
            <a:extLst>
              <a:ext uri="{FF2B5EF4-FFF2-40B4-BE49-F238E27FC236}">
                <a16:creationId xmlns:a16="http://schemas.microsoft.com/office/drawing/2014/main" id="{45CFC271-9C5B-4B40-9CDA-AC251ABB8C81}"/>
              </a:ext>
            </a:extLst>
          </p:cNvPr>
          <p:cNvSpPr/>
          <p:nvPr/>
        </p:nvSpPr>
        <p:spPr>
          <a:xfrm>
            <a:off x="3048000" y="2512596"/>
            <a:ext cx="6096000" cy="1832809"/>
          </a:xfrm>
          <a:prstGeom prst="rect">
            <a:avLst/>
          </a:prstGeom>
          <a:solidFill>
            <a:schemeClr val="bg2">
              <a:lumMod val="75000"/>
            </a:schemeClr>
          </a:solidFill>
          <a:ln>
            <a:solidFill>
              <a:srgbClr val="0070C0"/>
            </a:solidFill>
          </a:ln>
        </p:spPr>
        <p:txBody>
          <a:bodyPr>
            <a:spAutoFit/>
          </a:bodyPr>
          <a:lstStyle/>
          <a:p>
            <a:pPr algn="just">
              <a:lnSpc>
                <a:spcPct val="150000"/>
              </a:lnSpc>
              <a:spcBef>
                <a:spcPts val="1000"/>
              </a:spcBef>
              <a:spcAft>
                <a:spcPts val="0"/>
              </a:spcAft>
            </a:pPr>
            <a:r>
              <a:rPr lang="vi-VN">
                <a:latin typeface="Times New Roman" panose="02020603050405020304" pitchFamily="18" charset="0"/>
                <a:ea typeface="Times New Roman" panose="02020603050405020304" pitchFamily="18" charset="0"/>
              </a:rPr>
              <a:t>Bộ dữ liệu được chia thành hai bộ: đào tạo với </a:t>
            </a:r>
            <a:r>
              <a:rPr lang="en-US">
                <a:latin typeface="Times New Roman" panose="02020603050405020304" pitchFamily="18" charset="0"/>
                <a:ea typeface="Times New Roman" panose="02020603050405020304" pitchFamily="18" charset="0"/>
              </a:rPr>
              <a:t>900 </a:t>
            </a:r>
            <a:r>
              <a:rPr lang="vi-VN">
                <a:latin typeface="Times New Roman" panose="02020603050405020304" pitchFamily="18" charset="0"/>
                <a:ea typeface="Times New Roman" panose="02020603050405020304" pitchFamily="18" charset="0"/>
              </a:rPr>
              <a:t>mẫu đầu tiên và thử nghiệm với 200 mẫu.</a:t>
            </a:r>
            <a:endParaRPr lang="en-US">
              <a:latin typeface="Times New Roman" panose="02020603050405020304" pitchFamily="18" charset="0"/>
              <a:ea typeface="Times New Roman" panose="02020603050405020304" pitchFamily="18" charset="0"/>
            </a:endParaRPr>
          </a:p>
          <a:p>
            <a:pPr algn="just">
              <a:lnSpc>
                <a:spcPct val="150000"/>
              </a:lnSpc>
              <a:spcBef>
                <a:spcPts val="1000"/>
              </a:spcBef>
              <a:spcAft>
                <a:spcPts val="0"/>
              </a:spcAft>
            </a:pPr>
            <a:r>
              <a:rPr lang="vi-VN">
                <a:latin typeface="Times New Roman" panose="02020603050405020304" pitchFamily="18" charset="0"/>
                <a:ea typeface="Times New Roman" panose="02020603050405020304" pitchFamily="18" charset="0"/>
              </a:rPr>
              <a:t>Chúng tôi đánh giá mô hình LSTM, Rừng ngẫu nhiên và Cây quyết định và sử dụng MAE &amp;; R</a:t>
            </a:r>
            <a:r>
              <a:rPr lang="en-US" baseline="30000">
                <a:latin typeface="Times New Roman" panose="02020603050405020304" pitchFamily="18" charset="0"/>
                <a:ea typeface="Times New Roman" panose="02020603050405020304" pitchFamily="18" charset="0"/>
              </a:rPr>
              <a:t>2</a:t>
            </a:r>
            <a:r>
              <a:rPr lang="vi-VN">
                <a:latin typeface="Times New Roman" panose="02020603050405020304" pitchFamily="18" charset="0"/>
                <a:ea typeface="Times New Roman" panose="02020603050405020304" pitchFamily="18" charset="0"/>
              </a:rPr>
              <a:t> để xác thực kết quả.</a:t>
            </a:r>
            <a:endParaRPr lang="en-US">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31605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984B334-2D69-48E4-8902-E43AB189358A}"/>
              </a:ext>
            </a:extLst>
          </p:cNvPr>
          <p:cNvSpPr txBox="1"/>
          <p:nvPr/>
        </p:nvSpPr>
        <p:spPr>
          <a:xfrm>
            <a:off x="369331" y="106864"/>
            <a:ext cx="6412469" cy="461665"/>
          </a:xfrm>
          <a:prstGeom prst="rect">
            <a:avLst/>
          </a:prstGeom>
          <a:noFill/>
        </p:spPr>
        <p:txBody>
          <a:bodyPr wrap="square" rtlCol="0">
            <a:spAutoFit/>
          </a:bodyPr>
          <a:lstStyle/>
          <a:p>
            <a:r>
              <a:rPr lang="en-US" sz="2400" b="1">
                <a:solidFill>
                  <a:schemeClr val="accent6"/>
                </a:solidFill>
                <a:latin typeface="Times New Roman" panose="02020603050405020304" pitchFamily="18" charset="0"/>
                <a:cs typeface="Times New Roman" panose="02020603050405020304" pitchFamily="18" charset="0"/>
              </a:rPr>
              <a:t>Thử nghiệm và đánh giá các mô hình</a:t>
            </a:r>
          </a:p>
        </p:txBody>
      </p:sp>
      <p:sp>
        <p:nvSpPr>
          <p:cNvPr id="7" name="Isosceles Triangle 6">
            <a:extLst>
              <a:ext uri="{FF2B5EF4-FFF2-40B4-BE49-F238E27FC236}">
                <a16:creationId xmlns:a16="http://schemas.microsoft.com/office/drawing/2014/main" id="{5896D808-7C9E-4912-9F9E-5AD0C044D6DC}"/>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056D25E-A80E-4659-A7BE-8F01432FA8F7}"/>
              </a:ext>
            </a:extLst>
          </p:cNvPr>
          <p:cNvSpPr txBox="1"/>
          <p:nvPr/>
        </p:nvSpPr>
        <p:spPr>
          <a:xfrm>
            <a:off x="369331" y="592628"/>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Kết quả thử nghiệm mô hình LSTM </a:t>
            </a:r>
          </a:p>
        </p:txBody>
      </p:sp>
      <p:sp>
        <p:nvSpPr>
          <p:cNvPr id="12" name="Rectangle 11">
            <a:extLst>
              <a:ext uri="{FF2B5EF4-FFF2-40B4-BE49-F238E27FC236}">
                <a16:creationId xmlns:a16="http://schemas.microsoft.com/office/drawing/2014/main" id="{3E4BC284-23CA-4223-9AC8-40CAA08EA878}"/>
              </a:ext>
            </a:extLst>
          </p:cNvPr>
          <p:cNvSpPr/>
          <p:nvPr/>
        </p:nvSpPr>
        <p:spPr>
          <a:xfrm>
            <a:off x="1907088" y="4456263"/>
            <a:ext cx="1857402" cy="646331"/>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R2 Score: </a:t>
            </a:r>
            <a:r>
              <a:rPr lang="en-US" b="1">
                <a:latin typeface="Times New Roman" panose="02020603050405020304" pitchFamily="18" charset="0"/>
                <a:cs typeface="Times New Roman" panose="02020603050405020304" pitchFamily="18" charset="0"/>
              </a:rPr>
              <a:t>0.8908</a:t>
            </a:r>
          </a:p>
          <a:p>
            <a:r>
              <a:rPr lang="en-US">
                <a:latin typeface="Times New Roman" panose="02020603050405020304" pitchFamily="18" charset="0"/>
                <a:cs typeface="Times New Roman" panose="02020603050405020304" pitchFamily="18" charset="0"/>
              </a:rPr>
              <a:t>MAE: </a:t>
            </a:r>
            <a:r>
              <a:rPr lang="en-US" b="1">
                <a:latin typeface="Times New Roman" panose="02020603050405020304" pitchFamily="18" charset="0"/>
                <a:cs typeface="Times New Roman" panose="02020603050405020304" pitchFamily="18" charset="0"/>
              </a:rPr>
              <a:t>399.4133</a:t>
            </a:r>
          </a:p>
        </p:txBody>
      </p:sp>
      <p:sp>
        <p:nvSpPr>
          <p:cNvPr id="10" name="Rectangle 9">
            <a:extLst>
              <a:ext uri="{FF2B5EF4-FFF2-40B4-BE49-F238E27FC236}">
                <a16:creationId xmlns:a16="http://schemas.microsoft.com/office/drawing/2014/main" id="{024BD768-2E4C-4169-939C-46807C31C886}"/>
              </a:ext>
            </a:extLst>
          </p:cNvPr>
          <p:cNvSpPr/>
          <p:nvPr/>
        </p:nvSpPr>
        <p:spPr>
          <a:xfrm>
            <a:off x="8427510" y="4494490"/>
            <a:ext cx="1857402" cy="646331"/>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R2 Score: </a:t>
            </a:r>
            <a:r>
              <a:rPr lang="en-US" b="1">
                <a:latin typeface="Times New Roman" panose="02020603050405020304" pitchFamily="18" charset="0"/>
                <a:cs typeface="Times New Roman" panose="02020603050405020304" pitchFamily="18" charset="0"/>
              </a:rPr>
              <a:t>0.9712</a:t>
            </a:r>
          </a:p>
          <a:p>
            <a:r>
              <a:rPr lang="en-US">
                <a:latin typeface="Times New Roman" panose="02020603050405020304" pitchFamily="18" charset="0"/>
                <a:cs typeface="Times New Roman" panose="02020603050405020304" pitchFamily="18" charset="0"/>
              </a:rPr>
              <a:t>MAE: </a:t>
            </a:r>
            <a:r>
              <a:rPr lang="en-US" b="1">
                <a:latin typeface="Times New Roman" panose="02020603050405020304" pitchFamily="18" charset="0"/>
                <a:cs typeface="Times New Roman" panose="02020603050405020304" pitchFamily="18" charset="0"/>
              </a:rPr>
              <a:t>136.94</a:t>
            </a:r>
          </a:p>
        </p:txBody>
      </p:sp>
      <p:pic>
        <p:nvPicPr>
          <p:cNvPr id="4" name="Picture 3">
            <a:extLst>
              <a:ext uri="{FF2B5EF4-FFF2-40B4-BE49-F238E27FC236}">
                <a16:creationId xmlns:a16="http://schemas.microsoft.com/office/drawing/2014/main" id="{53BE9327-1C72-48B1-AD0C-C6B4A285CEF7}"/>
              </a:ext>
            </a:extLst>
          </p:cNvPr>
          <p:cNvPicPr>
            <a:picLocks noChangeAspect="1"/>
          </p:cNvPicPr>
          <p:nvPr/>
        </p:nvPicPr>
        <p:blipFill>
          <a:blip r:embed="rId2"/>
          <a:stretch>
            <a:fillRect/>
          </a:stretch>
        </p:blipFill>
        <p:spPr>
          <a:xfrm>
            <a:off x="6096000" y="1002077"/>
            <a:ext cx="5911336" cy="3373543"/>
          </a:xfrm>
          <a:prstGeom prst="rect">
            <a:avLst/>
          </a:prstGeom>
        </p:spPr>
      </p:pic>
      <p:sp>
        <p:nvSpPr>
          <p:cNvPr id="13" name="Rectangle 12">
            <a:extLst>
              <a:ext uri="{FF2B5EF4-FFF2-40B4-BE49-F238E27FC236}">
                <a16:creationId xmlns:a16="http://schemas.microsoft.com/office/drawing/2014/main" id="{4D7E556F-CE55-4571-B0A8-F3049A7B5088}"/>
              </a:ext>
            </a:extLst>
          </p:cNvPr>
          <p:cNvSpPr/>
          <p:nvPr/>
        </p:nvSpPr>
        <p:spPr>
          <a:xfrm>
            <a:off x="184664" y="5214644"/>
            <a:ext cx="11822672" cy="646331"/>
          </a:xfrm>
          <a:prstGeom prst="rect">
            <a:avLst/>
          </a:prstGeom>
        </p:spPr>
        <p:txBody>
          <a:bodyPr wrap="square">
            <a:spAutoFit/>
          </a:bodyPr>
          <a:lstStyle/>
          <a:p>
            <a:pPr algn="just"/>
            <a:r>
              <a:rPr lang="en-US">
                <a:latin typeface="Times New Roman" panose="02020603050405020304" pitchFamily="18" charset="0"/>
                <a:cs typeface="Times New Roman" panose="02020603050405020304" pitchFamily="18" charset="0"/>
              </a:rPr>
              <a:t>Kết quả của mô hình LSTM sau khi thử nghiệm với hai tr</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ờng hợp “có tin tức” và không có tin tức thì cho ra kết quả khác biệt nhau khi có kết hợp với có tin tức thì chỉ số trung bình của kết quả thực tế và dự đoán có sự cải thiện rõ rệt.</a:t>
            </a:r>
          </a:p>
        </p:txBody>
      </p:sp>
      <p:pic>
        <p:nvPicPr>
          <p:cNvPr id="14" name="Picture 13">
            <a:extLst>
              <a:ext uri="{FF2B5EF4-FFF2-40B4-BE49-F238E27FC236}">
                <a16:creationId xmlns:a16="http://schemas.microsoft.com/office/drawing/2014/main" id="{220521CA-5BA8-49CF-B9E2-AFC347B73BF2}"/>
              </a:ext>
            </a:extLst>
          </p:cNvPr>
          <p:cNvPicPr/>
          <p:nvPr/>
        </p:nvPicPr>
        <p:blipFill>
          <a:blip r:embed="rId3">
            <a:extLst>
              <a:ext uri="{28A0092B-C50C-407E-A947-70E740481C1C}">
                <a14:useLocalDpi xmlns:a14="http://schemas.microsoft.com/office/drawing/2010/main" val="0"/>
              </a:ext>
            </a:extLst>
          </a:blip>
          <a:stretch>
            <a:fillRect/>
          </a:stretch>
        </p:blipFill>
        <p:spPr>
          <a:xfrm>
            <a:off x="184664" y="997026"/>
            <a:ext cx="5725493" cy="3373544"/>
          </a:xfrm>
          <a:prstGeom prst="rect">
            <a:avLst/>
          </a:prstGeom>
        </p:spPr>
      </p:pic>
    </p:spTree>
    <p:extLst>
      <p:ext uri="{BB962C8B-B14F-4D97-AF65-F5344CB8AC3E}">
        <p14:creationId xmlns:p14="http://schemas.microsoft.com/office/powerpoint/2010/main" val="4033031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49FFFE-47EE-446C-A8F2-BFC60100C83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Kết quả và đánh giá mô hình</a:t>
            </a:r>
          </a:p>
        </p:txBody>
      </p:sp>
      <p:sp>
        <p:nvSpPr>
          <p:cNvPr id="8" name="Isosceles Triangle 7">
            <a:extLst>
              <a:ext uri="{FF2B5EF4-FFF2-40B4-BE49-F238E27FC236}">
                <a16:creationId xmlns:a16="http://schemas.microsoft.com/office/drawing/2014/main" id="{608D160B-7420-4B73-9323-D01373941A1B}"/>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39426B73-6402-4825-9486-2971730F2464}"/>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25DC05A-4C64-428E-9722-9DC67B099637}"/>
              </a:ext>
            </a:extLst>
          </p:cNvPr>
          <p:cNvSpPr txBox="1"/>
          <p:nvPr/>
        </p:nvSpPr>
        <p:spPr>
          <a:xfrm>
            <a:off x="369331" y="592628"/>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Kết quả mô hình Cây quyết định </a:t>
            </a:r>
          </a:p>
        </p:txBody>
      </p:sp>
      <p:sp>
        <p:nvSpPr>
          <p:cNvPr id="13" name="Rectangle 12">
            <a:extLst>
              <a:ext uri="{FF2B5EF4-FFF2-40B4-BE49-F238E27FC236}">
                <a16:creationId xmlns:a16="http://schemas.microsoft.com/office/drawing/2014/main" id="{E0262CF3-BF67-4B47-B49A-88AC79441EB6}"/>
              </a:ext>
            </a:extLst>
          </p:cNvPr>
          <p:cNvSpPr/>
          <p:nvPr/>
        </p:nvSpPr>
        <p:spPr>
          <a:xfrm>
            <a:off x="226997" y="5537875"/>
            <a:ext cx="11090303" cy="646331"/>
          </a:xfrm>
          <a:prstGeom prst="rect">
            <a:avLst/>
          </a:prstGeom>
        </p:spPr>
        <p:txBody>
          <a:bodyPr wrap="square">
            <a:spAutoFit/>
          </a:bodyPr>
          <a:lstStyle/>
          <a:p>
            <a:pPr algn="just"/>
            <a:r>
              <a:rPr lang="en-US">
                <a:latin typeface="Times New Roman" panose="02020603050405020304" pitchFamily="18" charset="0"/>
                <a:cs typeface="Times New Roman" panose="02020603050405020304" pitchFamily="18" charset="0"/>
              </a:rPr>
              <a:t>Kết quả thu được ở mô hình cây quyết định cho thấy kết quả với 2 tr</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ờng hợp khác chênh lệnh nhau, điều đó cho thấy rằng khi kết hợp với phân tích cùng tin tức thì hiệu suất của cây quyết định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cải thiện tốt h</a:t>
            </a:r>
            <a:r>
              <a:rPr lang="vi-VN">
                <a:latin typeface="Times New Roman" panose="02020603050405020304" pitchFamily="18" charset="0"/>
                <a:cs typeface="Times New Roman" panose="02020603050405020304" pitchFamily="18" charset="0"/>
              </a:rPr>
              <a:t>ơ</a:t>
            </a:r>
            <a:r>
              <a:rPr lang="en-US">
                <a:latin typeface="Times New Roman" panose="02020603050405020304" pitchFamily="18" charset="0"/>
                <a:cs typeface="Times New Roman" panose="02020603050405020304" pitchFamily="18" charset="0"/>
              </a:rPr>
              <a:t>n rất nhiều.</a:t>
            </a:r>
          </a:p>
        </p:txBody>
      </p:sp>
      <p:sp>
        <p:nvSpPr>
          <p:cNvPr id="14" name="Rectangle 13">
            <a:extLst>
              <a:ext uri="{FF2B5EF4-FFF2-40B4-BE49-F238E27FC236}">
                <a16:creationId xmlns:a16="http://schemas.microsoft.com/office/drawing/2014/main" id="{71BD8558-4D76-402E-8798-FF761A9B3E61}"/>
              </a:ext>
            </a:extLst>
          </p:cNvPr>
          <p:cNvSpPr/>
          <p:nvPr/>
        </p:nvSpPr>
        <p:spPr>
          <a:xfrm>
            <a:off x="2054198" y="4520826"/>
            <a:ext cx="1992869" cy="646331"/>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R2 Score: </a:t>
            </a:r>
            <a:r>
              <a:rPr lang="en-US" b="1">
                <a:latin typeface="Times New Roman" panose="02020603050405020304" pitchFamily="18" charset="0"/>
                <a:cs typeface="Times New Roman" panose="02020603050405020304" pitchFamily="18" charset="0"/>
              </a:rPr>
              <a:t>0.4076</a:t>
            </a:r>
          </a:p>
          <a:p>
            <a:r>
              <a:rPr lang="en-US">
                <a:latin typeface="Times New Roman" panose="02020603050405020304" pitchFamily="18" charset="0"/>
                <a:cs typeface="Times New Roman" panose="02020603050405020304" pitchFamily="18" charset="0"/>
              </a:rPr>
              <a:t>MAE: </a:t>
            </a:r>
            <a:r>
              <a:rPr lang="en-US" b="1">
                <a:latin typeface="Times New Roman" panose="02020603050405020304" pitchFamily="18" charset="0"/>
                <a:cs typeface="Times New Roman" panose="02020603050405020304" pitchFamily="18" charset="0"/>
              </a:rPr>
              <a:t>695.6971</a:t>
            </a:r>
          </a:p>
        </p:txBody>
      </p:sp>
      <p:pic>
        <p:nvPicPr>
          <p:cNvPr id="11" name="Picture 10">
            <a:extLst>
              <a:ext uri="{FF2B5EF4-FFF2-40B4-BE49-F238E27FC236}">
                <a16:creationId xmlns:a16="http://schemas.microsoft.com/office/drawing/2014/main" id="{FD081BA0-4603-44E9-9384-36BDF3B691D5}"/>
              </a:ext>
            </a:extLst>
          </p:cNvPr>
          <p:cNvPicPr/>
          <p:nvPr/>
        </p:nvPicPr>
        <p:blipFill>
          <a:blip r:embed="rId2">
            <a:extLst>
              <a:ext uri="{28A0092B-C50C-407E-A947-70E740481C1C}">
                <a14:useLocalDpi xmlns:a14="http://schemas.microsoft.com/office/drawing/2010/main" val="0"/>
              </a:ext>
            </a:extLst>
          </a:blip>
          <a:stretch>
            <a:fillRect/>
          </a:stretch>
        </p:blipFill>
        <p:spPr>
          <a:xfrm>
            <a:off x="184664" y="1058433"/>
            <a:ext cx="5489602" cy="3365920"/>
          </a:xfrm>
          <a:prstGeom prst="rect">
            <a:avLst/>
          </a:prstGeom>
        </p:spPr>
      </p:pic>
      <p:pic>
        <p:nvPicPr>
          <p:cNvPr id="15" name="Picture 14">
            <a:extLst>
              <a:ext uri="{FF2B5EF4-FFF2-40B4-BE49-F238E27FC236}">
                <a16:creationId xmlns:a16="http://schemas.microsoft.com/office/drawing/2014/main" id="{6CA59808-A4F0-49DB-9BD0-D00B657AF42A}"/>
              </a:ext>
            </a:extLst>
          </p:cNvPr>
          <p:cNvPicPr/>
          <p:nvPr/>
        </p:nvPicPr>
        <p:blipFill>
          <a:blip r:embed="rId3">
            <a:extLst>
              <a:ext uri="{28A0092B-C50C-407E-A947-70E740481C1C}">
                <a14:useLocalDpi xmlns:a14="http://schemas.microsoft.com/office/drawing/2010/main" val="0"/>
              </a:ext>
            </a:extLst>
          </a:blip>
          <a:stretch>
            <a:fillRect/>
          </a:stretch>
        </p:blipFill>
        <p:spPr>
          <a:xfrm>
            <a:off x="5867402" y="1058433"/>
            <a:ext cx="6139934" cy="3365920"/>
          </a:xfrm>
          <a:prstGeom prst="rect">
            <a:avLst/>
          </a:prstGeom>
        </p:spPr>
      </p:pic>
      <p:sp>
        <p:nvSpPr>
          <p:cNvPr id="16" name="Rectangle 15">
            <a:extLst>
              <a:ext uri="{FF2B5EF4-FFF2-40B4-BE49-F238E27FC236}">
                <a16:creationId xmlns:a16="http://schemas.microsoft.com/office/drawing/2014/main" id="{E89B5D7E-CA02-49D2-B7B2-6C39E43D3468}"/>
              </a:ext>
            </a:extLst>
          </p:cNvPr>
          <p:cNvSpPr/>
          <p:nvPr/>
        </p:nvSpPr>
        <p:spPr>
          <a:xfrm>
            <a:off x="8404198" y="4520826"/>
            <a:ext cx="1992869" cy="646331"/>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R2 Score: </a:t>
            </a:r>
            <a:r>
              <a:rPr lang="en-US" b="1">
                <a:latin typeface="Times New Roman" panose="02020603050405020304" pitchFamily="18" charset="0"/>
                <a:cs typeface="Times New Roman" panose="02020603050405020304" pitchFamily="18" charset="0"/>
              </a:rPr>
              <a:t>0.7010</a:t>
            </a:r>
          </a:p>
          <a:p>
            <a:r>
              <a:rPr lang="en-US">
                <a:latin typeface="Times New Roman" panose="02020603050405020304" pitchFamily="18" charset="0"/>
                <a:cs typeface="Times New Roman" panose="02020603050405020304" pitchFamily="18" charset="0"/>
              </a:rPr>
              <a:t>MAE: </a:t>
            </a:r>
            <a:r>
              <a:rPr lang="en-US" b="1">
                <a:latin typeface="Times New Roman" panose="02020603050405020304" pitchFamily="18" charset="0"/>
                <a:cs typeface="Times New Roman" panose="02020603050405020304" pitchFamily="18" charset="0"/>
              </a:rPr>
              <a:t>251.3659</a:t>
            </a:r>
          </a:p>
        </p:txBody>
      </p:sp>
    </p:spTree>
    <p:extLst>
      <p:ext uri="{BB962C8B-B14F-4D97-AF65-F5344CB8AC3E}">
        <p14:creationId xmlns:p14="http://schemas.microsoft.com/office/powerpoint/2010/main" val="1155401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49FFFE-47EE-446C-A8F2-BFC60100C83F}"/>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Kết quả và đánh giá mô hình</a:t>
            </a:r>
          </a:p>
        </p:txBody>
      </p:sp>
      <p:sp>
        <p:nvSpPr>
          <p:cNvPr id="8" name="Isosceles Triangle 7">
            <a:extLst>
              <a:ext uri="{FF2B5EF4-FFF2-40B4-BE49-F238E27FC236}">
                <a16:creationId xmlns:a16="http://schemas.microsoft.com/office/drawing/2014/main" id="{608D160B-7420-4B73-9323-D01373941A1B}"/>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FD4056E-8C55-4423-A3AB-E271F5B12BB5}"/>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Kết quả và đánh giá mô hình</a:t>
            </a:r>
          </a:p>
        </p:txBody>
      </p:sp>
      <p:sp>
        <p:nvSpPr>
          <p:cNvPr id="10" name="Isosceles Triangle 9">
            <a:extLst>
              <a:ext uri="{FF2B5EF4-FFF2-40B4-BE49-F238E27FC236}">
                <a16:creationId xmlns:a16="http://schemas.microsoft.com/office/drawing/2014/main" id="{39426B73-6402-4825-9486-2971730F2464}"/>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25DC05A-4C64-428E-9722-9DC67B099637}"/>
              </a:ext>
            </a:extLst>
          </p:cNvPr>
          <p:cNvSpPr txBox="1"/>
          <p:nvPr/>
        </p:nvSpPr>
        <p:spPr>
          <a:xfrm>
            <a:off x="369331" y="592628"/>
            <a:ext cx="4448202"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Kết quả mô hình Rừng ngẫu nhiên </a:t>
            </a:r>
          </a:p>
        </p:txBody>
      </p:sp>
      <p:sp>
        <p:nvSpPr>
          <p:cNvPr id="13" name="Rectangle 12">
            <a:extLst>
              <a:ext uri="{FF2B5EF4-FFF2-40B4-BE49-F238E27FC236}">
                <a16:creationId xmlns:a16="http://schemas.microsoft.com/office/drawing/2014/main" id="{E0262CF3-BF67-4B47-B49A-88AC79441EB6}"/>
              </a:ext>
            </a:extLst>
          </p:cNvPr>
          <p:cNvSpPr/>
          <p:nvPr/>
        </p:nvSpPr>
        <p:spPr>
          <a:xfrm>
            <a:off x="184664" y="5324623"/>
            <a:ext cx="11822671" cy="646331"/>
          </a:xfrm>
          <a:prstGeom prst="rect">
            <a:avLst/>
          </a:prstGeom>
        </p:spPr>
        <p:txBody>
          <a:bodyPr wrap="square">
            <a:spAutoFit/>
          </a:bodyPr>
          <a:lstStyle/>
          <a:p>
            <a:pPr algn="just"/>
            <a:r>
              <a:rPr lang="en-US">
                <a:latin typeface="Times New Roman" panose="02020603050405020304" pitchFamily="18" charset="0"/>
                <a:cs typeface="Times New Roman" panose="02020603050405020304" pitchFamily="18" charset="0"/>
              </a:rPr>
              <a:t>Với mô hình rừng ngẫu nhiên kết quả cho ra sau thị thực nghiệm giữa hai tr</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ờng hợp có sự khác biệt nh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ng qua chỉ số đánh giá cho thấy hiệu suất của mô hình này ch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a đ</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tốt.</a:t>
            </a:r>
          </a:p>
        </p:txBody>
      </p:sp>
      <p:sp>
        <p:nvSpPr>
          <p:cNvPr id="14" name="Rectangle 13">
            <a:extLst>
              <a:ext uri="{FF2B5EF4-FFF2-40B4-BE49-F238E27FC236}">
                <a16:creationId xmlns:a16="http://schemas.microsoft.com/office/drawing/2014/main" id="{71BD8558-4D76-402E-8798-FF761A9B3E61}"/>
              </a:ext>
            </a:extLst>
          </p:cNvPr>
          <p:cNvSpPr/>
          <p:nvPr/>
        </p:nvSpPr>
        <p:spPr>
          <a:xfrm>
            <a:off x="1935664" y="4117613"/>
            <a:ext cx="1865869" cy="646331"/>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R2 Score: </a:t>
            </a:r>
            <a:r>
              <a:rPr lang="en-US" b="1">
                <a:latin typeface="Times New Roman" panose="02020603050405020304" pitchFamily="18" charset="0"/>
                <a:cs typeface="Times New Roman" panose="02020603050405020304" pitchFamily="18" charset="0"/>
              </a:rPr>
              <a:t>0.4055</a:t>
            </a:r>
          </a:p>
          <a:p>
            <a:r>
              <a:rPr lang="en-US">
                <a:latin typeface="Times New Roman" panose="02020603050405020304" pitchFamily="18" charset="0"/>
                <a:cs typeface="Times New Roman" panose="02020603050405020304" pitchFamily="18" charset="0"/>
              </a:rPr>
              <a:t>MAE: </a:t>
            </a:r>
            <a:r>
              <a:rPr lang="en-US" b="1">
                <a:latin typeface="Times New Roman" panose="02020603050405020304" pitchFamily="18" charset="0"/>
                <a:cs typeface="Times New Roman" panose="02020603050405020304" pitchFamily="18" charset="0"/>
              </a:rPr>
              <a:t>793.248</a:t>
            </a:r>
          </a:p>
        </p:txBody>
      </p:sp>
      <p:pic>
        <p:nvPicPr>
          <p:cNvPr id="15" name="Picture 14">
            <a:extLst>
              <a:ext uri="{FF2B5EF4-FFF2-40B4-BE49-F238E27FC236}">
                <a16:creationId xmlns:a16="http://schemas.microsoft.com/office/drawing/2014/main" id="{C9B62366-4853-4D09-8591-DF013DE8D978}"/>
              </a:ext>
            </a:extLst>
          </p:cNvPr>
          <p:cNvPicPr/>
          <p:nvPr/>
        </p:nvPicPr>
        <p:blipFill>
          <a:blip r:embed="rId2">
            <a:extLst>
              <a:ext uri="{28A0092B-C50C-407E-A947-70E740481C1C}">
                <a14:useLocalDpi xmlns:a14="http://schemas.microsoft.com/office/drawing/2010/main" val="0"/>
              </a:ext>
            </a:extLst>
          </a:blip>
          <a:stretch>
            <a:fillRect/>
          </a:stretch>
        </p:blipFill>
        <p:spPr>
          <a:xfrm>
            <a:off x="184664" y="1071712"/>
            <a:ext cx="5454136" cy="2929153"/>
          </a:xfrm>
          <a:prstGeom prst="rect">
            <a:avLst/>
          </a:prstGeom>
        </p:spPr>
      </p:pic>
      <p:pic>
        <p:nvPicPr>
          <p:cNvPr id="11" name="Picture 10">
            <a:extLst>
              <a:ext uri="{FF2B5EF4-FFF2-40B4-BE49-F238E27FC236}">
                <a16:creationId xmlns:a16="http://schemas.microsoft.com/office/drawing/2014/main" id="{79CAC357-CDDA-4010-8A14-75475467F9CE}"/>
              </a:ext>
            </a:extLst>
          </p:cNvPr>
          <p:cNvPicPr/>
          <p:nvPr/>
        </p:nvPicPr>
        <p:blipFill>
          <a:blip r:embed="rId3">
            <a:extLst>
              <a:ext uri="{28A0092B-C50C-407E-A947-70E740481C1C}">
                <a14:useLocalDpi xmlns:a14="http://schemas.microsoft.com/office/drawing/2010/main" val="0"/>
              </a:ext>
            </a:extLst>
          </a:blip>
          <a:stretch>
            <a:fillRect/>
          </a:stretch>
        </p:blipFill>
        <p:spPr>
          <a:xfrm>
            <a:off x="6096000" y="1071711"/>
            <a:ext cx="5911336" cy="2929153"/>
          </a:xfrm>
          <a:prstGeom prst="rect">
            <a:avLst/>
          </a:prstGeom>
        </p:spPr>
      </p:pic>
      <p:sp>
        <p:nvSpPr>
          <p:cNvPr id="16" name="Rectangle 15">
            <a:extLst>
              <a:ext uri="{FF2B5EF4-FFF2-40B4-BE49-F238E27FC236}">
                <a16:creationId xmlns:a16="http://schemas.microsoft.com/office/drawing/2014/main" id="{653E590C-69AC-48F5-A2EF-F07BBDC2A27A}"/>
              </a:ext>
            </a:extLst>
          </p:cNvPr>
          <p:cNvSpPr/>
          <p:nvPr/>
        </p:nvSpPr>
        <p:spPr>
          <a:xfrm>
            <a:off x="8390469" y="4117613"/>
            <a:ext cx="1865869" cy="646331"/>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R2 Score: </a:t>
            </a:r>
            <a:r>
              <a:rPr lang="en-US" b="1">
                <a:latin typeface="Times New Roman" panose="02020603050405020304" pitchFamily="18" charset="0"/>
                <a:cs typeface="Times New Roman" panose="02020603050405020304" pitchFamily="18" charset="0"/>
              </a:rPr>
              <a:t>0.7316</a:t>
            </a:r>
          </a:p>
          <a:p>
            <a:r>
              <a:rPr lang="en-US">
                <a:latin typeface="Times New Roman" panose="02020603050405020304" pitchFamily="18" charset="0"/>
                <a:cs typeface="Times New Roman" panose="02020603050405020304" pitchFamily="18" charset="0"/>
              </a:rPr>
              <a:t>MAE: </a:t>
            </a:r>
            <a:r>
              <a:rPr lang="en-US" b="1">
                <a:latin typeface="Times New Roman" panose="02020603050405020304" pitchFamily="18" charset="0"/>
                <a:cs typeface="Times New Roman" panose="02020603050405020304" pitchFamily="18" charset="0"/>
              </a:rPr>
              <a:t>536.3253</a:t>
            </a:r>
          </a:p>
        </p:txBody>
      </p:sp>
    </p:spTree>
    <p:extLst>
      <p:ext uri="{BB962C8B-B14F-4D97-AF65-F5344CB8AC3E}">
        <p14:creationId xmlns:p14="http://schemas.microsoft.com/office/powerpoint/2010/main" val="838327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79A760-8CA8-4A65-8EA5-8831B86ACA5A}"/>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Kết quả và đánh giá mô hình</a:t>
            </a:r>
          </a:p>
        </p:txBody>
      </p:sp>
      <p:sp>
        <p:nvSpPr>
          <p:cNvPr id="7" name="Isosceles Triangle 6">
            <a:extLst>
              <a:ext uri="{FF2B5EF4-FFF2-40B4-BE49-F238E27FC236}">
                <a16:creationId xmlns:a16="http://schemas.microsoft.com/office/drawing/2014/main" id="{F437A4B2-D6DB-428F-B0B8-0D24DA012341}"/>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88ADAF1B-E827-439D-BDC8-6CC7971FA838}"/>
              </a:ext>
            </a:extLst>
          </p:cNvPr>
          <p:cNvGraphicFramePr>
            <a:graphicFrameLocks noGrp="1"/>
          </p:cNvGraphicFramePr>
          <p:nvPr>
            <p:extLst>
              <p:ext uri="{D42A27DB-BD31-4B8C-83A1-F6EECF244321}">
                <p14:modId xmlns:p14="http://schemas.microsoft.com/office/powerpoint/2010/main" val="2638715980"/>
              </p:ext>
            </p:extLst>
          </p:nvPr>
        </p:nvGraphicFramePr>
        <p:xfrm>
          <a:off x="2031998" y="2135125"/>
          <a:ext cx="8128001" cy="2150534"/>
        </p:xfrm>
        <a:graphic>
          <a:graphicData uri="http://schemas.openxmlformats.org/drawingml/2006/table">
            <a:tbl>
              <a:tblPr firstRow="1" bandRow="1">
                <a:tableStyleId>{F5AB1C69-6EDB-4FF4-983F-18BD219EF322}</a:tableStyleId>
              </a:tblPr>
              <a:tblGrid>
                <a:gridCol w="948267">
                  <a:extLst>
                    <a:ext uri="{9D8B030D-6E8A-4147-A177-3AD203B41FA5}">
                      <a16:colId xmlns:a16="http://schemas.microsoft.com/office/drawing/2014/main" val="4055690677"/>
                    </a:ext>
                  </a:extLst>
                </a:gridCol>
                <a:gridCol w="1231900">
                  <a:extLst>
                    <a:ext uri="{9D8B030D-6E8A-4147-A177-3AD203B41FA5}">
                      <a16:colId xmlns:a16="http://schemas.microsoft.com/office/drawing/2014/main" val="2339577579"/>
                    </a:ext>
                  </a:extLst>
                </a:gridCol>
                <a:gridCol w="1231900">
                  <a:extLst>
                    <a:ext uri="{9D8B030D-6E8A-4147-A177-3AD203B41FA5}">
                      <a16:colId xmlns:a16="http://schemas.microsoft.com/office/drawing/2014/main" val="85476405"/>
                    </a:ext>
                  </a:extLst>
                </a:gridCol>
                <a:gridCol w="1253067">
                  <a:extLst>
                    <a:ext uri="{9D8B030D-6E8A-4147-A177-3AD203B41FA5}">
                      <a16:colId xmlns:a16="http://schemas.microsoft.com/office/drawing/2014/main" val="932546138"/>
                    </a:ext>
                  </a:extLst>
                </a:gridCol>
                <a:gridCol w="1253067">
                  <a:extLst>
                    <a:ext uri="{9D8B030D-6E8A-4147-A177-3AD203B41FA5}">
                      <a16:colId xmlns:a16="http://schemas.microsoft.com/office/drawing/2014/main" val="1468982643"/>
                    </a:ext>
                  </a:extLst>
                </a:gridCol>
                <a:gridCol w="1104900">
                  <a:extLst>
                    <a:ext uri="{9D8B030D-6E8A-4147-A177-3AD203B41FA5}">
                      <a16:colId xmlns:a16="http://schemas.microsoft.com/office/drawing/2014/main" val="2864328273"/>
                    </a:ext>
                  </a:extLst>
                </a:gridCol>
                <a:gridCol w="1104900">
                  <a:extLst>
                    <a:ext uri="{9D8B030D-6E8A-4147-A177-3AD203B41FA5}">
                      <a16:colId xmlns:a16="http://schemas.microsoft.com/office/drawing/2014/main" val="3276331337"/>
                    </a:ext>
                  </a:extLst>
                </a:gridCol>
              </a:tblGrid>
              <a:tr h="235372">
                <a:tc rowSpan="2">
                  <a:txBody>
                    <a:bodyPr/>
                    <a:lstStyle/>
                    <a:p>
                      <a:pPr algn="ctr"/>
                      <a:endParaRPr lang="en-US">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a:latin typeface="Times New Roman" panose="02020603050405020304" pitchFamily="18" charset="0"/>
                          <a:cs typeface="Times New Roman" panose="02020603050405020304" pitchFamily="18" charset="0"/>
                        </a:rPr>
                        <a:t>Cây quyết định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algn="ctr"/>
                      <a:r>
                        <a:rPr lang="en-US">
                          <a:latin typeface="Times New Roman" panose="02020603050405020304" pitchFamily="18" charset="0"/>
                          <a:cs typeface="Times New Roman" panose="02020603050405020304" pitchFamily="18" charset="0"/>
                        </a:rPr>
                        <a:t>LSTM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algn="ctr"/>
                      <a:r>
                        <a:rPr lang="en-US">
                          <a:latin typeface="Times New Roman" panose="02020603050405020304" pitchFamily="18" charset="0"/>
                          <a:cs typeface="Times New Roman" panose="02020603050405020304" pitchFamily="18" charset="0"/>
                        </a:rPr>
                        <a:t>Rừng ngẫu nhiên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4089604869"/>
                  </a:ext>
                </a:extLst>
              </a:tr>
              <a:tr h="1043094">
                <a:tc vMerge="1">
                  <a:txBody>
                    <a:bodyPr/>
                    <a:lstStyle/>
                    <a:p>
                      <a:pPr algn="ctr"/>
                      <a:endParaRPr lang="en-US">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Có tin tức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Không có tin tức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Có tin tức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Không có tin tức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Có tin tức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Không có tin tức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0622907"/>
                  </a:ext>
                </a:extLst>
              </a:tr>
              <a:tr h="370840">
                <a:tc>
                  <a:txBody>
                    <a:bodyPr/>
                    <a:lstStyle/>
                    <a:p>
                      <a:pPr algn="ctr"/>
                      <a:r>
                        <a:rPr lang="en-US" sz="1800" b="1">
                          <a:solidFill>
                            <a:schemeClr val="dk1"/>
                          </a:solidFill>
                          <a:effectLst/>
                          <a:latin typeface="Times New Roman" panose="02020603050405020304" pitchFamily="18" charset="0"/>
                          <a:ea typeface="+mn-ea"/>
                          <a:cs typeface="Times New Roman" panose="02020603050405020304" pitchFamily="18" charset="0"/>
                        </a:rPr>
                        <a:t>R</a:t>
                      </a:r>
                      <a:r>
                        <a:rPr lang="en-US" sz="1800" b="1" baseline="30000">
                          <a:solidFill>
                            <a:schemeClr val="dk1"/>
                          </a:solidFill>
                          <a:effectLst/>
                          <a:latin typeface="Times New Roman" panose="02020603050405020304" pitchFamily="18" charset="0"/>
                          <a:ea typeface="+mn-ea"/>
                          <a:cs typeface="Times New Roman" panose="02020603050405020304" pitchFamily="18" charset="0"/>
                        </a:rPr>
                        <a:t>2</a:t>
                      </a:r>
                      <a:endParaRPr lang="en-US">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0.7010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0.4076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400" b="1">
                          <a:latin typeface="Times New Roman" panose="02020603050405020304" pitchFamily="18" charset="0"/>
                          <a:cs typeface="Times New Roman" panose="02020603050405020304" pitchFamily="18" charset="0"/>
                        </a:rPr>
                        <a:t>0.9712</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400" b="1">
                          <a:latin typeface="Times New Roman" panose="02020603050405020304" pitchFamily="18" charset="0"/>
                          <a:cs typeface="Times New Roman" panose="02020603050405020304" pitchFamily="18" charset="0"/>
                        </a:rPr>
                        <a:t>0.8908</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0.7316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0.4055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3750459"/>
                  </a:ext>
                </a:extLst>
              </a:tr>
              <a:tr h="370840">
                <a:tc>
                  <a:txBody>
                    <a:bodyPr/>
                    <a:lstStyle/>
                    <a:p>
                      <a:pPr algn="ctr"/>
                      <a:r>
                        <a:rPr lang="en-US" sz="1800" b="1">
                          <a:solidFill>
                            <a:schemeClr val="dk1"/>
                          </a:solidFill>
                          <a:effectLst/>
                          <a:latin typeface="Times New Roman" panose="02020603050405020304" pitchFamily="18" charset="0"/>
                          <a:ea typeface="+mn-ea"/>
                          <a:cs typeface="Times New Roman" panose="02020603050405020304" pitchFamily="18" charset="0"/>
                        </a:rPr>
                        <a:t>MAE</a:t>
                      </a:r>
                      <a:endParaRPr lang="en-US">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b="1">
                          <a:effectLst/>
                          <a:latin typeface="Times New Roman" panose="02020603050405020304" pitchFamily="18" charset="0"/>
                          <a:ea typeface="Times New Roman" panose="02020603050405020304" pitchFamily="18" charset="0"/>
                          <a:cs typeface="Times New Roman" panose="02020603050405020304" pitchFamily="18" charset="0"/>
                        </a:rPr>
                        <a:t>251.3659</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695.6971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400" b="1">
                          <a:latin typeface="Times New Roman" panose="02020603050405020304" pitchFamily="18" charset="0"/>
                          <a:cs typeface="Times New Roman" panose="02020603050405020304" pitchFamily="18" charset="0"/>
                        </a:rPr>
                        <a:t>136.94</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400" b="1">
                          <a:latin typeface="Times New Roman" panose="02020603050405020304" pitchFamily="18" charset="0"/>
                          <a:cs typeface="Times New Roman" panose="02020603050405020304" pitchFamily="18" charset="0"/>
                        </a:rPr>
                        <a:t>399.4133</a:t>
                      </a:r>
                      <a:endParaRPr lang="en-US"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536.3253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50000"/>
                        </a:lnSpc>
                        <a:spcBef>
                          <a:spcPts val="1000"/>
                        </a:spcBef>
                        <a:spcAft>
                          <a:spcPts val="0"/>
                        </a:spcAft>
                      </a:pPr>
                      <a:r>
                        <a:rPr lang="en-US" sz="1300">
                          <a:effectLst/>
                          <a:latin typeface="Times New Roman" panose="02020603050405020304" pitchFamily="18" charset="0"/>
                          <a:ea typeface="Times New Roman" panose="02020603050405020304" pitchFamily="18" charset="0"/>
                          <a:cs typeface="Times New Roman" panose="02020603050405020304" pitchFamily="18" charset="0"/>
                        </a:rPr>
                        <a:t>793.248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435149"/>
                  </a:ext>
                </a:extLst>
              </a:tr>
            </a:tbl>
          </a:graphicData>
        </a:graphic>
      </p:graphicFrame>
      <p:sp>
        <p:nvSpPr>
          <p:cNvPr id="5" name="TextBox 4">
            <a:extLst>
              <a:ext uri="{FF2B5EF4-FFF2-40B4-BE49-F238E27FC236}">
                <a16:creationId xmlns:a16="http://schemas.microsoft.com/office/drawing/2014/main" id="{071A30C2-7FA5-4D25-8C5F-307E3E82B7EB}"/>
              </a:ext>
            </a:extLst>
          </p:cNvPr>
          <p:cNvSpPr txBox="1"/>
          <p:nvPr/>
        </p:nvSpPr>
        <p:spPr>
          <a:xfrm>
            <a:off x="4494196" y="1498561"/>
            <a:ext cx="3203603" cy="369332"/>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Kết quả tổng kết các mô hình</a:t>
            </a:r>
          </a:p>
        </p:txBody>
      </p:sp>
    </p:spTree>
    <p:extLst>
      <p:ext uri="{BB962C8B-B14F-4D97-AF65-F5344CB8AC3E}">
        <p14:creationId xmlns:p14="http://schemas.microsoft.com/office/powerpoint/2010/main" val="1523642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5C100B-684F-48A8-92B6-252FF54E9230}"/>
              </a:ext>
            </a:extLst>
          </p:cNvPr>
          <p:cNvSpPr txBox="1"/>
          <p:nvPr/>
        </p:nvSpPr>
        <p:spPr>
          <a:xfrm>
            <a:off x="369331" y="184665"/>
            <a:ext cx="6412469" cy="369332"/>
          </a:xfrm>
          <a:prstGeom prst="rect">
            <a:avLst/>
          </a:prstGeom>
          <a:noFill/>
        </p:spPr>
        <p:txBody>
          <a:bodyPr wrap="square" rtlCol="0">
            <a:spAutoFit/>
          </a:bodyPr>
          <a:lstStyle/>
          <a:p>
            <a:r>
              <a:rPr lang="en-US" b="1">
                <a:solidFill>
                  <a:schemeClr val="accent6"/>
                </a:solidFill>
                <a:latin typeface="Arial" panose="020B0604020202020204" pitchFamily="34" charset="0"/>
                <a:cs typeface="Arial" panose="020B0604020202020204" pitchFamily="34" charset="0"/>
              </a:rPr>
              <a:t>Kết luận</a:t>
            </a:r>
          </a:p>
        </p:txBody>
      </p:sp>
      <p:sp>
        <p:nvSpPr>
          <p:cNvPr id="7" name="Isosceles Triangle 6">
            <a:extLst>
              <a:ext uri="{FF2B5EF4-FFF2-40B4-BE49-F238E27FC236}">
                <a16:creationId xmlns:a16="http://schemas.microsoft.com/office/drawing/2014/main" id="{D470E446-F263-4E2D-A779-E524ACD13475}"/>
              </a:ext>
            </a:extLst>
          </p:cNvPr>
          <p:cNvSpPr/>
          <p:nvPr/>
        </p:nvSpPr>
        <p:spPr>
          <a:xfrm rot="5400000">
            <a:off x="-77802" y="184665"/>
            <a:ext cx="524933" cy="369332"/>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5DC9918-A5D8-49CA-A5EA-0A3B7C617A12}"/>
              </a:ext>
            </a:extLst>
          </p:cNvPr>
          <p:cNvSpPr/>
          <p:nvPr/>
        </p:nvSpPr>
        <p:spPr>
          <a:xfrm>
            <a:off x="846667" y="1953468"/>
            <a:ext cx="10676466" cy="2535566"/>
          </a:xfrm>
          <a:prstGeom prst="rect">
            <a:avLst/>
          </a:prstGeom>
        </p:spPr>
        <p:txBody>
          <a:bodyPr wrap="square">
            <a:spAutoFit/>
          </a:bodyPr>
          <a:lstStyle/>
          <a:p>
            <a:pPr algn="just">
              <a:lnSpc>
                <a:spcPct val="150000"/>
              </a:lnSpc>
              <a:spcBef>
                <a:spcPts val="1000"/>
              </a:spcBef>
              <a:spcAft>
                <a:spcPts val="0"/>
              </a:spcAft>
            </a:pPr>
            <a:r>
              <a:rPr lang="en-US">
                <a:latin typeface="Times New Roman" panose="02020603050405020304" pitchFamily="18" charset="0"/>
                <a:ea typeface="Times New Roman" panose="02020603050405020304" pitchFamily="18" charset="0"/>
              </a:rPr>
              <a:t>Tổng kết lại sau khi thực hiện nghiên cứu phân tích các chỉ số từ cổ phiếu ACB từ năm 2010 đến năm 2023 bằng các phương pháp học máy khác nhau. Kết quả thu được khá tốt, trong ba thuật toán được sử dụng thì mô hình LSTM cho ra kết quả là khá tốt trong cả hai trường hợp “có tin tức” và “không có tin tức”  ở cả MAE và R</a:t>
            </a:r>
            <a:r>
              <a:rPr lang="en-US" baseline="30000">
                <a:latin typeface="Times New Roman" panose="02020603050405020304" pitchFamily="18" charset="0"/>
                <a:ea typeface="Times New Roman" panose="02020603050405020304" pitchFamily="18" charset="0"/>
              </a:rPr>
              <a:t>2</a:t>
            </a:r>
            <a:r>
              <a:rPr lang="en-US">
                <a:latin typeface="Times New Roman" panose="02020603050405020304" pitchFamily="18" charset="0"/>
                <a:ea typeface="Times New Roman" panose="02020603050405020304" pitchFamily="18" charset="0"/>
              </a:rPr>
              <a:t>. Tuy nhiên khi “có tin tức” với MAE thì cây quyết định là thuật toán có cho ra kết quả tốt nhất. Và khi kết hợp với tin tức thì các kết quả đều được cải thiện hơn rất nhiều điều đó cho thấy ở cả ba thuật toán. Tổng kết lại theo các chỉ số đánh giá thì LSTM vẫn là thuật toán có hiệu suất dự báo tốt nhất trong 3 mô hình.</a:t>
            </a:r>
          </a:p>
        </p:txBody>
      </p:sp>
    </p:spTree>
    <p:extLst>
      <p:ext uri="{BB962C8B-B14F-4D97-AF65-F5344CB8AC3E}">
        <p14:creationId xmlns:p14="http://schemas.microsoft.com/office/powerpoint/2010/main" val="4279543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E17B66-5975-4684-ACA3-46EA79AFFF2A}"/>
              </a:ext>
            </a:extLst>
          </p:cNvPr>
          <p:cNvSpPr txBox="1"/>
          <p:nvPr/>
        </p:nvSpPr>
        <p:spPr>
          <a:xfrm>
            <a:off x="436033" y="2459504"/>
            <a:ext cx="11319934" cy="1938992"/>
          </a:xfrm>
          <a:prstGeom prst="rect">
            <a:avLst/>
          </a:prstGeom>
          <a:noFill/>
        </p:spPr>
        <p:txBody>
          <a:bodyPr wrap="square" rtlCol="0">
            <a:spAutoFit/>
          </a:bodyPr>
          <a:lstStyle/>
          <a:p>
            <a:pPr algn="ctr"/>
            <a:r>
              <a:rPr lang="en-US" sz="6000">
                <a:solidFill>
                  <a:schemeClr val="accent2">
                    <a:lumMod val="75000"/>
                  </a:schemeClr>
                </a:solidFill>
                <a:latin typeface="Times New Roman" panose="02020603050405020304" pitchFamily="18" charset="0"/>
                <a:cs typeface="Times New Roman" panose="02020603050405020304" pitchFamily="18" charset="0"/>
              </a:rPr>
              <a:t>Cảm </a:t>
            </a:r>
            <a:r>
              <a:rPr lang="vi-VN" sz="6000">
                <a:solidFill>
                  <a:schemeClr val="accent2">
                    <a:lumMod val="75000"/>
                  </a:schemeClr>
                </a:solidFill>
                <a:latin typeface="Times New Roman" panose="02020603050405020304" pitchFamily="18" charset="0"/>
                <a:cs typeface="Times New Roman" panose="02020603050405020304" pitchFamily="18" charset="0"/>
              </a:rPr>
              <a:t>ơ</a:t>
            </a:r>
            <a:r>
              <a:rPr lang="en-US" sz="6000">
                <a:solidFill>
                  <a:schemeClr val="accent2">
                    <a:lumMod val="75000"/>
                  </a:schemeClr>
                </a:solidFill>
                <a:latin typeface="Times New Roman" panose="02020603050405020304" pitchFamily="18" charset="0"/>
                <a:cs typeface="Times New Roman" panose="02020603050405020304" pitchFamily="18" charset="0"/>
              </a:rPr>
              <a:t>n thầy cô và các bạn đã lắng nghe!</a:t>
            </a:r>
          </a:p>
        </p:txBody>
      </p:sp>
    </p:spTree>
    <p:extLst>
      <p:ext uri="{BB962C8B-B14F-4D97-AF65-F5344CB8AC3E}">
        <p14:creationId xmlns:p14="http://schemas.microsoft.com/office/powerpoint/2010/main" val="2401469022"/>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51B396FA-B4C0-4C51-8C62-BF566E9822C2}" vid="{40FC2558-C71C-4CC6-B3D4-09A0C3168D03}"/>
    </a:ext>
  </a:extLst>
</a:theme>
</file>

<file path=docProps/app.xml><?xml version="1.0" encoding="utf-8"?>
<Properties xmlns="http://schemas.openxmlformats.org/officeDocument/2006/extended-properties" xmlns:vt="http://schemas.openxmlformats.org/officeDocument/2006/docPropsVTypes">
  <Template>Theme2</Template>
  <TotalTime>1945</TotalTime>
  <Words>2080</Words>
  <Application>Microsoft Office PowerPoint</Application>
  <PresentationFormat>Widescreen</PresentationFormat>
  <Paragraphs>292</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Roboto</vt:lpstr>
      <vt:lpstr>Times New Roman</vt:lpstr>
      <vt:lpstr>Wingdings</vt:lpstr>
      <vt:lpstr>Theme2</vt:lpstr>
      <vt:lpstr>TRƯỜNG ĐẠI HỌC THUỶ LỢI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JamesDonKey</dc:creator>
  <cp:lastModifiedBy>JamesDonKey</cp:lastModifiedBy>
  <cp:revision>602</cp:revision>
  <dcterms:created xsi:type="dcterms:W3CDTF">2023-06-30T06:07:50Z</dcterms:created>
  <dcterms:modified xsi:type="dcterms:W3CDTF">2023-07-05T19:12:22Z</dcterms:modified>
</cp:coreProperties>
</file>